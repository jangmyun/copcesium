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좌표계에서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추정한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 flipV="1">
            <a:off x="1397365" y="2359457"/>
            <a:ext cx="1282147" cy="1483571"/>
          </a:xfrm>
          <a:prstGeom prst="line">
            <a:avLst/>
          </a:prstGeom>
          <a:noFill/>
          <a:ln w="9525">
            <a:solidFill>
              <a:srgbClr val="BFBFBF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 flipV="1">
            <a:off x="1397365" y="2166150"/>
            <a:ext cx="4614616" cy="1676878"/>
          </a:xfrm>
          <a:prstGeom prst="line">
            <a:avLst/>
          </a:prstGeom>
          <a:noFill/>
          <a:ln w="9525">
            <a:solidFill>
              <a:srgbClr val="BFBFBF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97365" y="3843028"/>
            <a:ext cx="4275322" cy="310646"/>
          </a:xfrm>
          <a:prstGeom prst="line">
            <a:avLst/>
          </a:prstGeom>
          <a:noFill/>
          <a:ln w="9525">
            <a:solidFill>
              <a:srgbClr val="BFBFB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97365" y="3843028"/>
            <a:ext cx="2076244" cy="350571"/>
          </a:xfrm>
          <a:prstGeom prst="line">
            <a:avLst/>
          </a:prstGeom>
          <a:noFill/>
          <a:ln w="9525">
            <a:solidFill>
              <a:srgbClr val="BFBFB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966705" y="1805757"/>
            <a:ext cx="3429063" cy="3063606"/>
          </a:xfrm>
          <a:custGeom>
            <a:avLst/>
            <a:gdLst/>
            <a:ahLst/>
            <a:cxnLst/>
            <a:rect l="l" t="t" r="r" b="b"/>
            <a:pathLst>
              <a:path w="3429063" h="3063606">
                <a:moveTo>
                  <a:pt x="73271" y="0"/>
                </a:moveTo>
                <a:lnTo>
                  <a:pt x="3429063" y="251384"/>
                </a:lnTo>
                <a:lnTo>
                  <a:pt x="3155385" y="3063606"/>
                </a:lnTo>
                <a:lnTo>
                  <a:pt x="0" y="2302276"/>
                </a:lnTo>
                <a:close/>
              </a:path>
            </a:pathLst>
          </a:custGeom>
          <a:ln w="12700">
            <a:solidFill>
              <a:srgbClr val="0000EE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039976" y="1494861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l" indent="0" marL="0">
              <a:buNone/>
            </a:pPr>
            <a:r>
              <a:rPr lang="en-US" sz="1100" i="1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buNone/>
            </a:pPr>
            <a:r>
              <a:rPr lang="en-US" sz="1100" baseline="-40000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</a:t>
            </a:r>
            <a:pPr algn="l" indent="0" marL="0">
              <a:buNone/>
            </a:pPr>
            <a:r>
              <a:rPr lang="en-US" sz="1100" dirty="0">
                <a:solidFill>
                  <a:srgbClr val="000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79512" y="2276279"/>
            <a:ext cx="778657" cy="1099082"/>
          </a:xfrm>
          <a:custGeom>
            <a:avLst/>
            <a:gdLst/>
            <a:ahLst/>
            <a:cxnLst/>
            <a:rect l="l" t="t" r="r" b="b"/>
            <a:pathLst>
              <a:path w="778657" h="1099082">
                <a:moveTo>
                  <a:pt x="0" y="83178"/>
                </a:moveTo>
                <a:lnTo>
                  <a:pt x="636403" y="0"/>
                </a:lnTo>
                <a:lnTo>
                  <a:pt x="778657" y="1029877"/>
                </a:lnTo>
                <a:lnTo>
                  <a:pt x="162920" y="1099082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47508" y="2327453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3912" y="224427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6165" y="3274152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0428" y="3343357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5991" y="2701297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5991" y="270129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9953" y="2376445"/>
            <a:ext cx="1291404" cy="795705"/>
          </a:xfrm>
          <a:custGeom>
            <a:avLst/>
            <a:gdLst/>
            <a:ahLst/>
            <a:cxnLst/>
            <a:rect l="l" t="t" r="r" b="b"/>
            <a:pathLst>
              <a:path w="1291404" h="795705">
                <a:moveTo>
                  <a:pt x="0" y="0"/>
                </a:moveTo>
                <a:lnTo>
                  <a:pt x="1291404" y="8297"/>
                </a:lnTo>
                <a:lnTo>
                  <a:pt x="1281553" y="795705"/>
                </a:lnTo>
                <a:lnTo>
                  <a:pt x="13479" y="759605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37949" y="234444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9354" y="2352738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9502" y="3140146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51428" y="3104046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88546" y="2639331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088546" y="263933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33967" y="2166150"/>
            <a:ext cx="780144" cy="1187165"/>
          </a:xfrm>
          <a:custGeom>
            <a:avLst/>
            <a:gdLst/>
            <a:ahLst/>
            <a:cxnLst/>
            <a:rect l="l" t="t" r="r" b="b"/>
            <a:pathLst>
              <a:path w="780144" h="1187165">
                <a:moveTo>
                  <a:pt x="0" y="101773"/>
                </a:moveTo>
                <a:lnTo>
                  <a:pt x="678015" y="0"/>
                </a:lnTo>
                <a:lnTo>
                  <a:pt x="780144" y="1102142"/>
                </a:lnTo>
                <a:lnTo>
                  <a:pt x="114897" y="1187165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1963" y="2235919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79977" y="2134146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2107" y="3236288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16860" y="332131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99215" y="2635904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99215" y="2635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9043" y="3610857"/>
            <a:ext cx="1078168" cy="582741"/>
          </a:xfrm>
          <a:custGeom>
            <a:avLst/>
            <a:gdLst/>
            <a:ahLst/>
            <a:cxnLst/>
            <a:rect l="l" t="t" r="r" b="b"/>
            <a:pathLst>
              <a:path w="1078168" h="582741">
                <a:moveTo>
                  <a:pt x="0" y="48705"/>
                </a:moveTo>
                <a:lnTo>
                  <a:pt x="1009640" y="0"/>
                </a:lnTo>
                <a:lnTo>
                  <a:pt x="1078168" y="552841"/>
                </a:lnTo>
                <a:lnTo>
                  <a:pt x="84566" y="582741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7039" y="3627559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6679" y="3578853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5208" y="4131694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1605" y="416159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04121" y="3778913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04121" y="377891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146699" y="3352565"/>
            <a:ext cx="625483" cy="801109"/>
          </a:xfrm>
          <a:custGeom>
            <a:avLst/>
            <a:gdLst/>
            <a:ahLst/>
            <a:cxnLst/>
            <a:rect l="l" t="t" r="r" b="b"/>
            <a:pathLst>
              <a:path w="625483" h="801109">
                <a:moveTo>
                  <a:pt x="81445" y="0"/>
                </a:moveTo>
                <a:lnTo>
                  <a:pt x="625483" y="21247"/>
                </a:lnTo>
                <a:lnTo>
                  <a:pt x="525988" y="801109"/>
                </a:lnTo>
                <a:lnTo>
                  <a:pt x="0" y="77493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196140" y="332056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40178" y="3341808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40683" y="412167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14695" y="409549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26912" y="3623870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326912" y="36238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50253" y="3755105"/>
            <a:ext cx="178101" cy="298051"/>
          </a:xfrm>
          <a:custGeom>
            <a:avLst/>
            <a:gdLst/>
            <a:ahLst/>
            <a:cxnLst/>
            <a:rect l="l" t="t" r="r" b="b"/>
            <a:pathLst>
              <a:path w="178101" h="298051">
                <a:moveTo>
                  <a:pt x="1749" y="250203"/>
                </a:moveTo>
                <a:lnTo>
                  <a:pt x="178101" y="298051"/>
                </a:lnTo>
                <a:lnTo>
                  <a:pt x="177233" y="44386"/>
                </a:lnTo>
                <a:lnTo>
                  <a:pt x="0" y="0"/>
                </a:lnTo>
                <a:close/>
              </a:path>
            </a:pathLst>
          </a:custGeom>
          <a:solidFill>
            <a:srgbClr val="68686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27485" y="3648406"/>
            <a:ext cx="339666" cy="471661"/>
          </a:xfrm>
          <a:custGeom>
            <a:avLst/>
            <a:gdLst/>
            <a:ahLst/>
            <a:cxnLst/>
            <a:rect l="l" t="t" r="r" b="b"/>
            <a:pathLst>
              <a:path w="339666" h="471661">
                <a:moveTo>
                  <a:pt x="868" y="404751"/>
                </a:moveTo>
                <a:lnTo>
                  <a:pt x="0" y="151085"/>
                </a:lnTo>
                <a:lnTo>
                  <a:pt x="339666" y="0"/>
                </a:lnTo>
                <a:lnTo>
                  <a:pt x="338057" y="471661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0253" y="3570850"/>
            <a:ext cx="516898" cy="228640"/>
          </a:xfrm>
          <a:custGeom>
            <a:avLst/>
            <a:gdLst/>
            <a:ahLst/>
            <a:cxnLst/>
            <a:rect l="l" t="t" r="r" b="b"/>
            <a:pathLst>
              <a:path w="516898" h="228640">
                <a:moveTo>
                  <a:pt x="177233" y="228640"/>
                </a:moveTo>
                <a:lnTo>
                  <a:pt x="0" y="184255"/>
                </a:lnTo>
                <a:lnTo>
                  <a:pt x="181888" y="0"/>
                </a:lnTo>
                <a:lnTo>
                  <a:pt x="516898" y="77556"/>
                </a:lnTo>
                <a:close/>
              </a:path>
            </a:pathLst>
          </a:custGeom>
          <a:solidFill>
            <a:srgbClr val="8A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9666" y="3719066"/>
            <a:ext cx="651796" cy="650108"/>
          </a:xfrm>
          <a:custGeom>
            <a:avLst/>
            <a:gdLst/>
            <a:ahLst/>
            <a:cxnLst/>
            <a:rect l="l" t="t" r="r" b="b"/>
            <a:pathLst>
              <a:path w="651796" h="650108">
                <a:moveTo>
                  <a:pt x="7000" y="650108"/>
                </a:moveTo>
                <a:lnTo>
                  <a:pt x="0" y="145669"/>
                </a:lnTo>
                <a:lnTo>
                  <a:pt x="651444" y="0"/>
                </a:lnTo>
                <a:lnTo>
                  <a:pt x="651796" y="482406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613210"/>
            <a:ext cx="1086790" cy="251524"/>
          </a:xfrm>
          <a:custGeom>
            <a:avLst/>
            <a:gdLst/>
            <a:ahLst/>
            <a:cxnLst/>
            <a:rect l="l" t="t" r="r" b="b"/>
            <a:pathLst>
              <a:path w="1086790" h="251524">
                <a:moveTo>
                  <a:pt x="0" y="135191"/>
                </a:moveTo>
                <a:lnTo>
                  <a:pt x="647833" y="0"/>
                </a:lnTo>
                <a:lnTo>
                  <a:pt x="1086790" y="105855"/>
                </a:lnTo>
                <a:lnTo>
                  <a:pt x="435346" y="251524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748402"/>
            <a:ext cx="442346" cy="620772"/>
          </a:xfrm>
          <a:custGeom>
            <a:avLst/>
            <a:gdLst/>
            <a:ahLst/>
            <a:cxnLst/>
            <a:rect l="l" t="t" r="r" b="b"/>
            <a:pathLst>
              <a:path w="442346" h="620772">
                <a:moveTo>
                  <a:pt x="11008" y="486856"/>
                </a:moveTo>
                <a:lnTo>
                  <a:pt x="0" y="0"/>
                </a:lnTo>
                <a:lnTo>
                  <a:pt x="435346" y="116333"/>
                </a:lnTo>
                <a:lnTo>
                  <a:pt x="442346" y="620772"/>
                </a:lnTo>
                <a:close/>
              </a:path>
            </a:pathLst>
          </a:custGeom>
          <a:solidFill>
            <a:srgbClr val="A5A5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97365" y="3843028"/>
            <a:ext cx="736090" cy="184403"/>
          </a:xfrm>
          <a:prstGeom prst="line">
            <a:avLst/>
          </a:prstGeom>
          <a:noFill/>
          <a:ln w="34925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2037443" y="4128015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 flipV="1">
            <a:off x="1397365" y="2979385"/>
            <a:ext cx="0" cy="863643"/>
          </a:xfrm>
          <a:prstGeom prst="line">
            <a:avLst/>
          </a:prstGeom>
          <a:noFill/>
          <a:ln w="34925">
            <a:solidFill>
              <a:srgbClr val="00B800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935593" y="2842225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 flipV="1">
            <a:off x="1397365" y="3664926"/>
            <a:ext cx="762352" cy="178102"/>
          </a:xfrm>
          <a:prstGeom prst="line">
            <a:avLst/>
          </a:prstGeom>
          <a:noFill/>
          <a:ln w="34925">
            <a:solidFill>
              <a:srgbClr val="0000EE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2063705" y="329916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356217" y="380188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926080" y="5806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디바이스를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마커로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기울기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446520" y="2286000"/>
            <a:ext cx="502920" cy="365760"/>
          </a:xfrm>
          <a:prstGeom prst="rightArrow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217920" y="2697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원근</a:t>
            </a:r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투영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7086600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(2D)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579843" y="800100"/>
            <a:ext cx="3768393" cy="3291840"/>
          </a:xfrm>
          <a:custGeom>
            <a:avLst/>
            <a:gdLst/>
            <a:ahLst/>
            <a:cxnLst/>
            <a:rect l="l" t="t" r="r" b="b"/>
            <a:pathLst>
              <a:path w="3768393" h="3291840">
                <a:moveTo>
                  <a:pt x="0" y="0"/>
                </a:moveTo>
                <a:lnTo>
                  <a:pt x="3768393" y="0"/>
                </a:lnTo>
                <a:lnTo>
                  <a:pt x="3768393" y="3291840"/>
                </a:lnTo>
                <a:lnTo>
                  <a:pt x="0" y="32918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93876" y="1160145"/>
            <a:ext cx="922258" cy="1590047"/>
          </a:xfrm>
          <a:custGeom>
            <a:avLst/>
            <a:gdLst/>
            <a:ahLst/>
            <a:cxnLst/>
            <a:rect l="l" t="t" r="r" b="b"/>
            <a:pathLst>
              <a:path w="922258" h="1590047">
                <a:moveTo>
                  <a:pt x="0" y="0"/>
                </a:moveTo>
                <a:lnTo>
                  <a:pt x="853689" y="23804"/>
                </a:lnTo>
                <a:lnTo>
                  <a:pt x="922258" y="1442807"/>
                </a:lnTo>
                <a:lnTo>
                  <a:pt x="157797" y="1590047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61872" y="112814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15561" y="115194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84130" y="2570948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19669" y="2718188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49296" y="1796293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249296" y="179629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157188" y="1280199"/>
            <a:ext cx="1287637" cy="1008891"/>
          </a:xfrm>
          <a:custGeom>
            <a:avLst/>
            <a:gdLst/>
            <a:ahLst/>
            <a:cxnLst/>
            <a:rect l="l" t="t" r="r" b="b"/>
            <a:pathLst>
              <a:path w="1287637" h="1008891">
                <a:moveTo>
                  <a:pt x="0" y="0"/>
                </a:moveTo>
                <a:lnTo>
                  <a:pt x="1287637" y="115196"/>
                </a:lnTo>
                <a:lnTo>
                  <a:pt x="1281378" y="981565"/>
                </a:lnTo>
                <a:lnTo>
                  <a:pt x="17875" y="1008891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125184" y="124819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12821" y="136339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06563" y="222976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3059" y="2257086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75895" y="1678596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75895" y="16785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571615" y="1389945"/>
            <a:ext cx="462589" cy="1090279"/>
          </a:xfrm>
          <a:custGeom>
            <a:avLst/>
            <a:gdLst/>
            <a:ahLst/>
            <a:cxnLst/>
            <a:rect l="l" t="t" r="r" b="b"/>
            <a:pathLst>
              <a:path w="462589" h="1090279">
                <a:moveTo>
                  <a:pt x="0" y="25931"/>
                </a:moveTo>
                <a:lnTo>
                  <a:pt x="385179" y="0"/>
                </a:lnTo>
                <a:lnTo>
                  <a:pt x="462589" y="988586"/>
                </a:lnTo>
                <a:lnTo>
                  <a:pt x="95694" y="1090279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539611" y="138387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924790" y="135794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002200" y="2346527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35304" y="2448219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79464" y="1788128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10679464" y="1788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888599" y="2807637"/>
            <a:ext cx="1120062" cy="924258"/>
          </a:xfrm>
          <a:custGeom>
            <a:avLst/>
            <a:gdLst/>
            <a:ahLst/>
            <a:cxnLst/>
            <a:rect l="l" t="t" r="r" b="b"/>
            <a:pathLst>
              <a:path w="1120062" h="924258">
                <a:moveTo>
                  <a:pt x="0" y="223098"/>
                </a:moveTo>
                <a:lnTo>
                  <a:pt x="1120062" y="0"/>
                </a:lnTo>
                <a:lnTo>
                  <a:pt x="1117634" y="636530"/>
                </a:lnTo>
                <a:lnTo>
                  <a:pt x="48702" y="924258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856595" y="299873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976657" y="2775633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74229" y="3412163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905297" y="369989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32183" y="3125592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332183" y="3125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0339099" y="2499019"/>
            <a:ext cx="465873" cy="803537"/>
          </a:xfrm>
          <a:custGeom>
            <a:avLst/>
            <a:gdLst/>
            <a:ahLst/>
            <a:cxnLst/>
            <a:rect l="l" t="t" r="r" b="b"/>
            <a:pathLst>
              <a:path w="465873" h="803537">
                <a:moveTo>
                  <a:pt x="153943" y="0"/>
                </a:moveTo>
                <a:lnTo>
                  <a:pt x="465873" y="24"/>
                </a:lnTo>
                <a:lnTo>
                  <a:pt x="310369" y="752020"/>
                </a:lnTo>
                <a:lnTo>
                  <a:pt x="0" y="803537"/>
                </a:lnTo>
                <a:close/>
              </a:path>
            </a:pathLst>
          </a:custGeom>
          <a:solidFill>
            <a:srgbClr val="F2F2F2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461037" y="246701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772968" y="2467039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617463" y="321903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307095" y="327055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443629" y="2759898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443629" y="27598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7671283" y="37719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</a:t>
            </a:r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</a:t>
            </a:r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9793757" y="37719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7086600" y="4343400"/>
            <a:ext cx="475488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7251192" y="4453128"/>
            <a:ext cx="44256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핀홀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투영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' =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pPr algn="l" indent="0" marL="0">
              <a:spcAft>
                <a:spcPts val="4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' =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pPr algn="l" indent="0" marL="0">
              <a:spcAft>
                <a:spcPts val="4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4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정점마다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배율로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축소됨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직사각형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사다리꼴로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보이고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간격이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왜곡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l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쓰면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2D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배치가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틀어짐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기울어진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월이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카메라에서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사다리꼴로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인식되는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7432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추정과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423786" y="1895768"/>
            <a:ext cx="3977014" cy="2535026"/>
          </a:xfrm>
          <a:custGeom>
            <a:avLst/>
            <a:gdLst/>
            <a:ahLst/>
            <a:cxnLst/>
            <a:rect l="l" t="t" r="r" b="b"/>
            <a:pathLst>
              <a:path w="3977014" h="2535026">
                <a:moveTo>
                  <a:pt x="0" y="231428"/>
                </a:moveTo>
                <a:lnTo>
                  <a:pt x="3977014" y="0"/>
                </a:lnTo>
                <a:lnTo>
                  <a:pt x="3928399" y="2526286"/>
                </a:lnTo>
                <a:lnTo>
                  <a:pt x="225260" y="2535026"/>
                </a:lnTo>
                <a:close/>
              </a:path>
            </a:pathLst>
          </a:cu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423786" y="17980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pPr algn="l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l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79512" y="2276279"/>
            <a:ext cx="778657" cy="1099082"/>
          </a:xfrm>
          <a:custGeom>
            <a:avLst/>
            <a:gdLst/>
            <a:ahLst/>
            <a:cxnLst/>
            <a:rect l="l" t="t" r="r" b="b"/>
            <a:pathLst>
              <a:path w="778657" h="1099082">
                <a:moveTo>
                  <a:pt x="0" y="83178"/>
                </a:moveTo>
                <a:lnTo>
                  <a:pt x="636403" y="0"/>
                </a:lnTo>
                <a:lnTo>
                  <a:pt x="778657" y="1029877"/>
                </a:lnTo>
                <a:lnTo>
                  <a:pt x="162920" y="1099082"/>
                </a:lnTo>
                <a:close/>
              </a:path>
            </a:pathLst>
          </a:custGeom>
          <a:ln w="9525">
            <a:solidFill>
              <a:srgbClr val="808080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3569953" y="2376445"/>
            <a:ext cx="1291404" cy="795705"/>
          </a:xfrm>
          <a:custGeom>
            <a:avLst/>
            <a:gdLst/>
            <a:ahLst/>
            <a:cxnLst/>
            <a:rect l="l" t="t" r="r" b="b"/>
            <a:pathLst>
              <a:path w="1291404" h="795705">
                <a:moveTo>
                  <a:pt x="0" y="0"/>
                </a:moveTo>
                <a:lnTo>
                  <a:pt x="1291404" y="8297"/>
                </a:lnTo>
                <a:lnTo>
                  <a:pt x="1281553" y="795705"/>
                </a:lnTo>
                <a:lnTo>
                  <a:pt x="13479" y="759605"/>
                </a:lnTo>
                <a:close/>
              </a:path>
            </a:pathLst>
          </a:custGeom>
          <a:ln w="9525">
            <a:solidFill>
              <a:srgbClr val="808080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5333967" y="2166150"/>
            <a:ext cx="780144" cy="1187165"/>
          </a:xfrm>
          <a:custGeom>
            <a:avLst/>
            <a:gdLst/>
            <a:ahLst/>
            <a:cxnLst/>
            <a:rect l="l" t="t" r="r" b="b"/>
            <a:pathLst>
              <a:path w="780144" h="1187165">
                <a:moveTo>
                  <a:pt x="0" y="101773"/>
                </a:moveTo>
                <a:lnTo>
                  <a:pt x="678015" y="0"/>
                </a:lnTo>
                <a:lnTo>
                  <a:pt x="780144" y="1102142"/>
                </a:lnTo>
                <a:lnTo>
                  <a:pt x="114897" y="1187165"/>
                </a:lnTo>
                <a:close/>
              </a:path>
            </a:pathLst>
          </a:custGeom>
          <a:ln w="9525">
            <a:solidFill>
              <a:srgbClr val="808080"/>
            </a:solidFill>
            <a:prstDash val="sysDash"/>
          </a:ln>
        </p:spPr>
      </p:sp>
      <p:sp>
        <p:nvSpPr>
          <p:cNvPr id="8" name="Shape 6"/>
          <p:cNvSpPr/>
          <p:nvPr/>
        </p:nvSpPr>
        <p:spPr>
          <a:xfrm>
            <a:off x="3389043" y="3610857"/>
            <a:ext cx="1078168" cy="582741"/>
          </a:xfrm>
          <a:custGeom>
            <a:avLst/>
            <a:gdLst/>
            <a:ahLst/>
            <a:cxnLst/>
            <a:rect l="l" t="t" r="r" b="b"/>
            <a:pathLst>
              <a:path w="1078168" h="582741">
                <a:moveTo>
                  <a:pt x="0" y="48705"/>
                </a:moveTo>
                <a:lnTo>
                  <a:pt x="1009640" y="0"/>
                </a:lnTo>
                <a:lnTo>
                  <a:pt x="1078168" y="552841"/>
                </a:lnTo>
                <a:lnTo>
                  <a:pt x="84566" y="582741"/>
                </a:lnTo>
                <a:close/>
              </a:path>
            </a:pathLst>
          </a:custGeom>
          <a:ln w="9525">
            <a:solidFill>
              <a:srgbClr val="808080"/>
            </a:solidFill>
            <a:prstDash val="sysDash"/>
          </a:ln>
        </p:spPr>
      </p:sp>
      <p:sp>
        <p:nvSpPr>
          <p:cNvPr id="9" name="Shape 7"/>
          <p:cNvSpPr/>
          <p:nvPr/>
        </p:nvSpPr>
        <p:spPr>
          <a:xfrm>
            <a:off x="5146699" y="3352565"/>
            <a:ext cx="625483" cy="801109"/>
          </a:xfrm>
          <a:custGeom>
            <a:avLst/>
            <a:gdLst/>
            <a:ahLst/>
            <a:cxnLst/>
            <a:rect l="l" t="t" r="r" b="b"/>
            <a:pathLst>
              <a:path w="625483" h="801109">
                <a:moveTo>
                  <a:pt x="81445" y="0"/>
                </a:moveTo>
                <a:lnTo>
                  <a:pt x="625483" y="21247"/>
                </a:lnTo>
                <a:lnTo>
                  <a:pt x="525988" y="801109"/>
                </a:lnTo>
                <a:lnTo>
                  <a:pt x="0" y="774930"/>
                </a:lnTo>
                <a:close/>
              </a:path>
            </a:pathLst>
          </a:custGeom>
          <a:ln w="9525">
            <a:solidFill>
              <a:srgbClr val="808080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 flipH="1">
            <a:off x="3436965" y="3306156"/>
            <a:ext cx="21204" cy="60575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4851506" y="3094477"/>
            <a:ext cx="4303" cy="77673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4398683" y="3541290"/>
            <a:ext cx="9806" cy="69567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4467212" y="4100266"/>
            <a:ext cx="7271" cy="63432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72687" y="4153674"/>
            <a:ext cx="6142" cy="60026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72969" y="2304155"/>
            <a:ext cx="763997" cy="1109639"/>
          </a:xfrm>
          <a:custGeom>
            <a:avLst/>
            <a:gdLst/>
            <a:ahLst/>
            <a:cxnLst/>
            <a:rect l="l" t="t" r="r" b="b"/>
            <a:pathLst>
              <a:path w="763997" h="1109639">
                <a:moveTo>
                  <a:pt x="0" y="65440"/>
                </a:moveTo>
                <a:lnTo>
                  <a:pt x="629375" y="0"/>
                </a:lnTo>
                <a:lnTo>
                  <a:pt x="763997" y="1062576"/>
                </a:lnTo>
                <a:lnTo>
                  <a:pt x="151247" y="1109639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40965" y="233759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0339" y="227215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04961" y="3334727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92212" y="338179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31107" y="2735552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31107" y="2735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76472" y="2337888"/>
            <a:ext cx="1287900" cy="757756"/>
          </a:xfrm>
          <a:custGeom>
            <a:avLst/>
            <a:gdLst/>
            <a:ahLst/>
            <a:cxnLst/>
            <a:rect l="l" t="t" r="r" b="b"/>
            <a:pathLst>
              <a:path w="1287900" h="757756">
                <a:moveTo>
                  <a:pt x="0" y="22526"/>
                </a:moveTo>
                <a:lnTo>
                  <a:pt x="1287900" y="0"/>
                </a:lnTo>
                <a:lnTo>
                  <a:pt x="1279337" y="756589"/>
                </a:lnTo>
                <a:lnTo>
                  <a:pt x="20519" y="757756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44468" y="232841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32368" y="2305884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3805" y="3062473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4987" y="306364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95395" y="2594090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095395" y="25940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35779" y="2206559"/>
            <a:ext cx="780962" cy="1143965"/>
          </a:xfrm>
          <a:custGeom>
            <a:avLst/>
            <a:gdLst/>
            <a:ahLst/>
            <a:cxnLst/>
            <a:rect l="l" t="t" r="r" b="b"/>
            <a:pathLst>
              <a:path w="780962" h="1143965">
                <a:moveTo>
                  <a:pt x="0" y="90332"/>
                </a:moveTo>
                <a:lnTo>
                  <a:pt x="686491" y="0"/>
                </a:lnTo>
                <a:lnTo>
                  <a:pt x="780962" y="1073890"/>
                </a:lnTo>
                <a:lnTo>
                  <a:pt x="112883" y="1143965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775" y="2264887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90265" y="217455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4737" y="324844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16658" y="331852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02847" y="2655590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02847" y="26555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99489" y="3541290"/>
            <a:ext cx="1074994" cy="631119"/>
          </a:xfrm>
          <a:custGeom>
            <a:avLst/>
            <a:gdLst/>
            <a:ahLst/>
            <a:cxnLst/>
            <a:rect l="l" t="t" r="r" b="b"/>
            <a:pathLst>
              <a:path w="1074994" h="631119">
                <a:moveTo>
                  <a:pt x="0" y="87482"/>
                </a:moveTo>
                <a:lnTo>
                  <a:pt x="1009000" y="0"/>
                </a:lnTo>
                <a:lnTo>
                  <a:pt x="1074994" y="558976"/>
                </a:lnTo>
                <a:lnTo>
                  <a:pt x="80302" y="631119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67485" y="3596768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76485" y="3509286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42478" y="4068262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47787" y="414040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12547" y="3732668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12547" y="37326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47015" y="3362940"/>
            <a:ext cx="628842" cy="850760"/>
          </a:xfrm>
          <a:custGeom>
            <a:avLst/>
            <a:gdLst/>
            <a:ahLst/>
            <a:cxnLst/>
            <a:rect l="l" t="t" r="r" b="b"/>
            <a:pathLst>
              <a:path w="628842" h="850760">
                <a:moveTo>
                  <a:pt x="81399" y="0"/>
                </a:moveTo>
                <a:lnTo>
                  <a:pt x="628842" y="37143"/>
                </a:lnTo>
                <a:lnTo>
                  <a:pt x="531814" y="850760"/>
                </a:lnTo>
                <a:lnTo>
                  <a:pt x="0" y="806128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96410" y="3330936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43853" y="3368079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46825" y="4181696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15011" y="4137064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29513" y="3658432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29513" y="3658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50253" y="3755105"/>
            <a:ext cx="178101" cy="298051"/>
          </a:xfrm>
          <a:custGeom>
            <a:avLst/>
            <a:gdLst/>
            <a:ahLst/>
            <a:cxnLst/>
            <a:rect l="l" t="t" r="r" b="b"/>
            <a:pathLst>
              <a:path w="178101" h="298051">
                <a:moveTo>
                  <a:pt x="1749" y="250203"/>
                </a:moveTo>
                <a:lnTo>
                  <a:pt x="178101" y="298051"/>
                </a:lnTo>
                <a:lnTo>
                  <a:pt x="177233" y="44386"/>
                </a:lnTo>
                <a:lnTo>
                  <a:pt x="0" y="0"/>
                </a:lnTo>
                <a:close/>
              </a:path>
            </a:pathLst>
          </a:custGeom>
          <a:solidFill>
            <a:srgbClr val="68686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27485" y="3648406"/>
            <a:ext cx="339666" cy="471661"/>
          </a:xfrm>
          <a:custGeom>
            <a:avLst/>
            <a:gdLst/>
            <a:ahLst/>
            <a:cxnLst/>
            <a:rect l="l" t="t" r="r" b="b"/>
            <a:pathLst>
              <a:path w="339666" h="471661">
                <a:moveTo>
                  <a:pt x="868" y="404751"/>
                </a:moveTo>
                <a:lnTo>
                  <a:pt x="0" y="151085"/>
                </a:lnTo>
                <a:lnTo>
                  <a:pt x="339666" y="0"/>
                </a:lnTo>
                <a:lnTo>
                  <a:pt x="338057" y="471661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253" y="3570850"/>
            <a:ext cx="516898" cy="228640"/>
          </a:xfrm>
          <a:custGeom>
            <a:avLst/>
            <a:gdLst/>
            <a:ahLst/>
            <a:cxnLst/>
            <a:rect l="l" t="t" r="r" b="b"/>
            <a:pathLst>
              <a:path w="516898" h="228640">
                <a:moveTo>
                  <a:pt x="177233" y="228640"/>
                </a:moveTo>
                <a:lnTo>
                  <a:pt x="0" y="184255"/>
                </a:lnTo>
                <a:lnTo>
                  <a:pt x="181888" y="0"/>
                </a:lnTo>
                <a:lnTo>
                  <a:pt x="516898" y="77556"/>
                </a:lnTo>
                <a:close/>
              </a:path>
            </a:pathLst>
          </a:custGeom>
          <a:solidFill>
            <a:srgbClr val="8A8A8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9666" y="3719066"/>
            <a:ext cx="651796" cy="650108"/>
          </a:xfrm>
          <a:custGeom>
            <a:avLst/>
            <a:gdLst/>
            <a:ahLst/>
            <a:cxnLst/>
            <a:rect l="l" t="t" r="r" b="b"/>
            <a:pathLst>
              <a:path w="651796" h="650108">
                <a:moveTo>
                  <a:pt x="7000" y="650108"/>
                </a:moveTo>
                <a:lnTo>
                  <a:pt x="0" y="145669"/>
                </a:lnTo>
                <a:lnTo>
                  <a:pt x="651444" y="0"/>
                </a:lnTo>
                <a:lnTo>
                  <a:pt x="651796" y="482406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" y="3613210"/>
            <a:ext cx="1086790" cy="251524"/>
          </a:xfrm>
          <a:custGeom>
            <a:avLst/>
            <a:gdLst/>
            <a:ahLst/>
            <a:cxnLst/>
            <a:rect l="l" t="t" r="r" b="b"/>
            <a:pathLst>
              <a:path w="1086790" h="251524">
                <a:moveTo>
                  <a:pt x="0" y="135191"/>
                </a:moveTo>
                <a:lnTo>
                  <a:pt x="647833" y="0"/>
                </a:lnTo>
                <a:lnTo>
                  <a:pt x="1086790" y="105855"/>
                </a:lnTo>
                <a:lnTo>
                  <a:pt x="435346" y="251524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4320" y="3748402"/>
            <a:ext cx="442346" cy="620772"/>
          </a:xfrm>
          <a:custGeom>
            <a:avLst/>
            <a:gdLst/>
            <a:ahLst/>
            <a:cxnLst/>
            <a:rect l="l" t="t" r="r" b="b"/>
            <a:pathLst>
              <a:path w="442346" h="620772">
                <a:moveTo>
                  <a:pt x="11008" y="486856"/>
                </a:moveTo>
                <a:lnTo>
                  <a:pt x="0" y="0"/>
                </a:lnTo>
                <a:lnTo>
                  <a:pt x="435346" y="116333"/>
                </a:lnTo>
                <a:lnTo>
                  <a:pt x="442346" y="620772"/>
                </a:lnTo>
                <a:close/>
              </a:path>
            </a:pathLst>
          </a:custGeom>
          <a:solidFill>
            <a:srgbClr val="A5A5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397365" y="3843028"/>
            <a:ext cx="736090" cy="184403"/>
          </a:xfrm>
          <a:prstGeom prst="line">
            <a:avLst/>
          </a:prstGeom>
          <a:noFill/>
          <a:ln w="34925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2037443" y="4128015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 flipV="1">
            <a:off x="1397365" y="2979385"/>
            <a:ext cx="0" cy="863643"/>
          </a:xfrm>
          <a:prstGeom prst="line">
            <a:avLst/>
          </a:prstGeom>
          <a:noFill/>
          <a:ln w="34925">
            <a:solidFill>
              <a:srgbClr val="00B800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935593" y="2842225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 flipV="1">
            <a:off x="1397365" y="3664926"/>
            <a:ext cx="762352" cy="178102"/>
          </a:xfrm>
          <a:prstGeom prst="line">
            <a:avLst/>
          </a:prstGeom>
          <a:noFill/>
          <a:ln w="34925">
            <a:solidFill>
              <a:srgbClr val="0000EE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2063705" y="329916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6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356217" y="380188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4458526" y="3189579"/>
            <a:ext cx="864452" cy="26209"/>
          </a:xfrm>
          <a:prstGeom prst="line">
            <a:avLst/>
          </a:prstGeom>
          <a:noFill/>
          <a:ln w="3810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64" name="Text 62"/>
          <p:cNvSpPr txBox="1"/>
          <p:nvPr/>
        </p:nvSpPr>
        <p:spPr>
          <a:xfrm>
            <a:off x="5226966" y="3299307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700" dirty="0"/>
          </a:p>
        </p:txBody>
      </p:sp>
      <p:sp>
        <p:nvSpPr>
          <p:cNvPr id="65" name="Shape 63"/>
          <p:cNvSpPr/>
          <p:nvPr/>
        </p:nvSpPr>
        <p:spPr>
          <a:xfrm flipH="1" flipV="1">
            <a:off x="4429353" y="2469628"/>
            <a:ext cx="29173" cy="746161"/>
          </a:xfrm>
          <a:prstGeom prst="line">
            <a:avLst/>
          </a:prstGeom>
          <a:noFill/>
          <a:ln w="38100">
            <a:solidFill>
              <a:srgbClr val="00B800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3949293" y="232332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7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 flipV="1">
            <a:off x="4458526" y="2958092"/>
            <a:ext cx="36093" cy="257696"/>
          </a:xfrm>
          <a:prstGeom prst="line">
            <a:avLst/>
          </a:prstGeom>
          <a:noFill/>
          <a:ln w="38100">
            <a:solidFill>
              <a:srgbClr val="0000EE"/>
            </a:solidFill>
            <a:prstDash val="solid"/>
            <a:tailEnd type="triangle"/>
          </a:ln>
        </p:spPr>
      </p:sp>
      <p:sp>
        <p:nvSpPr>
          <p:cNvPr id="68" name="Text 66"/>
          <p:cNvSpPr txBox="1"/>
          <p:nvPr/>
        </p:nvSpPr>
        <p:spPr>
          <a:xfrm>
            <a:off x="4517479" y="27660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700" dirty="0"/>
          </a:p>
        </p:txBody>
      </p:sp>
      <p:sp>
        <p:nvSpPr>
          <p:cNvPr id="69" name="Shape 67"/>
          <p:cNvSpPr/>
          <p:nvPr/>
        </p:nvSpPr>
        <p:spPr>
          <a:xfrm>
            <a:off x="4399090" y="3156352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120198" y="33072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2743200" y="5806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평면에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맞춘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446520" y="2286000"/>
            <a:ext cx="502920" cy="365760"/>
          </a:xfrm>
          <a:prstGeom prst="rightArrow">
            <a:avLst/>
          </a:prstGeom>
          <a:solidFill>
            <a:srgbClr val="404040"/>
          </a:solidFill>
          <a:ln w="12700">
            <a:solidFill>
              <a:srgbClr val="40404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217920" y="2697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7086600" y="2743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l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l"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):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정면에서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229246" y="916502"/>
            <a:ext cx="4469587" cy="3059036"/>
          </a:xfrm>
          <a:prstGeom prst="rect">
            <a:avLst/>
          </a:pr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506080" y="1193336"/>
            <a:ext cx="834381" cy="1388287"/>
          </a:xfrm>
          <a:custGeom>
            <a:avLst/>
            <a:gdLst/>
            <a:ahLst/>
            <a:cxnLst/>
            <a:rect l="l" t="t" r="r" b="b"/>
            <a:pathLst>
              <a:path w="834381" h="1388287">
                <a:moveTo>
                  <a:pt x="0" y="40025"/>
                </a:moveTo>
                <a:lnTo>
                  <a:pt x="763722" y="0"/>
                </a:lnTo>
                <a:lnTo>
                  <a:pt x="834381" y="1348262"/>
                </a:lnTo>
                <a:lnTo>
                  <a:pt x="70659" y="1388287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474076" y="1201357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37798" y="1161332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308457" y="2509593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544735" y="2549618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95254" y="1759463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795254" y="17594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556432" y="1279423"/>
            <a:ext cx="1502014" cy="970038"/>
          </a:xfrm>
          <a:custGeom>
            <a:avLst/>
            <a:gdLst/>
            <a:ahLst/>
            <a:cxnLst/>
            <a:rect l="l" t="t" r="r" b="b"/>
            <a:pathLst>
              <a:path w="1502014" h="970038">
                <a:moveTo>
                  <a:pt x="32082" y="0"/>
                </a:moveTo>
                <a:lnTo>
                  <a:pt x="1502014" y="51331"/>
                </a:lnTo>
                <a:lnTo>
                  <a:pt x="1469932" y="970038"/>
                </a:lnTo>
                <a:lnTo>
                  <a:pt x="0" y="918707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556510" y="1247419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026441" y="129875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94359" y="2217457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24428" y="2166126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179423" y="1636426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9179423" y="16364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0576399" y="1246185"/>
            <a:ext cx="845601" cy="1344108"/>
          </a:xfrm>
          <a:custGeom>
            <a:avLst/>
            <a:gdLst/>
            <a:ahLst/>
            <a:cxnLst/>
            <a:rect l="l" t="t" r="r" b="b"/>
            <a:pathLst>
              <a:path w="845601" h="1344108">
                <a:moveTo>
                  <a:pt x="0" y="64184"/>
                </a:moveTo>
                <a:lnTo>
                  <a:pt x="733622" y="0"/>
                </a:lnTo>
                <a:lnTo>
                  <a:pt x="845601" y="1279924"/>
                </a:lnTo>
                <a:lnTo>
                  <a:pt x="111979" y="1344108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44395" y="1278364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278017" y="121418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389996" y="2494104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656374" y="2558288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871183" y="1790222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10871183" y="179022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271530" y="2799743"/>
            <a:ext cx="1272076" cy="820772"/>
          </a:xfrm>
          <a:custGeom>
            <a:avLst/>
            <a:gdLst/>
            <a:ahLst/>
            <a:cxnLst/>
            <a:rect l="l" t="t" r="r" b="b"/>
            <a:pathLst>
              <a:path w="1272076" h="820772">
                <a:moveTo>
                  <a:pt x="0" y="85356"/>
                </a:moveTo>
                <a:lnTo>
                  <a:pt x="1220651" y="0"/>
                </a:lnTo>
                <a:lnTo>
                  <a:pt x="1272076" y="735415"/>
                </a:lnTo>
                <a:lnTo>
                  <a:pt x="51425" y="820772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239526" y="2853095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60176" y="2767739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511602" y="3503154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90951" y="358851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779552" y="3082112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779552" y="30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0332412" y="2598516"/>
            <a:ext cx="718389" cy="1100189"/>
          </a:xfrm>
          <a:custGeom>
            <a:avLst/>
            <a:gdLst/>
            <a:ahLst/>
            <a:cxnLst/>
            <a:rect l="l" t="t" r="r" b="b"/>
            <a:pathLst>
              <a:path w="718389" h="1100189">
                <a:moveTo>
                  <a:pt x="108902" y="0"/>
                </a:moveTo>
                <a:lnTo>
                  <a:pt x="718389" y="64060"/>
                </a:lnTo>
                <a:lnTo>
                  <a:pt x="609488" y="1100189"/>
                </a:lnTo>
                <a:lnTo>
                  <a:pt x="0" y="1036129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409309" y="2566512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018797" y="2630571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909896" y="366670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300408" y="3602640"/>
            <a:ext cx="64008" cy="64008"/>
          </a:xfrm>
          <a:prstGeom prst="ellipse">
            <a:avLst/>
          </a:prstGeom>
          <a:solidFill>
            <a:srgbClr val="40404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563591" y="3020594"/>
            <a:ext cx="256032" cy="25603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0563591" y="30205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7210958" y="3993826"/>
            <a:ext cx="822960" cy="0"/>
          </a:xfrm>
          <a:prstGeom prst="line">
            <a:avLst/>
          </a:prstGeom>
          <a:noFill/>
          <a:ln w="31750">
            <a:solidFill>
              <a:srgbClr val="EE0000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 flipV="1">
            <a:off x="7210958" y="3170866"/>
            <a:ext cx="0" cy="822960"/>
          </a:xfrm>
          <a:prstGeom prst="line">
            <a:avLst/>
          </a:prstGeom>
          <a:noFill/>
          <a:ln w="31750">
            <a:solidFill>
              <a:srgbClr val="00B800"/>
            </a:solidFill>
            <a:prstDash val="solid"/>
            <a:tailEnd type="triangle"/>
          </a:ln>
        </p:spPr>
      </p:sp>
      <p:sp>
        <p:nvSpPr>
          <p:cNvPr id="113" name="Text 111"/>
          <p:cNvSpPr txBox="1"/>
          <p:nvPr/>
        </p:nvSpPr>
        <p:spPr>
          <a:xfrm>
            <a:off x="8033918" y="38749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500" dirty="0"/>
          </a:p>
        </p:txBody>
      </p:sp>
      <p:sp>
        <p:nvSpPr>
          <p:cNvPr id="114" name="Text 112"/>
          <p:cNvSpPr txBox="1"/>
          <p:nvPr/>
        </p:nvSpPr>
        <p:spPr>
          <a:xfrm>
            <a:off x="7055510" y="28965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500" dirty="0"/>
          </a:p>
        </p:txBody>
      </p:sp>
      <p:sp>
        <p:nvSpPr>
          <p:cNvPr id="115" name="Shape 113"/>
          <p:cNvSpPr/>
          <p:nvPr/>
        </p:nvSpPr>
        <p:spPr>
          <a:xfrm>
            <a:off x="7165238" y="3948106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086600" y="4343400"/>
            <a:ext cx="4754880" cy="169164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7251192" y="4453128"/>
            <a:ext cx="44256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Σ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[ </a:t>
            </a:r>
            <a:pPr algn="l"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(</a:t>
            </a:r>
            <a:pPr algn="l"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]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‖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 ,  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(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 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 </a:t>
            </a:r>
            <a:pPr algn="l" indent="0" marL="0">
              <a:spcAft>
                <a:spcPts val="400"/>
              </a:spcAft>
              <a:buNone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l" indent="0" marL="0">
              <a:spcAft>
                <a:spcPts val="400"/>
              </a:spcAft>
              <a:buNone/>
            </a:pPr>
            <a:r>
              <a:rPr lang="en-US" sz="135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35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l" indent="0" marL="0">
              <a:spcAft>
                <a:spcPts val="400"/>
              </a:spcAft>
              <a:buNone/>
            </a:pPr>
            <a:r>
              <a:rPr lang="en-US" sz="135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</a:t>
            </a:r>
            <a:pPr algn="l" indent="0" marL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성분이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제거되어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디바이스가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평면에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정렬되고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간격을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가진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직사각형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배치로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</a:t>
            </a:r>
            <a:endParaRPr lang="en-US" sz="1400" dirty="0"/>
          </a:p>
        </p:txBody>
      </p:sp>
      <p:sp>
        <p:nvSpPr>
          <p:cNvPr id="118" name="Text 116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평면에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디바이스를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맞추고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좌표로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변환하여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정면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배치로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복원한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3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공통 평면 정렬</dc:title>
  <dc:subject>PptxGenJS Presentation</dc:subject>
  <dc:creator>PptxGenJS</dc:creator>
  <cp:lastModifiedBy>PptxGenJS</cp:lastModifiedBy>
  <cp:revision>1</cp:revision>
  <dcterms:created xsi:type="dcterms:W3CDTF">2026-09-30T06:50:01Z</dcterms:created>
  <dcterms:modified xsi:type="dcterms:W3CDTF">2026-09-30T06:50:01Z</dcterms:modified>
</cp:coreProperties>
</file>