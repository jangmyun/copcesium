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819" y="1303705"/>
            <a:ext cx="5760221" cy="3559316"/>
          </a:xfrm>
          <a:custGeom>
            <a:avLst/>
            <a:gdLst/>
            <a:ahLst/>
            <a:cxnLst/>
            <a:rect l="l" t="t" r="r" b="b"/>
            <a:pathLst>
              <a:path w="5760221" h="3559316">
                <a:moveTo>
                  <a:pt x="0" y="92891"/>
                </a:moveTo>
                <a:lnTo>
                  <a:pt x="4786971" y="0"/>
                </a:lnTo>
                <a:lnTo>
                  <a:pt x="5760221" y="3466425"/>
                </a:lnTo>
                <a:lnTo>
                  <a:pt x="973251" y="3559316"/>
                </a:lnTo>
                <a:close/>
              </a:path>
            </a:pathLst>
          </a:cu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1355" y="1814445"/>
            <a:ext cx="1756375" cy="1918968"/>
          </a:xfrm>
          <a:custGeom>
            <a:avLst/>
            <a:gdLst/>
            <a:ahLst/>
            <a:cxnLst/>
            <a:rect l="l" t="t" r="r" b="b"/>
            <a:pathLst>
              <a:path w="1756375" h="1918968">
                <a:moveTo>
                  <a:pt x="0" y="94848"/>
                </a:moveTo>
                <a:lnTo>
                  <a:pt x="1105665" y="0"/>
                </a:lnTo>
                <a:lnTo>
                  <a:pt x="1756375" y="1824120"/>
                </a:lnTo>
                <a:lnTo>
                  <a:pt x="650710" y="191896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69351" y="1877290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75016" y="1782441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25727" y="3606561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20061" y="3701410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2563" y="1739882"/>
            <a:ext cx="2012523" cy="1064842"/>
          </a:xfrm>
          <a:custGeom>
            <a:avLst/>
            <a:gdLst/>
            <a:ahLst/>
            <a:cxnLst/>
            <a:rect l="l" t="t" r="r" b="b"/>
            <a:pathLst>
              <a:path w="2012523" h="1064842">
                <a:moveTo>
                  <a:pt x="0" y="0"/>
                </a:moveTo>
                <a:lnTo>
                  <a:pt x="1785530" y="51390"/>
                </a:lnTo>
                <a:lnTo>
                  <a:pt x="2012523" y="1064842"/>
                </a:lnTo>
                <a:lnTo>
                  <a:pt x="226994" y="1013452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0559" y="1707878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56088" y="1759268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83082" y="2772720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52" y="2721330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230" y="3138976"/>
            <a:ext cx="1177209" cy="1266929"/>
          </a:xfrm>
          <a:custGeom>
            <a:avLst/>
            <a:gdLst/>
            <a:ahLst/>
            <a:cxnLst/>
            <a:rect l="l" t="t" r="r" b="b"/>
            <a:pathLst>
              <a:path w="1177209" h="1266929">
                <a:moveTo>
                  <a:pt x="0" y="104580"/>
                </a:moveTo>
                <a:lnTo>
                  <a:pt x="673146" y="0"/>
                </a:lnTo>
                <a:lnTo>
                  <a:pt x="1177209" y="1162349"/>
                </a:lnTo>
                <a:lnTo>
                  <a:pt x="504063" y="1266929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2226" y="3211552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5372" y="3106972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9435" y="4269321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6288" y="4373901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71229" y="49544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</a:t>
            </a:r>
            <a:pPr algn="l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26408" y="4106149"/>
            <a:ext cx="262770" cy="485560"/>
          </a:xfrm>
          <a:custGeom>
            <a:avLst/>
            <a:gdLst/>
            <a:ahLst/>
            <a:cxnLst/>
            <a:rect l="l" t="t" r="r" b="b"/>
            <a:pathLst>
              <a:path w="262770" h="485560">
                <a:moveTo>
                  <a:pt x="0" y="388789"/>
                </a:moveTo>
                <a:lnTo>
                  <a:pt x="262770" y="485560"/>
                </a:lnTo>
                <a:lnTo>
                  <a:pt x="262770" y="96771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9178" y="3961840"/>
            <a:ext cx="548821" cy="731839"/>
          </a:xfrm>
          <a:custGeom>
            <a:avLst/>
            <a:gdLst/>
            <a:ahLst/>
            <a:cxnLst/>
            <a:rect l="l" t="t" r="r" b="b"/>
            <a:pathLst>
              <a:path w="548821" h="731839">
                <a:moveTo>
                  <a:pt x="0" y="629869"/>
                </a:moveTo>
                <a:lnTo>
                  <a:pt x="0" y="241079"/>
                </a:lnTo>
                <a:lnTo>
                  <a:pt x="548821" y="0"/>
                </a:lnTo>
                <a:lnTo>
                  <a:pt x="548821" y="731839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6408" y="3779683"/>
            <a:ext cx="811591" cy="423236"/>
          </a:xfrm>
          <a:custGeom>
            <a:avLst/>
            <a:gdLst/>
            <a:ahLst/>
            <a:cxnLst/>
            <a:rect l="l" t="t" r="r" b="b"/>
            <a:pathLst>
              <a:path w="811591" h="423236">
                <a:moveTo>
                  <a:pt x="262770" y="423236"/>
                </a:moveTo>
                <a:lnTo>
                  <a:pt x="0" y="326465"/>
                </a:lnTo>
                <a:lnTo>
                  <a:pt x="316965" y="0"/>
                </a:lnTo>
                <a:lnTo>
                  <a:pt x="811591" y="182157"/>
                </a:lnTo>
                <a:close/>
              </a:path>
            </a:pathLst>
          </a:custGeom>
          <a:solidFill>
            <a:srgbClr val="8B8B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36" y="4102550"/>
            <a:ext cx="1013155" cy="994546"/>
          </a:xfrm>
          <a:custGeom>
            <a:avLst/>
            <a:gdLst/>
            <a:ahLst/>
            <a:cxnLst/>
            <a:rect l="l" t="t" r="r" b="b"/>
            <a:pathLst>
              <a:path w="1013155" h="994546">
                <a:moveTo>
                  <a:pt x="0" y="994546"/>
                </a:moveTo>
                <a:lnTo>
                  <a:pt x="0" y="262707"/>
                </a:lnTo>
                <a:lnTo>
                  <a:pt x="1013155" y="0"/>
                </a:lnTo>
                <a:lnTo>
                  <a:pt x="1013155" y="731839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63469"/>
            <a:ext cx="1662351" cy="501788"/>
          </a:xfrm>
          <a:custGeom>
            <a:avLst/>
            <a:gdLst/>
            <a:ahLst/>
            <a:cxnLst/>
            <a:rect l="l" t="t" r="r" b="b"/>
            <a:pathLst>
              <a:path w="1662351" h="501788">
                <a:moveTo>
                  <a:pt x="0" y="262707"/>
                </a:moveTo>
                <a:lnTo>
                  <a:pt x="1013155" y="0"/>
                </a:lnTo>
                <a:lnTo>
                  <a:pt x="1662351" y="239081"/>
                </a:lnTo>
                <a:lnTo>
                  <a:pt x="649196" y="50178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126176"/>
            <a:ext cx="649196" cy="970919"/>
          </a:xfrm>
          <a:custGeom>
            <a:avLst/>
            <a:gdLst/>
            <a:ahLst/>
            <a:cxnLst/>
            <a:rect l="l" t="t" r="r" b="b"/>
            <a:pathLst>
              <a:path w="649196" h="970919">
                <a:moveTo>
                  <a:pt x="0" y="731839"/>
                </a:moveTo>
                <a:lnTo>
                  <a:pt x="0" y="0"/>
                </a:lnTo>
                <a:lnTo>
                  <a:pt x="649196" y="239081"/>
                </a:lnTo>
                <a:lnTo>
                  <a:pt x="649196" y="970919"/>
                </a:lnTo>
                <a:close/>
              </a:path>
            </a:pathLst>
          </a:custGeom>
          <a:solidFill>
            <a:srgbClr val="A1A1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90686" y="4236681"/>
            <a:ext cx="847645" cy="312164"/>
          </a:xfrm>
          <a:prstGeom prst="line">
            <a:avLst/>
          </a:prstGeom>
          <a:noFill/>
          <a:ln w="3810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824031" y="4658573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 flipV="1">
            <a:off x="2090686" y="3166957"/>
            <a:ext cx="0" cy="1069724"/>
          </a:xfrm>
          <a:prstGeom prst="line">
            <a:avLst/>
          </a:prstGeom>
          <a:noFill/>
          <a:ln w="38100">
            <a:solidFill>
              <a:srgbClr val="00B80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610626" y="3020653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 flipV="1">
            <a:off x="2090686" y="3943929"/>
            <a:ext cx="1129029" cy="292753"/>
          </a:xfrm>
          <a:prstGeom prst="line">
            <a:avLst/>
          </a:prstGeom>
          <a:noFill/>
          <a:ln w="38100">
            <a:solidFill>
              <a:srgbClr val="0000EE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968255" y="4071945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044966" y="419096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3326" y="5288241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710400" y="2939558"/>
            <a:ext cx="997229" cy="367252"/>
          </a:xfrm>
          <a:prstGeom prst="line">
            <a:avLst/>
          </a:prstGeom>
          <a:noFill/>
          <a:ln w="28575">
            <a:solidFill>
              <a:srgbClr val="E06666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730489" y="3206225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 flipV="1">
            <a:off x="5710400" y="1464076"/>
            <a:ext cx="0" cy="1475481"/>
          </a:xfrm>
          <a:prstGeom prst="line">
            <a:avLst/>
          </a:prstGeom>
          <a:noFill/>
          <a:ln w="28575">
            <a:solidFill>
              <a:srgbClr val="6AA84F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248628" y="13177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 flipV="1">
            <a:off x="5710400" y="2631397"/>
            <a:ext cx="1188451" cy="308161"/>
          </a:xfrm>
          <a:prstGeom prst="line">
            <a:avLst/>
          </a:prstGeom>
          <a:noFill/>
          <a:ln w="28575">
            <a:solidFill>
              <a:srgbClr val="6FA8DC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784552" y="2256493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 flipV="1">
            <a:off x="6707629" y="2915380"/>
            <a:ext cx="248731" cy="391429"/>
          </a:xfrm>
          <a:prstGeom prst="line">
            <a:avLst/>
          </a:prstGeom>
          <a:noFill/>
          <a:ln w="12700">
            <a:solidFill>
              <a:srgbClr val="404040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6919785" y="287880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710400" y="2022415"/>
            <a:ext cx="582792" cy="917142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178893" y="1647511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054778" y="2397610"/>
            <a:ext cx="30292" cy="1639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5070" y="2414004"/>
            <a:ext cx="30386" cy="1732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15456" y="2431327"/>
            <a:ext cx="30358" cy="182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45813" y="2449555"/>
            <a:ext cx="30202" cy="190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6015" y="2468651"/>
            <a:ext cx="29915" cy="19917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05930" y="2488568"/>
            <a:ext cx="29497" cy="20679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35428" y="2509247"/>
            <a:ext cx="28949" cy="2137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64376" y="2530619"/>
            <a:ext cx="28275" cy="2198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92652" y="2552604"/>
            <a:ext cx="27484" cy="22511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0135" y="2575115"/>
            <a:ext cx="26583" cy="2294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46718" y="2598059"/>
            <a:ext cx="25586" cy="2327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72305" y="2621337"/>
            <a:ext cx="24506" cy="235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96811" y="2644849"/>
            <a:ext cx="23357" cy="2364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20168" y="2668494"/>
            <a:ext cx="22155" cy="23679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2324" y="2692173"/>
            <a:ext cx="20916" cy="23617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63240" y="2715789"/>
            <a:ext cx="19654" cy="2346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320084" y="23422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646392" y="287555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90360" y="30309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8503920" y="1828800"/>
            <a:ext cx="3429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686800" y="1938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좌표축과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평면의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8686800" y="2331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5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5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5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좌표축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단위벡터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 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법선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(−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−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1)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‖(−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−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1)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≠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≠ 0 , 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≠ 0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축은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위의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방향이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아님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좌표계와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평면이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정렬되지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않은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819" y="1303705"/>
            <a:ext cx="5760221" cy="3559316"/>
          </a:xfrm>
          <a:custGeom>
            <a:avLst/>
            <a:gdLst/>
            <a:ahLst/>
            <a:cxnLst/>
            <a:rect l="l" t="t" r="r" b="b"/>
            <a:pathLst>
              <a:path w="5760221" h="3559316">
                <a:moveTo>
                  <a:pt x="0" y="92891"/>
                </a:moveTo>
                <a:lnTo>
                  <a:pt x="4786971" y="0"/>
                </a:lnTo>
                <a:lnTo>
                  <a:pt x="5760221" y="3466425"/>
                </a:lnTo>
                <a:lnTo>
                  <a:pt x="973251" y="3559316"/>
                </a:lnTo>
                <a:close/>
              </a:path>
            </a:pathLst>
          </a:cu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1355" y="1814445"/>
            <a:ext cx="1756375" cy="1918968"/>
          </a:xfrm>
          <a:custGeom>
            <a:avLst/>
            <a:gdLst/>
            <a:ahLst/>
            <a:cxnLst/>
            <a:rect l="l" t="t" r="r" b="b"/>
            <a:pathLst>
              <a:path w="1756375" h="1918968">
                <a:moveTo>
                  <a:pt x="0" y="94848"/>
                </a:moveTo>
                <a:lnTo>
                  <a:pt x="1105665" y="0"/>
                </a:lnTo>
                <a:lnTo>
                  <a:pt x="1756375" y="1824120"/>
                </a:lnTo>
                <a:lnTo>
                  <a:pt x="650710" y="191896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69351" y="1877290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75016" y="1782441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25727" y="3606561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20061" y="3701410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2563" y="1739882"/>
            <a:ext cx="2012523" cy="1064842"/>
          </a:xfrm>
          <a:custGeom>
            <a:avLst/>
            <a:gdLst/>
            <a:ahLst/>
            <a:cxnLst/>
            <a:rect l="l" t="t" r="r" b="b"/>
            <a:pathLst>
              <a:path w="2012523" h="1064842">
                <a:moveTo>
                  <a:pt x="0" y="0"/>
                </a:moveTo>
                <a:lnTo>
                  <a:pt x="1785530" y="51390"/>
                </a:lnTo>
                <a:lnTo>
                  <a:pt x="2012523" y="1064842"/>
                </a:lnTo>
                <a:lnTo>
                  <a:pt x="226994" y="1013452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0559" y="1707878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56088" y="1759268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83082" y="2772720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52" y="2721330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230" y="3138976"/>
            <a:ext cx="1177209" cy="1266929"/>
          </a:xfrm>
          <a:custGeom>
            <a:avLst/>
            <a:gdLst/>
            <a:ahLst/>
            <a:cxnLst/>
            <a:rect l="l" t="t" r="r" b="b"/>
            <a:pathLst>
              <a:path w="1177209" h="1266929">
                <a:moveTo>
                  <a:pt x="0" y="104580"/>
                </a:moveTo>
                <a:lnTo>
                  <a:pt x="673146" y="0"/>
                </a:lnTo>
                <a:lnTo>
                  <a:pt x="1177209" y="1162349"/>
                </a:lnTo>
                <a:lnTo>
                  <a:pt x="504063" y="1266929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2226" y="3211552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5372" y="3106972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9435" y="4269321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6288" y="4373901"/>
            <a:ext cx="64008" cy="64008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71229" y="49544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</a:t>
            </a:r>
            <a:pPr algn="l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26408" y="4106149"/>
            <a:ext cx="262770" cy="485560"/>
          </a:xfrm>
          <a:custGeom>
            <a:avLst/>
            <a:gdLst/>
            <a:ahLst/>
            <a:cxnLst/>
            <a:rect l="l" t="t" r="r" b="b"/>
            <a:pathLst>
              <a:path w="262770" h="485560">
                <a:moveTo>
                  <a:pt x="0" y="388789"/>
                </a:moveTo>
                <a:lnTo>
                  <a:pt x="262770" y="485560"/>
                </a:lnTo>
                <a:lnTo>
                  <a:pt x="262770" y="96771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9178" y="3961840"/>
            <a:ext cx="548821" cy="731839"/>
          </a:xfrm>
          <a:custGeom>
            <a:avLst/>
            <a:gdLst/>
            <a:ahLst/>
            <a:cxnLst/>
            <a:rect l="l" t="t" r="r" b="b"/>
            <a:pathLst>
              <a:path w="548821" h="731839">
                <a:moveTo>
                  <a:pt x="0" y="629869"/>
                </a:moveTo>
                <a:lnTo>
                  <a:pt x="0" y="241079"/>
                </a:lnTo>
                <a:lnTo>
                  <a:pt x="548821" y="0"/>
                </a:lnTo>
                <a:lnTo>
                  <a:pt x="548821" y="731839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6408" y="3779683"/>
            <a:ext cx="811591" cy="423236"/>
          </a:xfrm>
          <a:custGeom>
            <a:avLst/>
            <a:gdLst/>
            <a:ahLst/>
            <a:cxnLst/>
            <a:rect l="l" t="t" r="r" b="b"/>
            <a:pathLst>
              <a:path w="811591" h="423236">
                <a:moveTo>
                  <a:pt x="262770" y="423236"/>
                </a:moveTo>
                <a:lnTo>
                  <a:pt x="0" y="326465"/>
                </a:lnTo>
                <a:lnTo>
                  <a:pt x="316965" y="0"/>
                </a:lnTo>
                <a:lnTo>
                  <a:pt x="811591" y="182157"/>
                </a:lnTo>
                <a:close/>
              </a:path>
            </a:pathLst>
          </a:custGeom>
          <a:solidFill>
            <a:srgbClr val="8B8B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36" y="4102550"/>
            <a:ext cx="1013155" cy="994546"/>
          </a:xfrm>
          <a:custGeom>
            <a:avLst/>
            <a:gdLst/>
            <a:ahLst/>
            <a:cxnLst/>
            <a:rect l="l" t="t" r="r" b="b"/>
            <a:pathLst>
              <a:path w="1013155" h="994546">
                <a:moveTo>
                  <a:pt x="0" y="994546"/>
                </a:moveTo>
                <a:lnTo>
                  <a:pt x="0" y="262707"/>
                </a:lnTo>
                <a:lnTo>
                  <a:pt x="1013155" y="0"/>
                </a:lnTo>
                <a:lnTo>
                  <a:pt x="1013155" y="731839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63469"/>
            <a:ext cx="1662351" cy="501788"/>
          </a:xfrm>
          <a:custGeom>
            <a:avLst/>
            <a:gdLst/>
            <a:ahLst/>
            <a:cxnLst/>
            <a:rect l="l" t="t" r="r" b="b"/>
            <a:pathLst>
              <a:path w="1662351" h="501788">
                <a:moveTo>
                  <a:pt x="0" y="262707"/>
                </a:moveTo>
                <a:lnTo>
                  <a:pt x="1013155" y="0"/>
                </a:lnTo>
                <a:lnTo>
                  <a:pt x="1662351" y="239081"/>
                </a:lnTo>
                <a:lnTo>
                  <a:pt x="649196" y="50178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126176"/>
            <a:ext cx="649196" cy="970919"/>
          </a:xfrm>
          <a:custGeom>
            <a:avLst/>
            <a:gdLst/>
            <a:ahLst/>
            <a:cxnLst/>
            <a:rect l="l" t="t" r="r" b="b"/>
            <a:pathLst>
              <a:path w="649196" h="970919">
                <a:moveTo>
                  <a:pt x="0" y="731839"/>
                </a:moveTo>
                <a:lnTo>
                  <a:pt x="0" y="0"/>
                </a:lnTo>
                <a:lnTo>
                  <a:pt x="649196" y="239081"/>
                </a:lnTo>
                <a:lnTo>
                  <a:pt x="649196" y="970919"/>
                </a:lnTo>
                <a:close/>
              </a:path>
            </a:pathLst>
          </a:custGeom>
          <a:solidFill>
            <a:srgbClr val="A1A1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90686" y="4236681"/>
            <a:ext cx="847645" cy="312164"/>
          </a:xfrm>
          <a:prstGeom prst="line">
            <a:avLst/>
          </a:prstGeom>
          <a:noFill/>
          <a:ln w="3810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824031" y="4658573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 flipV="1">
            <a:off x="2090686" y="3166957"/>
            <a:ext cx="0" cy="1069724"/>
          </a:xfrm>
          <a:prstGeom prst="line">
            <a:avLst/>
          </a:prstGeom>
          <a:noFill/>
          <a:ln w="38100">
            <a:solidFill>
              <a:srgbClr val="00B80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610626" y="3020653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 flipV="1">
            <a:off x="2090686" y="3943929"/>
            <a:ext cx="1129029" cy="292753"/>
          </a:xfrm>
          <a:prstGeom prst="line">
            <a:avLst/>
          </a:prstGeom>
          <a:noFill/>
          <a:ln w="38100">
            <a:solidFill>
              <a:srgbClr val="0000EE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968255" y="4071945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044966" y="419096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3326" y="5288241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 flipV="1">
            <a:off x="3008748" y="2899092"/>
            <a:ext cx="4786971" cy="92891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 flipH="1" flipV="1">
            <a:off x="5262471" y="1344170"/>
            <a:ext cx="973251" cy="3466425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 flipH="1" flipV="1">
            <a:off x="4766616" y="2957872"/>
            <a:ext cx="191115" cy="68069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flipV="1">
            <a:off x="4957731" y="3620251"/>
            <a:ext cx="943785" cy="18314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725468" y="2916724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60367" y="3579103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4711528" y="2743352"/>
            <a:ext cx="943785" cy="183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876873" y="2419143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498730" y="2943665"/>
            <a:ext cx="191115" cy="68069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5074711" y="3152055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889151" y="3569985"/>
            <a:ext cx="137160" cy="1371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34771" y="3757437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6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10400" y="2939558"/>
            <a:ext cx="1396120" cy="514152"/>
          </a:xfrm>
          <a:prstGeom prst="line">
            <a:avLst/>
          </a:prstGeom>
          <a:noFill/>
          <a:ln w="25400">
            <a:solidFill>
              <a:srgbClr val="E06666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7106521" y="2905709"/>
            <a:ext cx="348224" cy="548001"/>
          </a:xfrm>
          <a:prstGeom prst="line">
            <a:avLst/>
          </a:prstGeom>
          <a:noFill/>
          <a:ln w="15875">
            <a:solidFill>
              <a:srgbClr val="404040"/>
            </a:solidFill>
            <a:prstDash val="sysDot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7156813" y="326168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7372073" y="308826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−(</a:t>
            </a:r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 flipV="1">
            <a:off x="5710400" y="2912175"/>
            <a:ext cx="1411137" cy="27383"/>
          </a:xfrm>
          <a:prstGeom prst="line">
            <a:avLst/>
          </a:prstGeom>
          <a:noFill/>
          <a:ln w="41275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7025526" y="2500695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900" dirty="0"/>
          </a:p>
        </p:txBody>
      </p:sp>
      <p:sp>
        <p:nvSpPr>
          <p:cNvPr id="51" name="Shape 49"/>
          <p:cNvSpPr/>
          <p:nvPr/>
        </p:nvSpPr>
        <p:spPr>
          <a:xfrm flipH="1" flipV="1">
            <a:off x="5379874" y="1762322"/>
            <a:ext cx="330526" cy="1177235"/>
          </a:xfrm>
          <a:prstGeom prst="line">
            <a:avLst/>
          </a:prstGeom>
          <a:noFill/>
          <a:ln w="41275">
            <a:solidFill>
              <a:srgbClr val="00B800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4899814" y="160687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900" dirty="0"/>
          </a:p>
        </p:txBody>
      </p:sp>
      <p:sp>
        <p:nvSpPr>
          <p:cNvPr id="53" name="Shape 51"/>
          <p:cNvSpPr/>
          <p:nvPr/>
        </p:nvSpPr>
        <p:spPr>
          <a:xfrm flipV="1">
            <a:off x="5710400" y="2064104"/>
            <a:ext cx="556302" cy="875454"/>
          </a:xfrm>
          <a:prstGeom prst="line">
            <a:avLst/>
          </a:prstGeom>
          <a:noFill/>
          <a:ln w="41275">
            <a:solidFill>
              <a:srgbClr val="0000EE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6243842" y="177149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5658985" y="2752599"/>
            <a:ext cx="248974" cy="186959"/>
          </a:xfrm>
          <a:custGeom>
            <a:avLst/>
            <a:gdLst/>
            <a:ahLst/>
            <a:cxnLst/>
            <a:rect l="l" t="t" r="r" b="b"/>
            <a:pathLst>
              <a:path w="248974" h="186959">
                <a:moveTo>
                  <a:pt x="51415" y="186959"/>
                </a:moveTo>
                <a:lnTo>
                  <a:pt x="248974" y="183125"/>
                </a:lnTo>
                <a:lnTo>
                  <a:pt x="197559" y="0"/>
                </a:lnTo>
                <a:lnTo>
                  <a:pt x="0" y="3834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46392" y="287555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756120" y="30584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8503920" y="1920240"/>
            <a:ext cx="342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686800" y="20299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기준축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l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buNone/>
            </a:pPr>
            <a:r>
              <a:rPr lang="en-US" sz="1400" b="1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buNone/>
            </a:pPr>
            <a:r>
              <a:rPr lang="en-US" sz="1400" b="1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8686800" y="24231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(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‖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 ,  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(1/</a:t>
            </a:r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Σ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5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5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기준축으로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정렬한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평면 정렬</dc:title>
  <dc:subject>PptxGenJS Presentation</dc:subject>
  <dc:creator>PptxGenJS</dc:creator>
  <cp:lastModifiedBy>PptxGenJS</cp:lastModifiedBy>
  <cp:revision>1</cp:revision>
  <dcterms:created xsi:type="dcterms:W3CDTF">2026-09-30T06:14:15Z</dcterms:created>
  <dcterms:modified xsi:type="dcterms:W3CDTF">2026-09-30T06:14:15Z</dcterms:modified>
</cp:coreProperties>
</file>