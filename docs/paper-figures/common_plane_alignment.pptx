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62065" y="1686958"/>
            <a:ext cx="4047495" cy="2995378"/>
          </a:xfrm>
          <a:custGeom>
            <a:avLst/>
            <a:gdLst/>
            <a:ahLst/>
            <a:cxnLst/>
            <a:rect l="l" t="t" r="r" b="b"/>
            <a:pathLst>
              <a:path w="4047495" h="2995378">
                <a:moveTo>
                  <a:pt x="0" y="0"/>
                </a:moveTo>
                <a:lnTo>
                  <a:pt x="3634833" y="157909"/>
                </a:lnTo>
                <a:lnTo>
                  <a:pt x="4047495" y="2995378"/>
                </a:lnTo>
                <a:lnTo>
                  <a:pt x="647676" y="2481942"/>
                </a:lnTo>
                <a:close/>
              </a:path>
            </a:pathLst>
          </a:cu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53438" y="2077856"/>
            <a:ext cx="1242437" cy="1440685"/>
          </a:xfrm>
          <a:custGeom>
            <a:avLst/>
            <a:gdLst/>
            <a:ahLst/>
            <a:cxnLst/>
            <a:rect l="l" t="t" r="r" b="b"/>
            <a:pathLst>
              <a:path w="1242437" h="1440685">
                <a:moveTo>
                  <a:pt x="0" y="9969"/>
                </a:moveTo>
                <a:lnTo>
                  <a:pt x="819136" y="0"/>
                </a:lnTo>
                <a:lnTo>
                  <a:pt x="1242437" y="1440685"/>
                </a:lnTo>
                <a:lnTo>
                  <a:pt x="441384" y="139843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21434" y="2055820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40570" y="2045852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63870" y="3486537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2818" y="3444285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74171" y="2062869"/>
            <a:ext cx="1586148" cy="1034298"/>
          </a:xfrm>
          <a:custGeom>
            <a:avLst/>
            <a:gdLst/>
            <a:ahLst/>
            <a:cxnLst/>
            <a:rect l="l" t="t" r="r" b="b"/>
            <a:pathLst>
              <a:path w="1586148" h="1034298">
                <a:moveTo>
                  <a:pt x="0" y="0"/>
                </a:moveTo>
                <a:lnTo>
                  <a:pt x="1497943" y="158517"/>
                </a:lnTo>
                <a:lnTo>
                  <a:pt x="1586148" y="1034298"/>
                </a:lnTo>
                <a:lnTo>
                  <a:pt x="126711" y="832694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42167" y="2030865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40110" y="2189382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8315" y="3065163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8877" y="2863559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6100" y="3298557"/>
            <a:ext cx="887027" cy="954287"/>
          </a:xfrm>
          <a:custGeom>
            <a:avLst/>
            <a:gdLst/>
            <a:ahLst/>
            <a:cxnLst/>
            <a:rect l="l" t="t" r="r" b="b"/>
            <a:pathLst>
              <a:path w="887027" h="954287">
                <a:moveTo>
                  <a:pt x="0" y="13545"/>
                </a:moveTo>
                <a:lnTo>
                  <a:pt x="577481" y="0"/>
                </a:lnTo>
                <a:lnTo>
                  <a:pt x="887027" y="954287"/>
                </a:lnTo>
                <a:lnTo>
                  <a:pt x="316255" y="94342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4096" y="3280098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01577" y="3266553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11123" y="4220839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0351" y="4209974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83480" y="4773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</a:t>
            </a:r>
            <a:pPr algn="r" indent="0" marL="0">
              <a:buNone/>
            </a:pPr>
            <a:r>
              <a:rPr lang="en-US" sz="13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r" indent="0" marL="0">
              <a:buNone/>
            </a:pPr>
            <a:r>
              <a:rPr lang="en-US" sz="13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r" indent="0" marL="0">
              <a:buNone/>
            </a:pPr>
            <a:r>
              <a:rPr lang="en-US" sz="13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r" indent="0" marL="0">
              <a:buNone/>
            </a:pPr>
            <a:r>
              <a:rPr lang="en-US" sz="13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09357" y="3725039"/>
            <a:ext cx="223709" cy="415328"/>
          </a:xfrm>
          <a:custGeom>
            <a:avLst/>
            <a:gdLst/>
            <a:ahLst/>
            <a:cxnLst/>
            <a:rect l="l" t="t" r="r" b="b"/>
            <a:pathLst>
              <a:path w="223709" h="415328">
                <a:moveTo>
                  <a:pt x="2726" y="337020"/>
                </a:moveTo>
                <a:lnTo>
                  <a:pt x="223709" y="415328"/>
                </a:lnTo>
                <a:lnTo>
                  <a:pt x="222208" y="73598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31565" y="3595027"/>
            <a:ext cx="477817" cy="636872"/>
          </a:xfrm>
          <a:custGeom>
            <a:avLst/>
            <a:gdLst/>
            <a:ahLst/>
            <a:cxnLst/>
            <a:rect l="l" t="t" r="r" b="b"/>
            <a:pathLst>
              <a:path w="477817" h="636872">
                <a:moveTo>
                  <a:pt x="1501" y="545340"/>
                </a:moveTo>
                <a:lnTo>
                  <a:pt x="0" y="203610"/>
                </a:lnTo>
                <a:lnTo>
                  <a:pt x="477817" y="0"/>
                </a:lnTo>
                <a:lnTo>
                  <a:pt x="475549" y="636872"/>
                </a:lnTo>
                <a:close/>
              </a:path>
            </a:pathLst>
          </a:custGeom>
          <a:solidFill>
            <a:srgbClr val="616161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09357" y="3465082"/>
            <a:ext cx="700025" cy="333555"/>
          </a:xfrm>
          <a:custGeom>
            <a:avLst/>
            <a:gdLst/>
            <a:ahLst/>
            <a:cxnLst/>
            <a:rect l="l" t="t" r="r" b="b"/>
            <a:pathLst>
              <a:path w="700025" h="333555">
                <a:moveTo>
                  <a:pt x="222208" y="333555"/>
                </a:moveTo>
                <a:lnTo>
                  <a:pt x="0" y="259957"/>
                </a:lnTo>
                <a:lnTo>
                  <a:pt x="277341" y="0"/>
                </a:lnTo>
                <a:lnTo>
                  <a:pt x="700025" y="129945"/>
                </a:lnTo>
                <a:close/>
              </a:path>
            </a:pathLst>
          </a:custGeom>
          <a:solidFill>
            <a:srgbClr val="8B8B8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7575" y="3700603"/>
            <a:ext cx="942561" cy="886270"/>
          </a:xfrm>
          <a:custGeom>
            <a:avLst/>
            <a:gdLst/>
            <a:ahLst/>
            <a:cxnLst/>
            <a:rect l="l" t="t" r="r" b="b"/>
            <a:pathLst>
              <a:path w="942561" h="886270">
                <a:moveTo>
                  <a:pt x="11712" y="886270"/>
                </a:moveTo>
                <a:lnTo>
                  <a:pt x="0" y="210428"/>
                </a:lnTo>
                <a:lnTo>
                  <a:pt x="941523" y="0"/>
                </a:lnTo>
                <a:lnTo>
                  <a:pt x="942561" y="649948"/>
                </a:lnTo>
                <a:close/>
              </a:path>
            </a:pathLst>
          </a:custGeom>
          <a:solidFill>
            <a:srgbClr val="64646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523944"/>
            <a:ext cx="1479057" cy="387087"/>
          </a:xfrm>
          <a:custGeom>
            <a:avLst/>
            <a:gdLst/>
            <a:ahLst/>
            <a:cxnLst/>
            <a:rect l="l" t="t" r="r" b="b"/>
            <a:pathLst>
              <a:path w="1479057" h="387087">
                <a:moveTo>
                  <a:pt x="0" y="194855"/>
                </a:moveTo>
                <a:lnTo>
                  <a:pt x="928564" y="0"/>
                </a:lnTo>
                <a:lnTo>
                  <a:pt x="1479057" y="176659"/>
                </a:lnTo>
                <a:lnTo>
                  <a:pt x="537535" y="38708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718799"/>
            <a:ext cx="549247" cy="868074"/>
          </a:xfrm>
          <a:custGeom>
            <a:avLst/>
            <a:gdLst/>
            <a:ahLst/>
            <a:cxnLst/>
            <a:rect l="l" t="t" r="r" b="b"/>
            <a:pathLst>
              <a:path w="549247" h="868074">
                <a:moveTo>
                  <a:pt x="17104" y="652196"/>
                </a:moveTo>
                <a:lnTo>
                  <a:pt x="0" y="0"/>
                </a:lnTo>
                <a:lnTo>
                  <a:pt x="537535" y="192232"/>
                </a:lnTo>
                <a:lnTo>
                  <a:pt x="549247" y="868074"/>
                </a:lnTo>
                <a:close/>
              </a:path>
            </a:pathLst>
          </a:custGeom>
          <a:solidFill>
            <a:srgbClr val="A3A3A3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95063" y="3845129"/>
            <a:ext cx="930098" cy="305530"/>
          </a:xfrm>
          <a:prstGeom prst="line">
            <a:avLst/>
          </a:prstGeom>
          <a:noFill/>
          <a:ln w="38100">
            <a:solidFill>
              <a:srgbClr val="EE000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729149" y="426038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 flipV="1">
            <a:off x="1895063" y="2733452"/>
            <a:ext cx="0" cy="1111677"/>
          </a:xfrm>
          <a:prstGeom prst="line">
            <a:avLst/>
          </a:prstGeom>
          <a:noFill/>
          <a:ln w="38100">
            <a:solidFill>
              <a:srgbClr val="00B80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415003" y="258714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 flipV="1">
            <a:off x="1895063" y="3590750"/>
            <a:ext cx="1099842" cy="254379"/>
          </a:xfrm>
          <a:prstGeom prst="line">
            <a:avLst/>
          </a:prstGeom>
          <a:noFill/>
          <a:ln w="38100">
            <a:solidFill>
              <a:srgbClr val="0000EE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743444" y="373705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849343" y="3799409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583" y="4805249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021084" y="3055108"/>
            <a:ext cx="1087817" cy="235327"/>
          </a:xfrm>
          <a:prstGeom prst="line">
            <a:avLst/>
          </a:prstGeom>
          <a:noFill/>
          <a:ln w="28575">
            <a:solidFill>
              <a:srgbClr val="E06666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159193" y="3217283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 flipV="1">
            <a:off x="6021084" y="1806839"/>
            <a:ext cx="84818" cy="1248269"/>
          </a:xfrm>
          <a:prstGeom prst="line">
            <a:avLst/>
          </a:prstGeom>
          <a:noFill/>
          <a:ln w="28575">
            <a:solidFill>
              <a:srgbClr val="6AA84F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25841" y="1660535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 flipV="1">
            <a:off x="6021084" y="2876343"/>
            <a:ext cx="742229" cy="178765"/>
          </a:xfrm>
          <a:prstGeom prst="line">
            <a:avLst/>
          </a:prstGeom>
          <a:noFill/>
          <a:ln w="28575">
            <a:solidFill>
              <a:srgbClr val="6FA8DC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740452" y="2528871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 flipV="1">
            <a:off x="7108901" y="3168321"/>
            <a:ext cx="93467" cy="122113"/>
          </a:xfrm>
          <a:prstGeom prst="line">
            <a:avLst/>
          </a:prstGeom>
          <a:noFill/>
          <a:ln w="12700">
            <a:solidFill>
              <a:srgbClr val="404040"/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165792" y="3131745"/>
            <a:ext cx="7315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021084" y="2358313"/>
            <a:ext cx="591047" cy="696795"/>
          </a:xfrm>
          <a:prstGeom prst="line">
            <a:avLst/>
          </a:prstGeom>
          <a:noFill/>
          <a:ln w="349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653279" y="2120569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365544" y="2649018"/>
            <a:ext cx="8022" cy="1300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73566" y="2662020"/>
            <a:ext cx="7937" cy="13263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81503" y="2675283"/>
            <a:ext cx="7840" cy="1351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89343" y="2688795"/>
            <a:ext cx="7730" cy="1374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97073" y="2702543"/>
            <a:ext cx="7609" cy="13969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04682" y="2716512"/>
            <a:ext cx="7475" cy="1417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12157" y="2730686"/>
            <a:ext cx="7330" cy="1436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19487" y="2745051"/>
            <a:ext cx="7173" cy="1453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26660" y="2759587"/>
            <a:ext cx="7007" cy="1469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33667" y="2774277"/>
            <a:ext cx="6830" cy="1482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0497" y="2789103"/>
            <a:ext cx="6644" cy="14941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47141" y="2804044"/>
            <a:ext cx="6449" cy="15037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53590" y="2819080"/>
            <a:ext cx="6247" cy="1511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59837" y="2834192"/>
            <a:ext cx="6038" cy="15167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65875" y="2849359"/>
            <a:ext cx="5823" cy="15201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71698" y="2864560"/>
            <a:ext cx="5603" cy="1521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77301" y="2879775"/>
            <a:ext cx="5379" cy="15209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82679" y="2894984"/>
            <a:ext cx="5151" cy="15183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87830" y="2910167"/>
            <a:ext cx="4921" cy="15137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751" y="2925304"/>
            <a:ext cx="4690" cy="15073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86217" y="25605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957076" y="2991100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701044" y="31556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700" dirty="0"/>
          </a:p>
        </p:txBody>
      </p:sp>
      <p:sp>
        <p:nvSpPr>
          <p:cNvPr id="66" name="Shape 64"/>
          <p:cNvSpPr/>
          <p:nvPr/>
        </p:nvSpPr>
        <p:spPr>
          <a:xfrm>
            <a:off x="8503920" y="1737360"/>
            <a:ext cx="34290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686800" y="18470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좌표축과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평면의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8686800" y="2240280"/>
            <a:ext cx="3063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좌표축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단위벡터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법선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(−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−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1)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‖(−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−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1)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‖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≠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≠ 0 ,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≠ 0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평면이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광축에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대해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θ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만큼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기울어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축이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있지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않음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(a)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좌표계와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평면이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정렬되지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않은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15371" y="1368326"/>
            <a:ext cx="3374034" cy="3755587"/>
          </a:xfrm>
          <a:custGeom>
            <a:avLst/>
            <a:gdLst/>
            <a:ahLst/>
            <a:cxnLst/>
            <a:rect l="l" t="t" r="r" b="b"/>
            <a:pathLst>
              <a:path w="3374034" h="3755587">
                <a:moveTo>
                  <a:pt x="114832" y="0"/>
                </a:moveTo>
                <a:lnTo>
                  <a:pt x="3374034" y="455532"/>
                </a:lnTo>
                <a:lnTo>
                  <a:pt x="3065392" y="3755587"/>
                </a:lnTo>
                <a:lnTo>
                  <a:pt x="0" y="2826918"/>
                </a:lnTo>
                <a:close/>
              </a:path>
            </a:pathLst>
          </a:cu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69859" y="1833734"/>
            <a:ext cx="742317" cy="1702691"/>
          </a:xfrm>
          <a:custGeom>
            <a:avLst/>
            <a:gdLst/>
            <a:ahLst/>
            <a:cxnLst/>
            <a:rect l="l" t="t" r="r" b="b"/>
            <a:pathLst>
              <a:path w="742317" h="1702691">
                <a:moveTo>
                  <a:pt x="0" y="0"/>
                </a:moveTo>
                <a:lnTo>
                  <a:pt x="742317" y="53861"/>
                </a:lnTo>
                <a:lnTo>
                  <a:pt x="740795" y="1702691"/>
                </a:lnTo>
                <a:lnTo>
                  <a:pt x="13839" y="1583844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37855" y="1801730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80172" y="1855591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78650" y="3504422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51694" y="3385574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9980" y="1918965"/>
            <a:ext cx="1438066" cy="1291483"/>
          </a:xfrm>
          <a:custGeom>
            <a:avLst/>
            <a:gdLst/>
            <a:ahLst/>
            <a:cxnLst/>
            <a:rect l="l" t="t" r="r" b="b"/>
            <a:pathLst>
              <a:path w="1438066" h="1291483">
                <a:moveTo>
                  <a:pt x="102773" y="0"/>
                </a:moveTo>
                <a:lnTo>
                  <a:pt x="1438066" y="296404"/>
                </a:lnTo>
                <a:lnTo>
                  <a:pt x="1303549" y="1291483"/>
                </a:lnTo>
                <a:lnTo>
                  <a:pt x="0" y="937174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0749" y="1886961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6042" y="2183366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1524" y="3178445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27976" y="2824136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4433" y="3376552"/>
            <a:ext cx="589453" cy="1172642"/>
          </a:xfrm>
          <a:custGeom>
            <a:avLst/>
            <a:gdLst/>
            <a:ahLst/>
            <a:cxnLst/>
            <a:rect l="l" t="t" r="r" b="b"/>
            <a:pathLst>
              <a:path w="589453" h="1172642">
                <a:moveTo>
                  <a:pt x="0" y="0"/>
                </a:moveTo>
                <a:lnTo>
                  <a:pt x="542452" y="35472"/>
                </a:lnTo>
                <a:lnTo>
                  <a:pt x="589453" y="1172642"/>
                </a:lnTo>
                <a:lnTo>
                  <a:pt x="51720" y="1105734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2429" y="3344548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74881" y="3380020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21882" y="4517190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84149" y="4450281"/>
            <a:ext cx="64008" cy="64008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71803" y="521535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정렬된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(</a:t>
            </a:r>
            <a:pPr algn="r" indent="0" marL="0">
              <a:buNone/>
            </a:pPr>
            <a:r>
              <a:rPr lang="en-US" sz="1300" b="1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∥ </a:t>
            </a:r>
            <a:pPr algn="r" indent="0" marL="0">
              <a:buNone/>
            </a:pPr>
            <a:r>
              <a:rPr lang="en-US" sz="13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r" indent="0" marL="0">
              <a:buNone/>
            </a:pPr>
            <a:r>
              <a:rPr lang="en-US" sz="1300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862065" y="1686958"/>
            <a:ext cx="4047495" cy="2995378"/>
          </a:xfrm>
          <a:custGeom>
            <a:avLst/>
            <a:gdLst/>
            <a:ahLst/>
            <a:cxnLst/>
            <a:rect l="l" t="t" r="r" b="b"/>
            <a:pathLst>
              <a:path w="4047495" h="2995378">
                <a:moveTo>
                  <a:pt x="0" y="0"/>
                </a:moveTo>
                <a:lnTo>
                  <a:pt x="3634833" y="157909"/>
                </a:lnTo>
                <a:lnTo>
                  <a:pt x="4047495" y="2995378"/>
                </a:lnTo>
                <a:lnTo>
                  <a:pt x="647676" y="2481942"/>
                </a:lnTo>
                <a:close/>
              </a:path>
            </a:pathLst>
          </a:custGeom>
          <a:ln w="12700">
            <a:solidFill>
              <a:srgbClr val="808080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7882503" y="4682336"/>
            <a:ext cx="27057" cy="39258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7853603" y="4721593"/>
            <a:ext cx="28900" cy="38506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822872" y="4760099"/>
            <a:ext cx="30731" cy="3763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790337" y="4797729"/>
            <a:ext cx="32535" cy="3663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7756037" y="4834361"/>
            <a:ext cx="34300" cy="35517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7720025" y="4869878"/>
            <a:ext cx="36012" cy="3429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7682368" y="4904168"/>
            <a:ext cx="37656" cy="32958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7643147" y="4937126"/>
            <a:ext cx="39222" cy="31531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7602452" y="4968656"/>
            <a:ext cx="40695" cy="30018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560385" y="4998675"/>
            <a:ext cx="42066" cy="28431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517060" y="5027106"/>
            <a:ext cx="43325" cy="2678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472596" y="5053888"/>
            <a:ext cx="44464" cy="25084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427120" y="5078972"/>
            <a:ext cx="45476" cy="2335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7380763" y="5102322"/>
            <a:ext cx="46357" cy="2159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746376" y="479082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667505" y="154979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</a:t>
            </a:r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409357" y="3725039"/>
            <a:ext cx="223709" cy="415328"/>
          </a:xfrm>
          <a:custGeom>
            <a:avLst/>
            <a:gdLst/>
            <a:ahLst/>
            <a:cxnLst/>
            <a:rect l="l" t="t" r="r" b="b"/>
            <a:pathLst>
              <a:path w="223709" h="415328">
                <a:moveTo>
                  <a:pt x="2726" y="337020"/>
                </a:moveTo>
                <a:lnTo>
                  <a:pt x="223709" y="415328"/>
                </a:lnTo>
                <a:lnTo>
                  <a:pt x="222208" y="73598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31565" y="3595027"/>
            <a:ext cx="477817" cy="636872"/>
          </a:xfrm>
          <a:custGeom>
            <a:avLst/>
            <a:gdLst/>
            <a:ahLst/>
            <a:cxnLst/>
            <a:rect l="l" t="t" r="r" b="b"/>
            <a:pathLst>
              <a:path w="477817" h="636872">
                <a:moveTo>
                  <a:pt x="1501" y="545340"/>
                </a:moveTo>
                <a:lnTo>
                  <a:pt x="0" y="203610"/>
                </a:lnTo>
                <a:lnTo>
                  <a:pt x="477817" y="0"/>
                </a:lnTo>
                <a:lnTo>
                  <a:pt x="475549" y="636872"/>
                </a:lnTo>
                <a:close/>
              </a:path>
            </a:pathLst>
          </a:custGeom>
          <a:solidFill>
            <a:srgbClr val="616161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09357" y="3465082"/>
            <a:ext cx="700025" cy="333555"/>
          </a:xfrm>
          <a:custGeom>
            <a:avLst/>
            <a:gdLst/>
            <a:ahLst/>
            <a:cxnLst/>
            <a:rect l="l" t="t" r="r" b="b"/>
            <a:pathLst>
              <a:path w="700025" h="333555">
                <a:moveTo>
                  <a:pt x="222208" y="333555"/>
                </a:moveTo>
                <a:lnTo>
                  <a:pt x="0" y="259957"/>
                </a:lnTo>
                <a:lnTo>
                  <a:pt x="277341" y="0"/>
                </a:lnTo>
                <a:lnTo>
                  <a:pt x="700025" y="129945"/>
                </a:lnTo>
                <a:close/>
              </a:path>
            </a:pathLst>
          </a:custGeom>
          <a:solidFill>
            <a:srgbClr val="8B8B8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7575" y="3700603"/>
            <a:ext cx="942561" cy="886270"/>
          </a:xfrm>
          <a:custGeom>
            <a:avLst/>
            <a:gdLst/>
            <a:ahLst/>
            <a:cxnLst/>
            <a:rect l="l" t="t" r="r" b="b"/>
            <a:pathLst>
              <a:path w="942561" h="886270">
                <a:moveTo>
                  <a:pt x="11712" y="886270"/>
                </a:moveTo>
                <a:lnTo>
                  <a:pt x="0" y="210428"/>
                </a:lnTo>
                <a:lnTo>
                  <a:pt x="941523" y="0"/>
                </a:lnTo>
                <a:lnTo>
                  <a:pt x="942561" y="649948"/>
                </a:lnTo>
                <a:close/>
              </a:path>
            </a:pathLst>
          </a:custGeom>
          <a:solidFill>
            <a:srgbClr val="64646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" y="3523944"/>
            <a:ext cx="1479057" cy="387087"/>
          </a:xfrm>
          <a:custGeom>
            <a:avLst/>
            <a:gdLst/>
            <a:ahLst/>
            <a:cxnLst/>
            <a:rect l="l" t="t" r="r" b="b"/>
            <a:pathLst>
              <a:path w="1479057" h="387087">
                <a:moveTo>
                  <a:pt x="0" y="194855"/>
                </a:moveTo>
                <a:lnTo>
                  <a:pt x="928564" y="0"/>
                </a:lnTo>
                <a:lnTo>
                  <a:pt x="1479057" y="176659"/>
                </a:lnTo>
                <a:lnTo>
                  <a:pt x="537535" y="38708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3718799"/>
            <a:ext cx="549247" cy="868074"/>
          </a:xfrm>
          <a:custGeom>
            <a:avLst/>
            <a:gdLst/>
            <a:ahLst/>
            <a:cxnLst/>
            <a:rect l="l" t="t" r="r" b="b"/>
            <a:pathLst>
              <a:path w="549247" h="868074">
                <a:moveTo>
                  <a:pt x="17104" y="652196"/>
                </a:moveTo>
                <a:lnTo>
                  <a:pt x="0" y="0"/>
                </a:lnTo>
                <a:lnTo>
                  <a:pt x="537535" y="192232"/>
                </a:lnTo>
                <a:lnTo>
                  <a:pt x="549247" y="868074"/>
                </a:lnTo>
                <a:close/>
              </a:path>
            </a:pathLst>
          </a:custGeom>
          <a:solidFill>
            <a:srgbClr val="A3A3A3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95063" y="3845129"/>
            <a:ext cx="930098" cy="305530"/>
          </a:xfrm>
          <a:prstGeom prst="line">
            <a:avLst/>
          </a:prstGeom>
          <a:noFill/>
          <a:ln w="38100">
            <a:solidFill>
              <a:srgbClr val="EE000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729149" y="426038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 flipV="1">
            <a:off x="1895063" y="2733452"/>
            <a:ext cx="0" cy="1111677"/>
          </a:xfrm>
          <a:prstGeom prst="line">
            <a:avLst/>
          </a:prstGeom>
          <a:noFill/>
          <a:ln w="38100">
            <a:solidFill>
              <a:srgbClr val="00B80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1415003" y="258714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 flipV="1">
            <a:off x="1895063" y="3590750"/>
            <a:ext cx="1099842" cy="254379"/>
          </a:xfrm>
          <a:prstGeom prst="line">
            <a:avLst/>
          </a:prstGeom>
          <a:noFill/>
          <a:ln w="38100">
            <a:solidFill>
              <a:srgbClr val="0000EE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2743444" y="373705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849343" y="3799409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0583" y="4805249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76139" y="2699258"/>
            <a:ext cx="3167310" cy="685182"/>
          </a:xfrm>
          <a:prstGeom prst="line">
            <a:avLst/>
          </a:prstGeom>
          <a:noFill/>
          <a:ln w="9525">
            <a:solidFill>
              <a:srgbClr val="808080"/>
            </a:solidFill>
            <a:prstDash val="sysDash"/>
          </a:ln>
        </p:spPr>
      </p:sp>
      <p:sp>
        <p:nvSpPr>
          <p:cNvPr id="51" name="Shape 49"/>
          <p:cNvSpPr/>
          <p:nvPr/>
        </p:nvSpPr>
        <p:spPr>
          <a:xfrm flipV="1">
            <a:off x="5910772" y="1604457"/>
            <a:ext cx="208881" cy="3074118"/>
          </a:xfrm>
          <a:prstGeom prst="line">
            <a:avLst/>
          </a:prstGeom>
          <a:noFill/>
          <a:ln w="9525">
            <a:solidFill>
              <a:srgbClr val="808080"/>
            </a:solidFill>
            <a:prstDash val="sysDash"/>
          </a:ln>
        </p:spPr>
      </p:sp>
      <p:sp>
        <p:nvSpPr>
          <p:cNvPr id="52" name="Shape 50"/>
          <p:cNvSpPr/>
          <p:nvPr/>
        </p:nvSpPr>
        <p:spPr>
          <a:xfrm flipV="1">
            <a:off x="5410654" y="2930701"/>
            <a:ext cx="35349" cy="605725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410654" y="3536426"/>
            <a:ext cx="568096" cy="141714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5404855" y="288955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937602" y="363699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 flipV="1">
            <a:off x="5456990" y="2742418"/>
            <a:ext cx="577257" cy="118949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5502673" y="2458789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 flipH="1">
            <a:off x="5688977" y="2991641"/>
            <a:ext cx="38727" cy="6142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4976329" y="3051221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5342074" y="3467846"/>
            <a:ext cx="137160" cy="13716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70574" y="364615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021084" y="3055108"/>
            <a:ext cx="1027488" cy="222276"/>
          </a:xfrm>
          <a:prstGeom prst="line">
            <a:avLst/>
          </a:prstGeom>
          <a:noFill/>
          <a:ln w="41275">
            <a:solidFill>
              <a:srgbClr val="EE00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6934272" y="339625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9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 flipV="1">
            <a:off x="6021084" y="2007335"/>
            <a:ext cx="71194" cy="1047773"/>
          </a:xfrm>
          <a:prstGeom prst="line">
            <a:avLst/>
          </a:prstGeom>
          <a:noFill/>
          <a:ln w="41275">
            <a:solidFill>
              <a:srgbClr val="00B800"/>
            </a:solidFill>
            <a:prstDash val="solid"/>
            <a:tailEnd type="triangle"/>
          </a:ln>
        </p:spPr>
      </p:sp>
      <p:sp>
        <p:nvSpPr>
          <p:cNvPr id="65" name="Text 63"/>
          <p:cNvSpPr txBox="1"/>
          <p:nvPr/>
        </p:nvSpPr>
        <p:spPr>
          <a:xfrm>
            <a:off x="5612218" y="1851887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9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endParaRPr lang="en-US" sz="1900" dirty="0"/>
          </a:p>
        </p:txBody>
      </p:sp>
      <p:sp>
        <p:nvSpPr>
          <p:cNvPr id="66" name="Shape 64"/>
          <p:cNvSpPr/>
          <p:nvPr/>
        </p:nvSpPr>
        <p:spPr>
          <a:xfrm flipV="1">
            <a:off x="6021084" y="2876343"/>
            <a:ext cx="742229" cy="178765"/>
          </a:xfrm>
          <a:prstGeom prst="line">
            <a:avLst/>
          </a:prstGeom>
          <a:noFill/>
          <a:ln w="41275">
            <a:solidFill>
              <a:srgbClr val="0000EE"/>
            </a:solidFill>
            <a:prstDash val="solid"/>
            <a:tailEnd type="triangle"/>
          </a:ln>
        </p:spPr>
      </p:sp>
      <p:sp>
        <p:nvSpPr>
          <p:cNvPr id="67" name="Text 65"/>
          <p:cNvSpPr txBox="1"/>
          <p:nvPr/>
        </p:nvSpPr>
        <p:spPr>
          <a:xfrm>
            <a:off x="6786172" y="2629455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1900" dirty="0"/>
          </a:p>
        </p:txBody>
      </p:sp>
      <p:sp>
        <p:nvSpPr>
          <p:cNvPr id="68" name="Shape 66"/>
          <p:cNvSpPr/>
          <p:nvPr/>
        </p:nvSpPr>
        <p:spPr>
          <a:xfrm>
            <a:off x="6021084" y="2874321"/>
            <a:ext cx="165737" cy="213863"/>
          </a:xfrm>
          <a:custGeom>
            <a:avLst/>
            <a:gdLst/>
            <a:ahLst/>
            <a:cxnLst/>
            <a:rect l="l" t="t" r="r" b="b"/>
            <a:pathLst>
              <a:path w="165737" h="213863">
                <a:moveTo>
                  <a:pt x="0" y="180787"/>
                </a:moveTo>
                <a:lnTo>
                  <a:pt x="152896" y="213863"/>
                </a:lnTo>
                <a:lnTo>
                  <a:pt x="165737" y="31726"/>
                </a:lnTo>
                <a:lnTo>
                  <a:pt x="12284" y="0"/>
                </a:lnTo>
                <a:close/>
              </a:path>
            </a:pathLst>
          </a:cu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57076" y="2991100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2212" y="3265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700" dirty="0"/>
          </a:p>
        </p:txBody>
      </p:sp>
      <p:sp>
        <p:nvSpPr>
          <p:cNvPr id="71" name="Shape 69"/>
          <p:cNvSpPr/>
          <p:nvPr/>
        </p:nvSpPr>
        <p:spPr>
          <a:xfrm>
            <a:off x="8503920" y="141732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686800" y="15270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기준축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8686800" y="1920240"/>
            <a:ext cx="30632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(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‖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‖ , 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[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]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(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l" indent="0" marL="0">
              <a:spcAft>
                <a:spcPts val="5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</a:t>
            </a:r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spcAft>
                <a:spcPts val="500"/>
              </a:spcAft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spcAft>
                <a:spcPts val="500"/>
              </a:spcAft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l" indent="0" marL="0">
              <a:spcAft>
                <a:spcPts val="500"/>
              </a:spcAft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 </a:t>
            </a:r>
            <a:pPr algn="l"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l" indent="0" marL="0">
              <a:spcAft>
                <a:spcPts val="500"/>
              </a:spcAft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l" indent="0" marL="0">
              <a:spcAft>
                <a:spcPts val="500"/>
              </a:spcAft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l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≈ 0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(b)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평면을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회전하여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좌표계와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정렬한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공통 평면 정렬</dc:title>
  <dc:subject>PptxGenJS Presentation</dc:subject>
  <dc:creator>PptxGenJS</dc:creator>
  <cp:lastModifiedBy>PptxGenJS</cp:lastModifiedBy>
  <cp:revision>1</cp:revision>
  <dcterms:created xsi:type="dcterms:W3CDTF">2026-09-30T06:26:41Z</dcterms:created>
  <dcterms:modified xsi:type="dcterms:W3CDTF">2026-09-30T06:26:41Z</dcterms:modified>
</cp:coreProperties>
</file>