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96843" y="994928"/>
            <a:ext cx="4541317" cy="4365224"/>
          </a:xfrm>
          <a:custGeom>
            <a:avLst/>
            <a:gdLst/>
            <a:ahLst/>
            <a:cxnLst/>
            <a:rect l="l" t="t" r="r" b="b"/>
            <a:pathLst>
              <a:path w="4541317" h="4365224">
                <a:moveTo>
                  <a:pt x="378430" y="0"/>
                </a:moveTo>
                <a:lnTo>
                  <a:pt x="4541317" y="924104"/>
                </a:lnTo>
                <a:lnTo>
                  <a:pt x="4162886" y="4365224"/>
                </a:lnTo>
                <a:lnTo>
                  <a:pt x="0" y="3441121"/>
                </a:lnTo>
                <a:close/>
              </a:path>
            </a:pathLst>
          </a:cu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779723" y="454577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l" indent="0" marL="0">
              <a:buNone/>
            </a:pPr>
            <a:r>
              <a:rPr lang="en-US" sz="114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14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l" indent="0" marL="0">
              <a:buNone/>
            </a:pPr>
            <a:r>
              <a:rPr lang="en-US" sz="114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</a:t>
            </a:r>
            <a:pPr algn="l" indent="0" marL="0">
              <a:buNone/>
            </a:pPr>
            <a:r>
              <a:rPr lang="en-US" sz="114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l" indent="0" marL="0">
              <a:buNone/>
            </a:pPr>
            <a:r>
              <a:rPr lang="en-US" sz="114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l" indent="0" marL="0">
              <a:buNone/>
            </a:pPr>
            <a:r>
              <a:rPr lang="en-US" sz="114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</a:t>
            </a:r>
            <a:pPr algn="l" indent="0" marL="0">
              <a:buNone/>
            </a:pPr>
            <a:r>
              <a:rPr lang="en-US" sz="114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l" indent="0" marL="0">
              <a:buNone/>
            </a:pPr>
            <a:r>
              <a:rPr lang="en-US" sz="114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</a:t>
            </a:r>
            <a:pPr algn="l" indent="0" marL="0">
              <a:buNone/>
            </a:pPr>
            <a:r>
              <a:rPr lang="en-US" sz="114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l" indent="0" marL="0">
              <a:buNone/>
            </a:pPr>
            <a:r>
              <a:rPr lang="en-US" sz="114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31909" y="1530769"/>
            <a:ext cx="1201235" cy="2241554"/>
          </a:xfrm>
          <a:custGeom>
            <a:avLst/>
            <a:gdLst/>
            <a:ahLst/>
            <a:cxnLst/>
            <a:rect l="l" t="t" r="r" b="b"/>
            <a:pathLst>
              <a:path w="1201235" h="2241554">
                <a:moveTo>
                  <a:pt x="63030" y="0"/>
                </a:moveTo>
                <a:lnTo>
                  <a:pt x="1201235" y="141484"/>
                </a:lnTo>
                <a:lnTo>
                  <a:pt x="1138205" y="2241554"/>
                </a:lnTo>
                <a:lnTo>
                  <a:pt x="0" y="2100070"/>
                </a:lnTo>
                <a:close/>
              </a:path>
            </a:pathLst>
          </a:custGeom>
          <a:solidFill>
            <a:srgbClr val="D9D9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98921" y="1644886"/>
            <a:ext cx="1067212" cy="2013320"/>
          </a:xfrm>
          <a:custGeom>
            <a:avLst/>
            <a:gdLst/>
            <a:ahLst/>
            <a:cxnLst/>
            <a:rect l="l" t="t" r="r" b="b"/>
            <a:pathLst>
              <a:path w="1067212" h="2013320">
                <a:moveTo>
                  <a:pt x="56656" y="0"/>
                </a:moveTo>
                <a:lnTo>
                  <a:pt x="1067212" y="125617"/>
                </a:lnTo>
                <a:lnTo>
                  <a:pt x="1010556" y="2013320"/>
                </a:lnTo>
                <a:lnTo>
                  <a:pt x="0" y="1887703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62158" y="2448180"/>
            <a:ext cx="340737" cy="406733"/>
          </a:xfrm>
          <a:custGeom>
            <a:avLst/>
            <a:gdLst/>
            <a:ahLst/>
            <a:cxnLst/>
            <a:rect l="l" t="t" r="r" b="b"/>
            <a:pathLst>
              <a:path w="340737" h="406733">
                <a:moveTo>
                  <a:pt x="10977" y="0"/>
                </a:moveTo>
                <a:lnTo>
                  <a:pt x="340737" y="40991"/>
                </a:lnTo>
                <a:lnTo>
                  <a:pt x="329760" y="406733"/>
                </a:lnTo>
                <a:lnTo>
                  <a:pt x="0" y="365742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4679396" y="2522800"/>
            <a:ext cx="56790" cy="67789"/>
          </a:xfrm>
          <a:custGeom>
            <a:avLst/>
            <a:gdLst/>
            <a:ahLst/>
            <a:cxnLst/>
            <a:rect l="l" t="t" r="r" b="b"/>
            <a:pathLst>
              <a:path w="56790" h="67789">
                <a:moveTo>
                  <a:pt x="1830" y="0"/>
                </a:moveTo>
                <a:lnTo>
                  <a:pt x="56790" y="6832"/>
                </a:lnTo>
                <a:lnTo>
                  <a:pt x="54960" y="67789"/>
                </a:lnTo>
                <a:lnTo>
                  <a:pt x="0" y="609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4622607" y="2576926"/>
            <a:ext cx="56790" cy="67789"/>
          </a:xfrm>
          <a:custGeom>
            <a:avLst/>
            <a:gdLst/>
            <a:ahLst/>
            <a:cxnLst/>
            <a:rect l="l" t="t" r="r" b="b"/>
            <a:pathLst>
              <a:path w="56790" h="67789">
                <a:moveTo>
                  <a:pt x="1830" y="0"/>
                </a:moveTo>
                <a:lnTo>
                  <a:pt x="56790" y="6832"/>
                </a:lnTo>
                <a:lnTo>
                  <a:pt x="54960" y="67789"/>
                </a:lnTo>
                <a:lnTo>
                  <a:pt x="0" y="609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4787487" y="2597421"/>
            <a:ext cx="56790" cy="67789"/>
          </a:xfrm>
          <a:custGeom>
            <a:avLst/>
            <a:gdLst/>
            <a:ahLst/>
            <a:cxnLst/>
            <a:rect l="l" t="t" r="r" b="b"/>
            <a:pathLst>
              <a:path w="56790" h="67789">
                <a:moveTo>
                  <a:pt x="1830" y="0"/>
                </a:moveTo>
                <a:lnTo>
                  <a:pt x="56790" y="6832"/>
                </a:lnTo>
                <a:lnTo>
                  <a:pt x="54960" y="67789"/>
                </a:lnTo>
                <a:lnTo>
                  <a:pt x="0" y="609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4675737" y="2644715"/>
            <a:ext cx="56790" cy="67789"/>
          </a:xfrm>
          <a:custGeom>
            <a:avLst/>
            <a:gdLst/>
            <a:ahLst/>
            <a:cxnLst/>
            <a:rect l="l" t="t" r="r" b="b"/>
            <a:pathLst>
              <a:path w="56790" h="67789">
                <a:moveTo>
                  <a:pt x="1830" y="0"/>
                </a:moveTo>
                <a:lnTo>
                  <a:pt x="56790" y="6832"/>
                </a:lnTo>
                <a:lnTo>
                  <a:pt x="54960" y="67789"/>
                </a:lnTo>
                <a:lnTo>
                  <a:pt x="0" y="609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4730697" y="2651546"/>
            <a:ext cx="56790" cy="67789"/>
          </a:xfrm>
          <a:custGeom>
            <a:avLst/>
            <a:gdLst/>
            <a:ahLst/>
            <a:cxnLst/>
            <a:rect l="l" t="t" r="r" b="b"/>
            <a:pathLst>
              <a:path w="56790" h="67789">
                <a:moveTo>
                  <a:pt x="1830" y="0"/>
                </a:moveTo>
                <a:lnTo>
                  <a:pt x="56790" y="6832"/>
                </a:lnTo>
                <a:lnTo>
                  <a:pt x="54960" y="67789"/>
                </a:lnTo>
                <a:lnTo>
                  <a:pt x="0" y="609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4618948" y="2698840"/>
            <a:ext cx="56790" cy="67789"/>
          </a:xfrm>
          <a:custGeom>
            <a:avLst/>
            <a:gdLst/>
            <a:ahLst/>
            <a:cxnLst/>
            <a:rect l="l" t="t" r="r" b="b"/>
            <a:pathLst>
              <a:path w="56790" h="67789">
                <a:moveTo>
                  <a:pt x="1830" y="0"/>
                </a:moveTo>
                <a:lnTo>
                  <a:pt x="56790" y="6832"/>
                </a:lnTo>
                <a:lnTo>
                  <a:pt x="54960" y="67789"/>
                </a:lnTo>
                <a:lnTo>
                  <a:pt x="0" y="609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728868" y="2712503"/>
            <a:ext cx="56790" cy="67789"/>
          </a:xfrm>
          <a:custGeom>
            <a:avLst/>
            <a:gdLst/>
            <a:ahLst/>
            <a:cxnLst/>
            <a:rect l="l" t="t" r="r" b="b"/>
            <a:pathLst>
              <a:path w="56790" h="67789">
                <a:moveTo>
                  <a:pt x="1830" y="0"/>
                </a:moveTo>
                <a:lnTo>
                  <a:pt x="56790" y="6832"/>
                </a:lnTo>
                <a:lnTo>
                  <a:pt x="54960" y="67789"/>
                </a:lnTo>
                <a:lnTo>
                  <a:pt x="0" y="60957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039532" y="1742816"/>
            <a:ext cx="1786844" cy="1661789"/>
          </a:xfrm>
          <a:custGeom>
            <a:avLst/>
            <a:gdLst/>
            <a:ahLst/>
            <a:cxnLst/>
            <a:rect l="l" t="t" r="r" b="b"/>
            <a:pathLst>
              <a:path w="1786844" h="1661789">
                <a:moveTo>
                  <a:pt x="193181" y="0"/>
                </a:moveTo>
                <a:lnTo>
                  <a:pt x="1786844" y="448613"/>
                </a:lnTo>
                <a:lnTo>
                  <a:pt x="1593663" y="1661789"/>
                </a:lnTo>
                <a:lnTo>
                  <a:pt x="0" y="1213176"/>
                </a:lnTo>
                <a:close/>
              </a:path>
            </a:pathLst>
          </a:custGeom>
          <a:solidFill>
            <a:srgbClr val="D9D9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18919" y="1864018"/>
            <a:ext cx="1628069" cy="1419385"/>
          </a:xfrm>
          <a:custGeom>
            <a:avLst/>
            <a:gdLst/>
            <a:ahLst/>
            <a:cxnLst/>
            <a:rect l="l" t="t" r="r" b="b"/>
            <a:pathLst>
              <a:path w="1628069" h="1419385">
                <a:moveTo>
                  <a:pt x="160221" y="0"/>
                </a:moveTo>
                <a:lnTo>
                  <a:pt x="1628069" y="413196"/>
                </a:lnTo>
                <a:lnTo>
                  <a:pt x="1467848" y="1419385"/>
                </a:lnTo>
                <a:lnTo>
                  <a:pt x="0" y="1006189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42060" y="2349725"/>
            <a:ext cx="381788" cy="447972"/>
          </a:xfrm>
          <a:custGeom>
            <a:avLst/>
            <a:gdLst/>
            <a:ahLst/>
            <a:cxnLst/>
            <a:rect l="l" t="t" r="r" b="b"/>
            <a:pathLst>
              <a:path w="381788" h="447972">
                <a:moveTo>
                  <a:pt x="56764" y="0"/>
                </a:moveTo>
                <a:lnTo>
                  <a:pt x="381788" y="91493"/>
                </a:lnTo>
                <a:lnTo>
                  <a:pt x="325023" y="447972"/>
                </a:lnTo>
                <a:lnTo>
                  <a:pt x="0" y="356478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6888244" y="2439636"/>
            <a:ext cx="63631" cy="74662"/>
          </a:xfrm>
          <a:custGeom>
            <a:avLst/>
            <a:gdLst/>
            <a:ahLst/>
            <a:cxnLst/>
            <a:rect l="l" t="t" r="r" b="b"/>
            <a:pathLst>
              <a:path w="63631" h="74662">
                <a:moveTo>
                  <a:pt x="9461" y="0"/>
                </a:moveTo>
                <a:lnTo>
                  <a:pt x="63631" y="15249"/>
                </a:lnTo>
                <a:lnTo>
                  <a:pt x="54171" y="74662"/>
                </a:lnTo>
                <a:lnTo>
                  <a:pt x="0" y="5941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6824613" y="2483800"/>
            <a:ext cx="63631" cy="74662"/>
          </a:xfrm>
          <a:custGeom>
            <a:avLst/>
            <a:gdLst/>
            <a:ahLst/>
            <a:cxnLst/>
            <a:rect l="l" t="t" r="r" b="b"/>
            <a:pathLst>
              <a:path w="63631" h="74662">
                <a:moveTo>
                  <a:pt x="9461" y="0"/>
                </a:moveTo>
                <a:lnTo>
                  <a:pt x="63631" y="15249"/>
                </a:lnTo>
                <a:lnTo>
                  <a:pt x="54171" y="74662"/>
                </a:lnTo>
                <a:lnTo>
                  <a:pt x="0" y="5941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987125" y="2529546"/>
            <a:ext cx="63631" cy="74662"/>
          </a:xfrm>
          <a:custGeom>
            <a:avLst/>
            <a:gdLst/>
            <a:ahLst/>
            <a:cxnLst/>
            <a:rect l="l" t="t" r="r" b="b"/>
            <a:pathLst>
              <a:path w="63631" h="74662">
                <a:moveTo>
                  <a:pt x="9461" y="0"/>
                </a:moveTo>
                <a:lnTo>
                  <a:pt x="63631" y="15249"/>
                </a:lnTo>
                <a:lnTo>
                  <a:pt x="54171" y="74662"/>
                </a:lnTo>
                <a:lnTo>
                  <a:pt x="0" y="5941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869323" y="2558462"/>
            <a:ext cx="63631" cy="74662"/>
          </a:xfrm>
          <a:custGeom>
            <a:avLst/>
            <a:gdLst/>
            <a:ahLst/>
            <a:cxnLst/>
            <a:rect l="l" t="t" r="r" b="b"/>
            <a:pathLst>
              <a:path w="63631" h="74662">
                <a:moveTo>
                  <a:pt x="9461" y="0"/>
                </a:moveTo>
                <a:lnTo>
                  <a:pt x="63631" y="15249"/>
                </a:lnTo>
                <a:lnTo>
                  <a:pt x="54171" y="74662"/>
                </a:lnTo>
                <a:lnTo>
                  <a:pt x="0" y="5941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923493" y="2573711"/>
            <a:ext cx="63631" cy="74662"/>
          </a:xfrm>
          <a:custGeom>
            <a:avLst/>
            <a:gdLst/>
            <a:ahLst/>
            <a:cxnLst/>
            <a:rect l="l" t="t" r="r" b="b"/>
            <a:pathLst>
              <a:path w="63631" h="74662">
                <a:moveTo>
                  <a:pt x="9461" y="0"/>
                </a:moveTo>
                <a:lnTo>
                  <a:pt x="63631" y="15249"/>
                </a:lnTo>
                <a:lnTo>
                  <a:pt x="54171" y="74662"/>
                </a:lnTo>
                <a:lnTo>
                  <a:pt x="0" y="5941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6805691" y="2602626"/>
            <a:ext cx="63631" cy="74662"/>
          </a:xfrm>
          <a:custGeom>
            <a:avLst/>
            <a:gdLst/>
            <a:ahLst/>
            <a:cxnLst/>
            <a:rect l="l" t="t" r="r" b="b"/>
            <a:pathLst>
              <a:path w="63631" h="74662">
                <a:moveTo>
                  <a:pt x="9461" y="0"/>
                </a:moveTo>
                <a:lnTo>
                  <a:pt x="63631" y="15249"/>
                </a:lnTo>
                <a:lnTo>
                  <a:pt x="54171" y="74662"/>
                </a:lnTo>
                <a:lnTo>
                  <a:pt x="0" y="5941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914033" y="2633124"/>
            <a:ext cx="63631" cy="74662"/>
          </a:xfrm>
          <a:custGeom>
            <a:avLst/>
            <a:gdLst/>
            <a:ahLst/>
            <a:cxnLst/>
            <a:rect l="l" t="t" r="r" b="b"/>
            <a:pathLst>
              <a:path w="63631" h="74662">
                <a:moveTo>
                  <a:pt x="9461" y="0"/>
                </a:moveTo>
                <a:lnTo>
                  <a:pt x="63631" y="15249"/>
                </a:lnTo>
                <a:lnTo>
                  <a:pt x="54171" y="74662"/>
                </a:lnTo>
                <a:lnTo>
                  <a:pt x="0" y="59413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748681" y="3564605"/>
            <a:ext cx="703379" cy="1371122"/>
          </a:xfrm>
          <a:custGeom>
            <a:avLst/>
            <a:gdLst/>
            <a:ahLst/>
            <a:cxnLst/>
            <a:rect l="l" t="t" r="r" b="b"/>
            <a:pathLst>
              <a:path w="703379" h="1371122">
                <a:moveTo>
                  <a:pt x="0" y="0"/>
                </a:moveTo>
                <a:lnTo>
                  <a:pt x="659446" y="30756"/>
                </a:lnTo>
                <a:lnTo>
                  <a:pt x="703379" y="1371122"/>
                </a:lnTo>
                <a:lnTo>
                  <a:pt x="43933" y="1340366"/>
                </a:lnTo>
                <a:close/>
              </a:path>
            </a:pathLst>
          </a:custGeom>
          <a:solidFill>
            <a:srgbClr val="D9D9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15997" y="3674336"/>
            <a:ext cx="568746" cy="1151659"/>
          </a:xfrm>
          <a:custGeom>
            <a:avLst/>
            <a:gdLst/>
            <a:ahLst/>
            <a:cxnLst/>
            <a:rect l="l" t="t" r="r" b="b"/>
            <a:pathLst>
              <a:path w="568746" h="1151659">
                <a:moveTo>
                  <a:pt x="0" y="0"/>
                </a:moveTo>
                <a:lnTo>
                  <a:pt x="531811" y="24803"/>
                </a:lnTo>
                <a:lnTo>
                  <a:pt x="568746" y="1151659"/>
                </a:lnTo>
                <a:lnTo>
                  <a:pt x="36935" y="1126856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29483" y="4058621"/>
            <a:ext cx="341775" cy="383089"/>
          </a:xfrm>
          <a:custGeom>
            <a:avLst/>
            <a:gdLst/>
            <a:ahLst/>
            <a:cxnLst/>
            <a:rect l="l" t="t" r="r" b="b"/>
            <a:pathLst>
              <a:path w="341775" h="383089">
                <a:moveTo>
                  <a:pt x="0" y="0"/>
                </a:moveTo>
                <a:lnTo>
                  <a:pt x="329723" y="15378"/>
                </a:lnTo>
                <a:lnTo>
                  <a:pt x="341775" y="383089"/>
                </a:lnTo>
                <a:lnTo>
                  <a:pt x="12053" y="367711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7041399" y="4125032"/>
            <a:ext cx="56963" cy="63848"/>
          </a:xfrm>
          <a:custGeom>
            <a:avLst/>
            <a:gdLst/>
            <a:ahLst/>
            <a:cxnLst/>
            <a:rect l="l" t="t" r="r" b="b"/>
            <a:pathLst>
              <a:path w="56963" h="63848">
                <a:moveTo>
                  <a:pt x="0" y="0"/>
                </a:moveTo>
                <a:lnTo>
                  <a:pt x="54954" y="2563"/>
                </a:lnTo>
                <a:lnTo>
                  <a:pt x="56963" y="63848"/>
                </a:lnTo>
                <a:lnTo>
                  <a:pt x="2009" y="61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6988454" y="4183755"/>
            <a:ext cx="56963" cy="63848"/>
          </a:xfrm>
          <a:custGeom>
            <a:avLst/>
            <a:gdLst/>
            <a:ahLst/>
            <a:cxnLst/>
            <a:rect l="l" t="t" r="r" b="b"/>
            <a:pathLst>
              <a:path w="56963" h="63848">
                <a:moveTo>
                  <a:pt x="0" y="0"/>
                </a:moveTo>
                <a:lnTo>
                  <a:pt x="54954" y="2563"/>
                </a:lnTo>
                <a:lnTo>
                  <a:pt x="56963" y="63848"/>
                </a:lnTo>
                <a:lnTo>
                  <a:pt x="2009" y="61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7153315" y="4191444"/>
            <a:ext cx="56963" cy="63848"/>
          </a:xfrm>
          <a:custGeom>
            <a:avLst/>
            <a:gdLst/>
            <a:ahLst/>
            <a:cxnLst/>
            <a:rect l="l" t="t" r="r" b="b"/>
            <a:pathLst>
              <a:path w="56963" h="63848">
                <a:moveTo>
                  <a:pt x="0" y="0"/>
                </a:moveTo>
                <a:lnTo>
                  <a:pt x="54954" y="2563"/>
                </a:lnTo>
                <a:lnTo>
                  <a:pt x="56963" y="63848"/>
                </a:lnTo>
                <a:lnTo>
                  <a:pt x="2009" y="61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7045417" y="4247603"/>
            <a:ext cx="56963" cy="63848"/>
          </a:xfrm>
          <a:custGeom>
            <a:avLst/>
            <a:gdLst/>
            <a:ahLst/>
            <a:cxnLst/>
            <a:rect l="l" t="t" r="r" b="b"/>
            <a:pathLst>
              <a:path w="56963" h="63848">
                <a:moveTo>
                  <a:pt x="0" y="0"/>
                </a:moveTo>
                <a:lnTo>
                  <a:pt x="54954" y="2563"/>
                </a:lnTo>
                <a:lnTo>
                  <a:pt x="56963" y="63848"/>
                </a:lnTo>
                <a:lnTo>
                  <a:pt x="2009" y="61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7100370" y="4250166"/>
            <a:ext cx="56963" cy="63848"/>
          </a:xfrm>
          <a:custGeom>
            <a:avLst/>
            <a:gdLst/>
            <a:ahLst/>
            <a:cxnLst/>
            <a:rect l="l" t="t" r="r" b="b"/>
            <a:pathLst>
              <a:path w="56963" h="63848">
                <a:moveTo>
                  <a:pt x="0" y="0"/>
                </a:moveTo>
                <a:lnTo>
                  <a:pt x="54954" y="2563"/>
                </a:lnTo>
                <a:lnTo>
                  <a:pt x="56963" y="63848"/>
                </a:lnTo>
                <a:lnTo>
                  <a:pt x="2009" y="61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992471" y="4306325"/>
            <a:ext cx="56963" cy="63848"/>
          </a:xfrm>
          <a:custGeom>
            <a:avLst/>
            <a:gdLst/>
            <a:ahLst/>
            <a:cxnLst/>
            <a:rect l="l" t="t" r="r" b="b"/>
            <a:pathLst>
              <a:path w="56963" h="63848">
                <a:moveTo>
                  <a:pt x="0" y="0"/>
                </a:moveTo>
                <a:lnTo>
                  <a:pt x="54954" y="2563"/>
                </a:lnTo>
                <a:lnTo>
                  <a:pt x="56963" y="63848"/>
                </a:lnTo>
                <a:lnTo>
                  <a:pt x="2009" y="61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7102379" y="4311451"/>
            <a:ext cx="56963" cy="63848"/>
          </a:xfrm>
          <a:custGeom>
            <a:avLst/>
            <a:gdLst/>
            <a:ahLst/>
            <a:cxnLst/>
            <a:rect l="l" t="t" r="r" b="b"/>
            <a:pathLst>
              <a:path w="56963" h="63848">
                <a:moveTo>
                  <a:pt x="0" y="0"/>
                </a:moveTo>
                <a:lnTo>
                  <a:pt x="54954" y="2563"/>
                </a:lnTo>
                <a:lnTo>
                  <a:pt x="56963" y="63848"/>
                </a:lnTo>
                <a:lnTo>
                  <a:pt x="2009" y="6128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3797346" y="2612846"/>
            <a:ext cx="4162886" cy="924104"/>
          </a:xfrm>
          <a:prstGeom prst="line">
            <a:avLst/>
          </a:prstGeom>
          <a:noFill/>
          <a:ln w="9525">
            <a:solidFill>
              <a:srgbClr val="808080"/>
            </a:solidFill>
            <a:prstDash val="sysDash"/>
          </a:ln>
        </p:spPr>
      </p:sp>
      <p:sp>
        <p:nvSpPr>
          <p:cNvPr id="35" name="Shape 33"/>
          <p:cNvSpPr/>
          <p:nvPr/>
        </p:nvSpPr>
        <p:spPr>
          <a:xfrm flipV="1">
            <a:off x="6054781" y="1540556"/>
            <a:ext cx="378430" cy="3441121"/>
          </a:xfrm>
          <a:prstGeom prst="line">
            <a:avLst/>
          </a:prstGeom>
          <a:noFill/>
          <a:ln w="9525">
            <a:solidFill>
              <a:srgbClr val="808080"/>
            </a:solidFill>
            <a:prstDash val="sysDash"/>
          </a:ln>
        </p:spPr>
      </p:sp>
      <p:sp>
        <p:nvSpPr>
          <p:cNvPr id="36" name="Shape 34"/>
          <p:cNvSpPr/>
          <p:nvPr/>
        </p:nvSpPr>
        <p:spPr>
          <a:xfrm flipV="1">
            <a:off x="5209477" y="2943761"/>
            <a:ext cx="78570" cy="714446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5209477" y="3658206"/>
            <a:ext cx="967237" cy="214713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5246899" y="2902613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35566" y="3831772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5307245" y="2769191"/>
            <a:ext cx="967237" cy="214713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5559881" y="2562323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buNone/>
            </a:pPr>
            <a:r>
              <a:rPr lang="en-US" sz="123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235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23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1235" dirty="0"/>
          </a:p>
        </p:txBody>
      </p:sp>
      <p:sp>
        <p:nvSpPr>
          <p:cNvPr id="42" name="Shape 40"/>
          <p:cNvSpPr/>
          <p:nvPr/>
        </p:nvSpPr>
        <p:spPr>
          <a:xfrm flipH="1">
            <a:off x="6335205" y="3193657"/>
            <a:ext cx="78570" cy="714446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6323786" y="3467429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buNone/>
            </a:pPr>
            <a:r>
              <a:rPr lang="en-US" sz="123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235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23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1235" dirty="0"/>
          </a:p>
        </p:txBody>
      </p:sp>
      <p:sp>
        <p:nvSpPr>
          <p:cNvPr id="44" name="Shape 42"/>
          <p:cNvSpPr/>
          <p:nvPr/>
        </p:nvSpPr>
        <p:spPr>
          <a:xfrm>
            <a:off x="4196141" y="1585450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3542508" y="128062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buNone/>
            </a:pPr>
            <a:r>
              <a:rPr lang="en-US" sz="123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235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,TL</a:t>
            </a:r>
            <a:pPr algn="ctr" indent="0" marL="0">
              <a:buNone/>
            </a:pPr>
            <a:r>
              <a:rPr lang="en-US" sz="1235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endParaRPr lang="en-US" sz="1235" dirty="0"/>
          </a:p>
        </p:txBody>
      </p:sp>
      <p:sp>
        <p:nvSpPr>
          <p:cNvPr id="46" name="Shape 44"/>
          <p:cNvSpPr/>
          <p:nvPr/>
        </p:nvSpPr>
        <p:spPr>
          <a:xfrm>
            <a:off x="5206697" y="1711067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172167" y="1589773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buNone/>
            </a:pPr>
            <a:r>
              <a:rPr lang="en-US" sz="123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235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,TR</a:t>
            </a:r>
            <a:pPr algn="ctr" indent="0" marL="0">
              <a:buNone/>
            </a:pPr>
            <a:r>
              <a:rPr lang="en-US" sz="1235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endParaRPr lang="en-US" sz="1235" dirty="0"/>
          </a:p>
        </p:txBody>
      </p:sp>
      <p:sp>
        <p:nvSpPr>
          <p:cNvPr id="48" name="Shape 46"/>
          <p:cNvSpPr/>
          <p:nvPr/>
        </p:nvSpPr>
        <p:spPr>
          <a:xfrm>
            <a:off x="5150041" y="3598770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4999576" y="3782803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buNone/>
            </a:pPr>
            <a:r>
              <a:rPr lang="en-US" sz="123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235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,BR</a:t>
            </a:r>
            <a:pPr algn="ctr" indent="0" marL="0">
              <a:buNone/>
            </a:pPr>
            <a:r>
              <a:rPr lang="en-US" sz="1235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endParaRPr lang="en-US" sz="1235" dirty="0"/>
          </a:p>
        </p:txBody>
      </p:sp>
      <p:sp>
        <p:nvSpPr>
          <p:cNvPr id="50" name="Shape 48"/>
          <p:cNvSpPr/>
          <p:nvPr/>
        </p:nvSpPr>
        <p:spPr>
          <a:xfrm>
            <a:off x="4139485" y="3473153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474167" y="3557661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buNone/>
            </a:pPr>
            <a:r>
              <a:rPr lang="en-US" sz="123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235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,BL</a:t>
            </a:r>
            <a:pPr algn="ctr" indent="0" marL="0">
              <a:buNone/>
            </a:pPr>
            <a:r>
              <a:rPr lang="en-US" sz="1235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endParaRPr lang="en-US" sz="1235" dirty="0"/>
          </a:p>
        </p:txBody>
      </p:sp>
      <p:sp>
        <p:nvSpPr>
          <p:cNvPr id="52" name="Shape 50"/>
          <p:cNvSpPr/>
          <p:nvPr/>
        </p:nvSpPr>
        <p:spPr>
          <a:xfrm>
            <a:off x="6237993" y="1822870"/>
            <a:ext cx="82296" cy="8229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705840" y="2236066"/>
            <a:ext cx="82296" cy="8229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45619" y="3242255"/>
            <a:ext cx="82296" cy="8229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77771" y="2829059"/>
            <a:ext cx="82296" cy="8229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774849" y="3633188"/>
            <a:ext cx="82296" cy="8229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06660" y="3657991"/>
            <a:ext cx="82296" cy="8229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343595" y="4784847"/>
            <a:ext cx="82296" cy="8229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811784" y="4760044"/>
            <a:ext cx="82296" cy="8229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263013" y="1397125"/>
            <a:ext cx="1010556" cy="125617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  <a:headEnd type="triangle"/>
            <a:tailEnd type="triangle"/>
          </a:ln>
        </p:spPr>
      </p:sp>
      <p:sp>
        <p:nvSpPr>
          <p:cNvPr id="61" name="Text 59"/>
          <p:cNvSpPr txBox="1"/>
          <p:nvPr/>
        </p:nvSpPr>
        <p:spPr>
          <a:xfrm>
            <a:off x="4589660" y="119034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ctr" indent="0" marL="0">
              <a:buNone/>
            </a:pPr>
            <a:r>
              <a:rPr lang="en-US" sz="123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235" dirty="0"/>
          </a:p>
        </p:txBody>
      </p:sp>
      <p:sp>
        <p:nvSpPr>
          <p:cNvPr id="62" name="Shape 60"/>
          <p:cNvSpPr/>
          <p:nvPr/>
        </p:nvSpPr>
        <p:spPr>
          <a:xfrm flipH="1">
            <a:off x="3959579" y="1615135"/>
            <a:ext cx="56656" cy="1887703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  <a:headEnd type="triangle"/>
            <a:tailEnd type="triangle"/>
          </a:ln>
        </p:spPr>
      </p:sp>
      <p:sp>
        <p:nvSpPr>
          <p:cNvPr id="63" name="Text 61"/>
          <p:cNvSpPr txBox="1"/>
          <p:nvPr/>
        </p:nvSpPr>
        <p:spPr>
          <a:xfrm>
            <a:off x="3645465" y="24111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3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23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235" dirty="0"/>
          </a:p>
        </p:txBody>
      </p:sp>
      <p:sp>
        <p:nvSpPr>
          <p:cNvPr id="64" name="Shape 62"/>
          <p:cNvSpPr/>
          <p:nvPr/>
        </p:nvSpPr>
        <p:spPr>
          <a:xfrm>
            <a:off x="4732527" y="2651546"/>
            <a:ext cx="164880" cy="20495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897407" y="2672042"/>
            <a:ext cx="393585" cy="48924"/>
          </a:xfrm>
          <a:prstGeom prst="line">
            <a:avLst/>
          </a:prstGeom>
          <a:noFill/>
          <a:ln w="2540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66" name="Text 64"/>
          <p:cNvSpPr txBox="1"/>
          <p:nvPr/>
        </p:nvSpPr>
        <p:spPr>
          <a:xfrm>
            <a:off x="5209175" y="2783145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330" i="1" baseline="-400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330" dirty="0"/>
          </a:p>
        </p:txBody>
      </p:sp>
      <p:sp>
        <p:nvSpPr>
          <p:cNvPr id="67" name="Shape 65"/>
          <p:cNvSpPr/>
          <p:nvPr/>
        </p:nvSpPr>
        <p:spPr>
          <a:xfrm flipV="1">
            <a:off x="4732527" y="2468675"/>
            <a:ext cx="5489" cy="182871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4738015" y="2032144"/>
            <a:ext cx="13102" cy="436531"/>
          </a:xfrm>
          <a:prstGeom prst="line">
            <a:avLst/>
          </a:prstGeom>
          <a:noFill/>
          <a:ln w="2540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69" name="Text 67"/>
          <p:cNvSpPr txBox="1"/>
          <p:nvPr/>
        </p:nvSpPr>
        <p:spPr>
          <a:xfrm>
            <a:off x="4571778" y="178614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330" i="1" baseline="-400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330" dirty="0"/>
          </a:p>
        </p:txBody>
      </p:sp>
      <p:sp>
        <p:nvSpPr>
          <p:cNvPr id="70" name="Shape 68"/>
          <p:cNvSpPr/>
          <p:nvPr/>
        </p:nvSpPr>
        <p:spPr>
          <a:xfrm flipH="1">
            <a:off x="4454880" y="2651546"/>
            <a:ext cx="277647" cy="89034"/>
          </a:xfrm>
          <a:prstGeom prst="line">
            <a:avLst/>
          </a:prstGeom>
          <a:noFill/>
          <a:ln w="2540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71" name="Text 69"/>
          <p:cNvSpPr txBox="1"/>
          <p:nvPr/>
        </p:nvSpPr>
        <p:spPr>
          <a:xfrm>
            <a:off x="4147059" y="2652629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3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330" i="1" baseline="-400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330" dirty="0"/>
          </a:p>
        </p:txBody>
      </p:sp>
      <p:sp>
        <p:nvSpPr>
          <p:cNvPr id="72" name="Shape 70"/>
          <p:cNvSpPr/>
          <p:nvPr/>
        </p:nvSpPr>
        <p:spPr>
          <a:xfrm>
            <a:off x="4691379" y="2610398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255284" y="3158474"/>
            <a:ext cx="1041733" cy="383641"/>
          </a:xfrm>
          <a:prstGeom prst="line">
            <a:avLst/>
          </a:prstGeom>
          <a:noFill/>
          <a:ln w="15875">
            <a:solidFill>
              <a:srgbClr val="000000"/>
            </a:solidFill>
            <a:prstDash val="dash"/>
            <a:tailEnd type="triangle"/>
          </a:ln>
        </p:spPr>
      </p:sp>
      <p:sp>
        <p:nvSpPr>
          <p:cNvPr id="74" name="Shape 72"/>
          <p:cNvSpPr/>
          <p:nvPr/>
        </p:nvSpPr>
        <p:spPr>
          <a:xfrm flipV="1">
            <a:off x="7297017" y="3452063"/>
            <a:ext cx="280822" cy="90052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tailEnd type="triangle"/>
          </a:ln>
        </p:spPr>
      </p:sp>
      <p:sp>
        <p:nvSpPr>
          <p:cNvPr id="75" name="Text 73"/>
          <p:cNvSpPr txBox="1"/>
          <p:nvPr/>
        </p:nvSpPr>
        <p:spPr>
          <a:xfrm>
            <a:off x="7370169" y="34323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42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425" dirty="0"/>
          </a:p>
        </p:txBody>
      </p:sp>
      <p:sp>
        <p:nvSpPr>
          <p:cNvPr id="76" name="Shape 74"/>
          <p:cNvSpPr/>
          <p:nvPr/>
        </p:nvSpPr>
        <p:spPr>
          <a:xfrm>
            <a:off x="6255284" y="3158474"/>
            <a:ext cx="766042" cy="170051"/>
          </a:xfrm>
          <a:prstGeom prst="line">
            <a:avLst/>
          </a:prstGeom>
          <a:noFill/>
          <a:ln w="349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V="1">
            <a:off x="6255284" y="2372909"/>
            <a:ext cx="86391" cy="785565"/>
          </a:xfrm>
          <a:prstGeom prst="line">
            <a:avLst/>
          </a:prstGeom>
          <a:noFill/>
          <a:ln w="349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 flipH="1">
            <a:off x="5811049" y="3158474"/>
            <a:ext cx="444235" cy="142454"/>
          </a:xfrm>
          <a:prstGeom prst="line">
            <a:avLst/>
          </a:prstGeom>
          <a:noFill/>
          <a:ln w="349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9" name="Text 77"/>
          <p:cNvSpPr txBox="1"/>
          <p:nvPr/>
        </p:nvSpPr>
        <p:spPr>
          <a:xfrm>
            <a:off x="6910581" y="2922909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61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endParaRPr lang="en-US" sz="1615" dirty="0"/>
          </a:p>
        </p:txBody>
      </p:sp>
      <p:sp>
        <p:nvSpPr>
          <p:cNvPr id="80" name="Text 78"/>
          <p:cNvSpPr txBox="1"/>
          <p:nvPr/>
        </p:nvSpPr>
        <p:spPr>
          <a:xfrm>
            <a:off x="5974905" y="23529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61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615" dirty="0"/>
          </a:p>
        </p:txBody>
      </p:sp>
      <p:sp>
        <p:nvSpPr>
          <p:cNvPr id="81" name="Text 79"/>
          <p:cNvSpPr txBox="1"/>
          <p:nvPr/>
        </p:nvSpPr>
        <p:spPr>
          <a:xfrm>
            <a:off x="5590595" y="319047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endParaRPr lang="en-US" sz="1615" dirty="0"/>
          </a:p>
        </p:txBody>
      </p:sp>
      <p:sp>
        <p:nvSpPr>
          <p:cNvPr id="82" name="Shape 80"/>
          <p:cNvSpPr/>
          <p:nvPr/>
        </p:nvSpPr>
        <p:spPr>
          <a:xfrm>
            <a:off x="6255284" y="3012999"/>
            <a:ext cx="148074" cy="174794"/>
          </a:xfrm>
          <a:custGeom>
            <a:avLst/>
            <a:gdLst/>
            <a:ahLst/>
            <a:cxnLst/>
            <a:rect l="l" t="t" r="r" b="b"/>
            <a:pathLst>
              <a:path w="148074" h="174794">
                <a:moveTo>
                  <a:pt x="0" y="145475"/>
                </a:moveTo>
                <a:lnTo>
                  <a:pt x="132076" y="174794"/>
                </a:lnTo>
                <a:lnTo>
                  <a:pt x="148074" y="29319"/>
                </a:lnTo>
                <a:lnTo>
                  <a:pt x="15998" y="0"/>
                </a:lnTo>
                <a:close/>
              </a:path>
            </a:pathLst>
          </a:custGeom>
          <a:ln w="9525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186704" y="3089894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6044972" y="324991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615" dirty="0"/>
          </a:p>
        </p:txBody>
      </p:sp>
      <p:sp>
        <p:nvSpPr>
          <p:cNvPr id="85" name="Shape 83"/>
          <p:cNvSpPr/>
          <p:nvPr/>
        </p:nvSpPr>
        <p:spPr>
          <a:xfrm>
            <a:off x="1927804" y="3882934"/>
            <a:ext cx="236126" cy="436327"/>
          </a:xfrm>
          <a:custGeom>
            <a:avLst/>
            <a:gdLst/>
            <a:ahLst/>
            <a:cxnLst/>
            <a:rect l="l" t="t" r="r" b="b"/>
            <a:pathLst>
              <a:path w="236126" h="436327">
                <a:moveTo>
                  <a:pt x="0" y="349368"/>
                </a:moveTo>
                <a:lnTo>
                  <a:pt x="236126" y="436327"/>
                </a:lnTo>
                <a:lnTo>
                  <a:pt x="236126" y="86959"/>
                </a:lnTo>
                <a:lnTo>
                  <a:pt x="0" y="0"/>
                </a:lnTo>
                <a:close/>
              </a:path>
            </a:pathLst>
          </a:custGeom>
          <a:solidFill>
            <a:srgbClr val="67676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2163930" y="3753258"/>
            <a:ext cx="493173" cy="657634"/>
          </a:xfrm>
          <a:custGeom>
            <a:avLst/>
            <a:gdLst/>
            <a:ahLst/>
            <a:cxnLst/>
            <a:rect l="l" t="t" r="r" b="b"/>
            <a:pathLst>
              <a:path w="493173" h="657634">
                <a:moveTo>
                  <a:pt x="0" y="566003"/>
                </a:moveTo>
                <a:lnTo>
                  <a:pt x="0" y="216635"/>
                </a:lnTo>
                <a:lnTo>
                  <a:pt x="493173" y="0"/>
                </a:lnTo>
                <a:lnTo>
                  <a:pt x="493173" y="657634"/>
                </a:lnTo>
                <a:close/>
              </a:path>
            </a:pathLst>
          </a:custGeom>
          <a:solidFill>
            <a:srgbClr val="6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927804" y="3589571"/>
            <a:ext cx="729300" cy="380322"/>
          </a:xfrm>
          <a:custGeom>
            <a:avLst/>
            <a:gdLst/>
            <a:ahLst/>
            <a:cxnLst/>
            <a:rect l="l" t="t" r="r" b="b"/>
            <a:pathLst>
              <a:path w="729300" h="380322">
                <a:moveTo>
                  <a:pt x="236126" y="380322"/>
                </a:moveTo>
                <a:lnTo>
                  <a:pt x="0" y="293363"/>
                </a:lnTo>
                <a:lnTo>
                  <a:pt x="284827" y="0"/>
                </a:lnTo>
                <a:lnTo>
                  <a:pt x="729300" y="163687"/>
                </a:lnTo>
                <a:close/>
              </a:path>
            </a:pathLst>
          </a:custGeom>
          <a:solidFill>
            <a:srgbClr val="8B8B8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427127" y="3879700"/>
            <a:ext cx="910425" cy="893703"/>
          </a:xfrm>
          <a:custGeom>
            <a:avLst/>
            <a:gdLst/>
            <a:ahLst/>
            <a:cxnLst/>
            <a:rect l="l" t="t" r="r" b="b"/>
            <a:pathLst>
              <a:path w="910425" h="893703">
                <a:moveTo>
                  <a:pt x="0" y="893703"/>
                </a:moveTo>
                <a:lnTo>
                  <a:pt x="0" y="236070"/>
                </a:lnTo>
                <a:lnTo>
                  <a:pt x="910425" y="0"/>
                </a:lnTo>
                <a:lnTo>
                  <a:pt x="910425" y="657634"/>
                </a:lnTo>
                <a:close/>
              </a:path>
            </a:pathLst>
          </a:custGeom>
          <a:solidFill>
            <a:srgbClr val="64646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43756" y="3664861"/>
            <a:ext cx="1493796" cy="450909"/>
          </a:xfrm>
          <a:custGeom>
            <a:avLst/>
            <a:gdLst/>
            <a:ahLst/>
            <a:cxnLst/>
            <a:rect l="l" t="t" r="r" b="b"/>
            <a:pathLst>
              <a:path w="1493796" h="450909">
                <a:moveTo>
                  <a:pt x="0" y="236070"/>
                </a:moveTo>
                <a:lnTo>
                  <a:pt x="910425" y="0"/>
                </a:lnTo>
                <a:lnTo>
                  <a:pt x="1493796" y="214839"/>
                </a:lnTo>
                <a:lnTo>
                  <a:pt x="583371" y="450909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43756" y="3900931"/>
            <a:ext cx="583371" cy="872473"/>
          </a:xfrm>
          <a:custGeom>
            <a:avLst/>
            <a:gdLst/>
            <a:ahLst/>
            <a:cxnLst/>
            <a:rect l="l" t="t" r="r" b="b"/>
            <a:pathLst>
              <a:path w="583371" h="872473">
                <a:moveTo>
                  <a:pt x="0" y="657634"/>
                </a:moveTo>
                <a:lnTo>
                  <a:pt x="0" y="0"/>
                </a:lnTo>
                <a:lnTo>
                  <a:pt x="583371" y="214839"/>
                </a:lnTo>
                <a:lnTo>
                  <a:pt x="583371" y="872473"/>
                </a:lnTo>
                <a:close/>
              </a:path>
            </a:pathLst>
          </a:custGeom>
          <a:solidFill>
            <a:srgbClr val="A1A1A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2434867" y="2698750"/>
            <a:ext cx="2217242" cy="1301481"/>
          </a:xfrm>
          <a:prstGeom prst="line">
            <a:avLst/>
          </a:prstGeom>
          <a:noFill/>
          <a:ln w="22225">
            <a:solidFill>
              <a:srgbClr val="404040"/>
            </a:solidFill>
            <a:prstDash val="dash"/>
            <a:tailEnd type="triangle"/>
          </a:ln>
        </p:spPr>
      </p:sp>
      <p:sp>
        <p:nvSpPr>
          <p:cNvPr id="92" name="Text 90"/>
          <p:cNvSpPr txBox="1"/>
          <p:nvPr/>
        </p:nvSpPr>
        <p:spPr>
          <a:xfrm>
            <a:off x="3240214" y="3027563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buNone/>
            </a:pPr>
            <a:r>
              <a:rPr lang="en-US" sz="161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615" dirty="0"/>
          </a:p>
        </p:txBody>
      </p:sp>
      <p:sp>
        <p:nvSpPr>
          <p:cNvPr id="93" name="Text 91"/>
          <p:cNvSpPr txBox="1"/>
          <p:nvPr/>
        </p:nvSpPr>
        <p:spPr>
          <a:xfrm>
            <a:off x="4848180" y="2222995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52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520" dirty="0"/>
          </a:p>
        </p:txBody>
      </p:sp>
      <p:sp>
        <p:nvSpPr>
          <p:cNvPr id="94" name="Shape 92"/>
          <p:cNvSpPr/>
          <p:nvPr/>
        </p:nvSpPr>
        <p:spPr>
          <a:xfrm>
            <a:off x="2434867" y="4000232"/>
            <a:ext cx="902835" cy="332489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5" name="Text 93"/>
          <p:cNvSpPr txBox="1"/>
          <p:nvPr/>
        </p:nvSpPr>
        <p:spPr>
          <a:xfrm>
            <a:off x="3363169" y="4272289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52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520" dirty="0"/>
          </a:p>
        </p:txBody>
      </p:sp>
      <p:sp>
        <p:nvSpPr>
          <p:cNvPr id="96" name="Shape 94"/>
          <p:cNvSpPr/>
          <p:nvPr/>
        </p:nvSpPr>
        <p:spPr>
          <a:xfrm>
            <a:off x="2434867" y="4000232"/>
            <a:ext cx="0" cy="770664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7" name="Text 95"/>
          <p:cNvSpPr txBox="1"/>
          <p:nvPr/>
        </p:nvSpPr>
        <p:spPr>
          <a:xfrm>
            <a:off x="2251987" y="494200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52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520" dirty="0"/>
          </a:p>
        </p:txBody>
      </p:sp>
      <p:sp>
        <p:nvSpPr>
          <p:cNvPr id="98" name="Shape 96"/>
          <p:cNvSpPr/>
          <p:nvPr/>
        </p:nvSpPr>
        <p:spPr>
          <a:xfrm flipV="1">
            <a:off x="2434867" y="3742701"/>
            <a:ext cx="993191" cy="257531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9" name="Text 97"/>
          <p:cNvSpPr txBox="1"/>
          <p:nvPr/>
        </p:nvSpPr>
        <p:spPr>
          <a:xfrm>
            <a:off x="2925139" y="3788421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52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520" dirty="0"/>
          </a:p>
        </p:txBody>
      </p:sp>
      <p:sp>
        <p:nvSpPr>
          <p:cNvPr id="100" name="Shape 98"/>
          <p:cNvSpPr/>
          <p:nvPr/>
        </p:nvSpPr>
        <p:spPr>
          <a:xfrm>
            <a:off x="2389147" y="3954512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240307" y="532611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algn="l" indent="0" marL="0">
              <a:buNone/>
            </a:pPr>
            <a:r>
              <a:rPr lang="en-US" sz="114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14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</a:t>
            </a:r>
            <a:pPr algn="l" indent="0" marL="0">
              <a:buNone/>
            </a:pPr>
            <a:r>
              <a:rPr lang="en-US" sz="114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{</a:t>
            </a:r>
            <a:pPr algn="l" indent="0" marL="0">
              <a:buNone/>
            </a:pPr>
            <a:r>
              <a:rPr lang="en-US" sz="114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l" indent="0" marL="0">
              <a:buNone/>
            </a:pPr>
            <a:r>
              <a:rPr lang="en-US" sz="114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1400" dirty="0"/>
          </a:p>
        </p:txBody>
      </p:sp>
      <p:sp>
        <p:nvSpPr>
          <p:cNvPr id="102" name="Text 100"/>
          <p:cNvSpPr txBox="1"/>
          <p:nvPr/>
        </p:nvSpPr>
        <p:spPr>
          <a:xfrm>
            <a:off x="3589214" y="4048145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</a:t>
            </a:r>
            <a:pPr algn="ctr" indent="0" marL="0">
              <a:buNone/>
            </a:pPr>
            <a:r>
              <a:rPr lang="en-US" sz="1140" b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140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</a:t>
            </a:r>
            <a:pPr algn="ctr" indent="0" marL="0">
              <a:buNone/>
            </a:pPr>
            <a:r>
              <a:rPr lang="en-US" sz="1140" b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{</a:t>
            </a:r>
            <a:pPr algn="ctr" indent="0" marL="0">
              <a:buNone/>
            </a:pPr>
            <a:r>
              <a:rPr lang="en-US" sz="1140" b="1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pPr algn="ctr" indent="0" marL="0">
              <a:buNone/>
            </a:pPr>
            <a:r>
              <a:rPr lang="en-US" sz="1140" b="1" i="1" baseline="-400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140" b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1400" dirty="0"/>
          </a:p>
        </p:txBody>
      </p:sp>
      <p:sp>
        <p:nvSpPr>
          <p:cNvPr id="103" name="Text 101"/>
          <p:cNvSpPr txBox="1"/>
          <p:nvPr/>
        </p:nvSpPr>
        <p:spPr>
          <a:xfrm>
            <a:off x="4822628" y="535332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4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r" indent="0" marL="0">
              <a:buNone/>
            </a:pPr>
            <a:r>
              <a:rPr lang="en-US" sz="114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r" indent="0" marL="0">
              <a:buNone/>
            </a:pPr>
            <a:r>
              <a:rPr lang="en-US" sz="114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r" indent="0" marL="0">
              <a:buNone/>
            </a:pPr>
            <a:r>
              <a:rPr lang="en-US" sz="114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r" indent="0" marL="0">
              <a:buNone/>
            </a:pPr>
            <a:r>
              <a:rPr lang="en-US" sz="114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</a:t>
            </a:r>
            <a:pPr algn="r" indent="0" marL="0">
              <a:buNone/>
            </a:pPr>
            <a:r>
              <a:rPr lang="en-US" sz="114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pPr algn="r" indent="0" marL="0">
              <a:buNone/>
            </a:pPr>
            <a:r>
              <a:rPr lang="en-US" sz="114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r" indent="0" marL="0">
              <a:buNone/>
            </a:pPr>
            <a:r>
              <a:rPr lang="en-US" sz="114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; </a:t>
            </a:r>
            <a:pPr algn="r" indent="0" marL="0">
              <a:buNone/>
            </a:pPr>
            <a:r>
              <a:rPr lang="en-US" sz="114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r" indent="0" marL="0">
              <a:buNone/>
            </a:pPr>
            <a:r>
              <a:rPr lang="en-US" sz="1140" b="1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r" indent="0" marL="0">
              <a:buNone/>
            </a:pPr>
            <a:r>
              <a:rPr lang="en-US" sz="114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r" indent="0" marL="0">
              <a:buNone/>
            </a:pPr>
            <a:r>
              <a:rPr lang="en-US" sz="114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r" indent="0" marL="0">
              <a:buNone/>
            </a:pPr>
            <a:r>
              <a:rPr lang="en-US" sz="1140" b="1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r" indent="0" marL="0">
              <a:buNone/>
            </a:pPr>
            <a:r>
              <a:rPr lang="en-US" sz="114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</p:txBody>
      </p:sp>
      <p:sp>
        <p:nvSpPr>
          <p:cNvPr id="104" name="Shape 102"/>
          <p:cNvSpPr/>
          <p:nvPr/>
        </p:nvSpPr>
        <p:spPr>
          <a:xfrm>
            <a:off x="8321040" y="365760"/>
            <a:ext cx="3611880" cy="104241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403336" y="438912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8403336" y="438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7" name="Text 105"/>
          <p:cNvSpPr txBox="1"/>
          <p:nvPr/>
        </p:nvSpPr>
        <p:spPr>
          <a:xfrm>
            <a:off x="8759952" y="42976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{</a:t>
            </a:r>
            <a:pPr algn="l" indent="0" marL="0">
              <a:buNone/>
            </a:pPr>
            <a:r>
              <a:rPr lang="en-US" sz="12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1400" dirty="0"/>
          </a:p>
        </p:txBody>
      </p:sp>
      <p:sp>
        <p:nvSpPr>
          <p:cNvPr id="108" name="Text 106"/>
          <p:cNvSpPr txBox="1"/>
          <p:nvPr/>
        </p:nvSpPr>
        <p:spPr>
          <a:xfrm>
            <a:off x="8430768" y="749808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원점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광학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 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광축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spcAft>
                <a:spcPts val="200"/>
              </a:spcAft>
              <a:buNone/>
            </a:pPr>
            <a:r>
              <a:rPr lang="en-US" sz="13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{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</a:t>
            </a:r>
            <a:endParaRPr lang="en-US" sz="1400" dirty="0"/>
          </a:p>
        </p:txBody>
      </p:sp>
      <p:sp>
        <p:nvSpPr>
          <p:cNvPr id="109" name="Shape 107"/>
          <p:cNvSpPr/>
          <p:nvPr/>
        </p:nvSpPr>
        <p:spPr>
          <a:xfrm>
            <a:off x="8321040" y="1517904"/>
            <a:ext cx="3611880" cy="104241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403336" y="1591056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1" name="Text 109"/>
          <p:cNvSpPr txBox="1"/>
          <p:nvPr/>
        </p:nvSpPr>
        <p:spPr>
          <a:xfrm>
            <a:off x="8403336" y="15910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12" name="Text 110"/>
          <p:cNvSpPr txBox="1"/>
          <p:nvPr/>
        </p:nvSpPr>
        <p:spPr>
          <a:xfrm>
            <a:off x="8759952" y="158191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{</a:t>
            </a:r>
            <a:pPr algn="l" indent="0" marL="0">
              <a:buNone/>
            </a:pPr>
            <a:r>
              <a:rPr lang="en-US" sz="12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pPr algn="l" indent="0" marL="0">
              <a:buNone/>
            </a:pPr>
            <a:r>
              <a:rPr lang="en-US" sz="1200" b="1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1400" dirty="0"/>
          </a:p>
        </p:txBody>
      </p:sp>
      <p:sp>
        <p:nvSpPr>
          <p:cNvPr id="113" name="Text 111"/>
          <p:cNvSpPr txBox="1"/>
          <p:nvPr/>
        </p:nvSpPr>
        <p:spPr>
          <a:xfrm>
            <a:off x="8430768" y="1901952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원점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중심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 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: 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법선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200"/>
              </a:spcAft>
              <a:buNone/>
            </a:pPr>
            <a:r>
              <a:rPr lang="en-US" sz="13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(±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/2, ±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/2, 0)</a:t>
            </a:r>
            <a:pPr algn="ctr" indent="0" marL="0">
              <a:spcAft>
                <a:spcPts val="200"/>
              </a:spcAft>
              <a:buNone/>
            </a:pPr>
            <a:r>
              <a:rPr lang="en-US" sz="13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endParaRPr lang="en-US" sz="1400" dirty="0"/>
          </a:p>
        </p:txBody>
      </p:sp>
      <p:sp>
        <p:nvSpPr>
          <p:cNvPr id="114" name="Shape 112"/>
          <p:cNvSpPr/>
          <p:nvPr/>
        </p:nvSpPr>
        <p:spPr>
          <a:xfrm>
            <a:off x="8321040" y="2670048"/>
            <a:ext cx="3611880" cy="104241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8403336" y="2743200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6" name="Text 114"/>
          <p:cNvSpPr txBox="1"/>
          <p:nvPr/>
        </p:nvSpPr>
        <p:spPr>
          <a:xfrm>
            <a:off x="8403336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17" name="Text 115"/>
          <p:cNvSpPr txBox="1"/>
          <p:nvPr/>
        </p:nvSpPr>
        <p:spPr>
          <a:xfrm>
            <a:off x="8759952" y="2734056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{</a:t>
            </a:r>
            <a:pPr algn="l" indent="0" marL="0">
              <a:buNone/>
            </a:pPr>
            <a:r>
              <a:rPr lang="en-US" sz="12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pPr algn="l" indent="0" marL="0">
              <a:buNone/>
            </a:pPr>
            <a:r>
              <a:rPr lang="en-US" sz="1200" b="1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 → {</a:t>
            </a:r>
            <a:pPr algn="l" indent="0" marL="0">
              <a:buNone/>
            </a:pPr>
            <a:r>
              <a:rPr lang="en-US" sz="12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 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변환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마커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자세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</p:txBody>
      </p:sp>
      <p:sp>
        <p:nvSpPr>
          <p:cNvPr id="118" name="Text 116"/>
          <p:cNvSpPr txBox="1"/>
          <p:nvPr/>
        </p:nvSpPr>
        <p:spPr>
          <a:xfrm>
            <a:off x="8430768" y="3054096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spcAft>
                <a:spcPts val="2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2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2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200"/>
              </a:spcAft>
              <a:buNone/>
            </a:pPr>
            <a:r>
              <a:rPr lang="en-US" sz="15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pPr algn="ctr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spcAft>
                <a:spcPts val="2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spcAft>
                <a:spcPts val="2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spcAft>
                <a:spcPts val="2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spcAft>
                <a:spcPts val="2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200"/>
              </a:spcAft>
              <a:buNone/>
            </a:pPr>
            <a:r>
              <a:rPr lang="en-US" sz="15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2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200"/>
              </a:spcAft>
              <a:buNone/>
            </a:pPr>
            <a:r>
              <a:rPr lang="en-US" sz="15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device</a:t>
            </a:r>
            <a:pPr algn="ctr"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ctr" indent="0" marL="0">
              <a:spcAft>
                <a:spcPts val="200"/>
              </a:spcAft>
              <a:buNone/>
            </a:pPr>
            <a:r>
              <a:rPr lang="en-US" sz="15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spcAft>
                <a:spcPts val="200"/>
              </a:spcAft>
              <a:buNone/>
            </a:pPr>
            <a:r>
              <a:rPr lang="en-US" sz="15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400" dirty="0"/>
          </a:p>
        </p:txBody>
      </p:sp>
      <p:sp>
        <p:nvSpPr>
          <p:cNvPr id="119" name="Shape 117"/>
          <p:cNvSpPr/>
          <p:nvPr/>
        </p:nvSpPr>
        <p:spPr>
          <a:xfrm>
            <a:off x="8321040" y="3822192"/>
            <a:ext cx="3611880" cy="104241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8403336" y="3895344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1" name="Text 119"/>
          <p:cNvSpPr txBox="1"/>
          <p:nvPr/>
        </p:nvSpPr>
        <p:spPr>
          <a:xfrm>
            <a:off x="8403336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22" name="Text 120"/>
          <p:cNvSpPr txBox="1"/>
          <p:nvPr/>
        </p:nvSpPr>
        <p:spPr>
          <a:xfrm>
            <a:off x="8759952" y="388620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기준축</a:t>
            </a:r>
            <a:endParaRPr lang="en-US" sz="1400" dirty="0"/>
          </a:p>
        </p:txBody>
      </p:sp>
      <p:sp>
        <p:nvSpPr>
          <p:cNvPr id="123" name="Text 121"/>
          <p:cNvSpPr txBox="1"/>
          <p:nvPr/>
        </p:nvSpPr>
        <p:spPr>
          <a:xfrm>
            <a:off x="8430768" y="4206240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∥ (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−1)</a:t>
            </a:r>
            <a:pPr algn="ctr" indent="0" marL="0">
              <a:spcAft>
                <a:spcPts val="200"/>
              </a:spcAft>
              <a:buNone/>
            </a:pPr>
            <a:r>
              <a:rPr lang="en-US" sz="13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  </a:t>
            </a:r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(</a:t>
            </a:r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spcAft>
                <a:spcPts val="200"/>
              </a:spcAft>
              <a:buNone/>
            </a:pPr>
            <a:r>
              <a:rPr lang="en-US" sz="13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/ ‖</a:t>
            </a:r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‖,   </a:t>
            </a:r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endParaRPr lang="en-US" sz="1400" dirty="0"/>
          </a:p>
        </p:txBody>
      </p:sp>
      <p:sp>
        <p:nvSpPr>
          <p:cNvPr id="124" name="Shape 122"/>
          <p:cNvSpPr/>
          <p:nvPr/>
        </p:nvSpPr>
        <p:spPr>
          <a:xfrm>
            <a:off x="8321040" y="4974336"/>
            <a:ext cx="3611880" cy="1042416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8403336" y="5047488"/>
            <a:ext cx="274320" cy="274320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6" name="Text 124"/>
          <p:cNvSpPr txBox="1"/>
          <p:nvPr/>
        </p:nvSpPr>
        <p:spPr>
          <a:xfrm>
            <a:off x="8403336" y="50474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27" name="Text 125"/>
          <p:cNvSpPr txBox="1"/>
          <p:nvPr/>
        </p:nvSpPr>
        <p:spPr>
          <a:xfrm>
            <a:off x="8759952" y="5038344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2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차원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</a:t>
            </a:r>
            <a:endParaRPr lang="en-US" sz="1400" dirty="0"/>
          </a:p>
        </p:txBody>
      </p:sp>
      <p:sp>
        <p:nvSpPr>
          <p:cNvPr id="128" name="Text 126"/>
          <p:cNvSpPr txBox="1"/>
          <p:nvPr/>
        </p:nvSpPr>
        <p:spPr>
          <a:xfrm>
            <a:off x="8430768" y="5358384"/>
            <a:ext cx="339242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</a:t>
            </a:r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200"/>
              </a:spcAft>
              <a:buNone/>
            </a:pPr>
            <a:r>
              <a:rPr lang="en-US" sz="13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ctr" indent="0" marL="0">
              <a:spcAft>
                <a:spcPts val="200"/>
              </a:spcAft>
              <a:buNone/>
            </a:pPr>
            <a:r>
              <a:rPr lang="en-US" sz="13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endParaRPr lang="en-US" sz="14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30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(</a:t>
            </a:r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spcAft>
                <a:spcPts val="200"/>
              </a:spcAft>
              <a:buNone/>
            </a:pPr>
            <a:r>
              <a:rPr lang="en-US" sz="130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pPr algn="ctr" indent="0" marL="0">
              <a:spcAft>
                <a:spcPts val="200"/>
              </a:spcAft>
              <a:buNone/>
            </a:pPr>
            <a:r>
              <a:rPr lang="en-US" sz="13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− </a:t>
            </a:r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ctr"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pPr algn="ctr" indent="0" marL="0">
              <a:spcAft>
                <a:spcPts val="200"/>
              </a:spcAft>
              <a:buNone/>
            </a:pPr>
            <a:r>
              <a:rPr lang="en-US" sz="1300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spcAft>
                <a:spcPts val="200"/>
              </a:spcAft>
              <a:buNone/>
            </a:pPr>
            <a:r>
              <a:rPr lang="en-US" sz="130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spcAft>
                <a:spcPts val="200"/>
              </a:spcAft>
              <a:buNone/>
            </a:pPr>
            <a:r>
              <a:rPr lang="en-US" sz="130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400" dirty="0"/>
          </a:p>
        </p:txBody>
      </p:sp>
      <p:sp>
        <p:nvSpPr>
          <p:cNvPr id="129" name="Text 127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3.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좌표계와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좌표계의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3136" y="274320"/>
            <a:ext cx="6088235" cy="5852160"/>
          </a:xfrm>
          <a:custGeom>
            <a:avLst/>
            <a:gdLst/>
            <a:ahLst/>
            <a:cxnLst/>
            <a:rect l="l" t="t" r="r" b="b"/>
            <a:pathLst>
              <a:path w="6088235" h="5852160">
                <a:moveTo>
                  <a:pt x="507336" y="0"/>
                </a:moveTo>
                <a:lnTo>
                  <a:pt x="6088235" y="1238883"/>
                </a:lnTo>
                <a:lnTo>
                  <a:pt x="5580899" y="5852160"/>
                </a:lnTo>
                <a:lnTo>
                  <a:pt x="0" y="4613277"/>
                </a:lnTo>
                <a:close/>
              </a:path>
            </a:pathLst>
          </a:custGeom>
          <a:solidFill>
            <a:srgbClr val="F2F2F2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16016" y="4997325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6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l" indent="0" marL="0">
              <a:buNone/>
            </a:pPr>
            <a:r>
              <a:rPr lang="en-US" sz="126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26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l" indent="0" marL="0">
              <a:buNone/>
            </a:pPr>
            <a:r>
              <a:rPr lang="en-US" sz="126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</a:t>
            </a:r>
            <a:pPr algn="l" indent="0" marL="0">
              <a:buNone/>
            </a:pPr>
            <a:r>
              <a:rPr lang="en-US" sz="126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l" indent="0" marL="0">
              <a:buNone/>
            </a:pPr>
            <a:r>
              <a:rPr lang="en-US" sz="126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l" indent="0" marL="0">
              <a:buNone/>
            </a:pPr>
            <a:r>
              <a:rPr lang="en-US" sz="126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ax</a:t>
            </a:r>
            <a:pPr algn="l" indent="0" marL="0">
              <a:buNone/>
            </a:pPr>
            <a:r>
              <a:rPr lang="en-US" sz="126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l" indent="0" marL="0">
              <a:buNone/>
            </a:pPr>
            <a:r>
              <a:rPr lang="en-US" sz="126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by</a:t>
            </a:r>
            <a:pPr algn="l" indent="0" marL="0">
              <a:buNone/>
            </a:pPr>
            <a:r>
              <a:rPr lang="en-US" sz="126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l" indent="0" marL="0">
              <a:buNone/>
            </a:pPr>
            <a:r>
              <a:rPr lang="en-US" sz="126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950463" y="992686"/>
            <a:ext cx="1610414" cy="3005099"/>
          </a:xfrm>
          <a:custGeom>
            <a:avLst/>
            <a:gdLst/>
            <a:ahLst/>
            <a:cxnLst/>
            <a:rect l="l" t="t" r="r" b="b"/>
            <a:pathLst>
              <a:path w="1610414" h="3005099">
                <a:moveTo>
                  <a:pt x="84500" y="0"/>
                </a:moveTo>
                <a:lnTo>
                  <a:pt x="1610414" y="189678"/>
                </a:lnTo>
                <a:lnTo>
                  <a:pt x="1525914" y="3005099"/>
                </a:lnTo>
                <a:lnTo>
                  <a:pt x="0" y="2815421"/>
                </a:lnTo>
                <a:close/>
              </a:path>
            </a:pathLst>
          </a:custGeom>
          <a:solidFill>
            <a:srgbClr val="D9D9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40301" y="1145675"/>
            <a:ext cx="1430739" cy="2699121"/>
          </a:xfrm>
          <a:custGeom>
            <a:avLst/>
            <a:gdLst/>
            <a:ahLst/>
            <a:cxnLst/>
            <a:rect l="l" t="t" r="r" b="b"/>
            <a:pathLst>
              <a:path w="1430739" h="2699121">
                <a:moveTo>
                  <a:pt x="75955" y="0"/>
                </a:moveTo>
                <a:lnTo>
                  <a:pt x="1430739" y="168406"/>
                </a:lnTo>
                <a:lnTo>
                  <a:pt x="1354784" y="2699121"/>
                </a:lnTo>
                <a:lnTo>
                  <a:pt x="0" y="2530715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27268" y="2222596"/>
            <a:ext cx="456804" cy="545280"/>
          </a:xfrm>
          <a:custGeom>
            <a:avLst/>
            <a:gdLst/>
            <a:ahLst/>
            <a:cxnLst/>
            <a:rect l="l" t="t" r="r" b="b"/>
            <a:pathLst>
              <a:path w="456804" h="545280">
                <a:moveTo>
                  <a:pt x="14716" y="0"/>
                </a:moveTo>
                <a:lnTo>
                  <a:pt x="456804" y="54954"/>
                </a:lnTo>
                <a:lnTo>
                  <a:pt x="442087" y="545280"/>
                </a:lnTo>
                <a:lnTo>
                  <a:pt x="0" y="490326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6684442" y="2322635"/>
            <a:ext cx="76134" cy="90880"/>
          </a:xfrm>
          <a:custGeom>
            <a:avLst/>
            <a:gdLst/>
            <a:ahLst/>
            <a:cxnLst/>
            <a:rect l="l" t="t" r="r" b="b"/>
            <a:pathLst>
              <a:path w="76134" h="90880">
                <a:moveTo>
                  <a:pt x="2453" y="0"/>
                </a:moveTo>
                <a:lnTo>
                  <a:pt x="76134" y="9159"/>
                </a:lnTo>
                <a:lnTo>
                  <a:pt x="73681" y="90880"/>
                </a:lnTo>
                <a:lnTo>
                  <a:pt x="0" y="8172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6608308" y="2395197"/>
            <a:ext cx="76134" cy="90880"/>
          </a:xfrm>
          <a:custGeom>
            <a:avLst/>
            <a:gdLst/>
            <a:ahLst/>
            <a:cxnLst/>
            <a:rect l="l" t="t" r="r" b="b"/>
            <a:pathLst>
              <a:path w="76134" h="90880">
                <a:moveTo>
                  <a:pt x="2453" y="0"/>
                </a:moveTo>
                <a:lnTo>
                  <a:pt x="76134" y="9159"/>
                </a:lnTo>
                <a:lnTo>
                  <a:pt x="73681" y="90880"/>
                </a:lnTo>
                <a:lnTo>
                  <a:pt x="0" y="8172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6829352" y="2422674"/>
            <a:ext cx="76134" cy="90880"/>
          </a:xfrm>
          <a:custGeom>
            <a:avLst/>
            <a:gdLst/>
            <a:ahLst/>
            <a:cxnLst/>
            <a:rect l="l" t="t" r="r" b="b"/>
            <a:pathLst>
              <a:path w="76134" h="90880">
                <a:moveTo>
                  <a:pt x="2453" y="0"/>
                </a:moveTo>
                <a:lnTo>
                  <a:pt x="76134" y="9159"/>
                </a:lnTo>
                <a:lnTo>
                  <a:pt x="73681" y="90880"/>
                </a:lnTo>
                <a:lnTo>
                  <a:pt x="0" y="8172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679536" y="2486077"/>
            <a:ext cx="76134" cy="90880"/>
          </a:xfrm>
          <a:custGeom>
            <a:avLst/>
            <a:gdLst/>
            <a:ahLst/>
            <a:cxnLst/>
            <a:rect l="l" t="t" r="r" b="b"/>
            <a:pathLst>
              <a:path w="76134" h="90880">
                <a:moveTo>
                  <a:pt x="2453" y="0"/>
                </a:moveTo>
                <a:lnTo>
                  <a:pt x="76134" y="9159"/>
                </a:lnTo>
                <a:lnTo>
                  <a:pt x="73681" y="90880"/>
                </a:lnTo>
                <a:lnTo>
                  <a:pt x="0" y="8172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753218" y="2495236"/>
            <a:ext cx="76134" cy="90880"/>
          </a:xfrm>
          <a:custGeom>
            <a:avLst/>
            <a:gdLst/>
            <a:ahLst/>
            <a:cxnLst/>
            <a:rect l="l" t="t" r="r" b="b"/>
            <a:pathLst>
              <a:path w="76134" h="90880">
                <a:moveTo>
                  <a:pt x="2453" y="0"/>
                </a:moveTo>
                <a:lnTo>
                  <a:pt x="76134" y="9159"/>
                </a:lnTo>
                <a:lnTo>
                  <a:pt x="73681" y="90880"/>
                </a:lnTo>
                <a:lnTo>
                  <a:pt x="0" y="8172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603402" y="2558639"/>
            <a:ext cx="76134" cy="90880"/>
          </a:xfrm>
          <a:custGeom>
            <a:avLst/>
            <a:gdLst/>
            <a:ahLst/>
            <a:cxnLst/>
            <a:rect l="l" t="t" r="r" b="b"/>
            <a:pathLst>
              <a:path w="76134" h="90880">
                <a:moveTo>
                  <a:pt x="2453" y="0"/>
                </a:moveTo>
                <a:lnTo>
                  <a:pt x="76134" y="9159"/>
                </a:lnTo>
                <a:lnTo>
                  <a:pt x="73681" y="90880"/>
                </a:lnTo>
                <a:lnTo>
                  <a:pt x="0" y="8172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750765" y="2576957"/>
            <a:ext cx="76134" cy="90880"/>
          </a:xfrm>
          <a:custGeom>
            <a:avLst/>
            <a:gdLst/>
            <a:ahLst/>
            <a:cxnLst/>
            <a:rect l="l" t="t" r="r" b="b"/>
            <a:pathLst>
              <a:path w="76134" h="90880">
                <a:moveTo>
                  <a:pt x="2453" y="0"/>
                </a:moveTo>
                <a:lnTo>
                  <a:pt x="76134" y="9159"/>
                </a:lnTo>
                <a:lnTo>
                  <a:pt x="73681" y="90880"/>
                </a:lnTo>
                <a:lnTo>
                  <a:pt x="0" y="8172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8507883" y="1276963"/>
            <a:ext cx="2395501" cy="2227847"/>
          </a:xfrm>
          <a:custGeom>
            <a:avLst/>
            <a:gdLst/>
            <a:ahLst/>
            <a:cxnLst/>
            <a:rect l="l" t="t" r="r" b="b"/>
            <a:pathLst>
              <a:path w="2395501" h="2227847">
                <a:moveTo>
                  <a:pt x="258985" y="0"/>
                </a:moveTo>
                <a:lnTo>
                  <a:pt x="2395501" y="601425"/>
                </a:lnTo>
                <a:lnTo>
                  <a:pt x="2136516" y="2227847"/>
                </a:lnTo>
                <a:lnTo>
                  <a:pt x="0" y="1626423"/>
                </a:lnTo>
                <a:close/>
              </a:path>
            </a:pathLst>
          </a:custGeom>
          <a:solidFill>
            <a:srgbClr val="D9D9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14313" y="1439451"/>
            <a:ext cx="2182642" cy="1902873"/>
          </a:xfrm>
          <a:custGeom>
            <a:avLst/>
            <a:gdLst/>
            <a:ahLst/>
            <a:cxnLst/>
            <a:rect l="l" t="t" r="r" b="b"/>
            <a:pathLst>
              <a:path w="2182642" h="1902873">
                <a:moveTo>
                  <a:pt x="214798" y="0"/>
                </a:moveTo>
                <a:lnTo>
                  <a:pt x="2182642" y="553944"/>
                </a:lnTo>
                <a:lnTo>
                  <a:pt x="1967844" y="1902873"/>
                </a:lnTo>
                <a:lnTo>
                  <a:pt x="0" y="1348929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49715" y="2090604"/>
            <a:ext cx="511837" cy="600565"/>
          </a:xfrm>
          <a:custGeom>
            <a:avLst/>
            <a:gdLst/>
            <a:ahLst/>
            <a:cxnLst/>
            <a:rect l="l" t="t" r="r" b="b"/>
            <a:pathLst>
              <a:path w="511837" h="600565">
                <a:moveTo>
                  <a:pt x="76100" y="0"/>
                </a:moveTo>
                <a:lnTo>
                  <a:pt x="511837" y="122659"/>
                </a:lnTo>
                <a:lnTo>
                  <a:pt x="435737" y="600565"/>
                </a:lnTo>
                <a:lnTo>
                  <a:pt x="0" y="477906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17" name="Shape 15"/>
          <p:cNvSpPr/>
          <p:nvPr/>
        </p:nvSpPr>
        <p:spPr>
          <a:xfrm>
            <a:off x="9645694" y="2211142"/>
            <a:ext cx="85306" cy="100094"/>
          </a:xfrm>
          <a:custGeom>
            <a:avLst/>
            <a:gdLst/>
            <a:ahLst/>
            <a:cxnLst/>
            <a:rect l="l" t="t" r="r" b="b"/>
            <a:pathLst>
              <a:path w="85306" h="100094">
                <a:moveTo>
                  <a:pt x="12683" y="0"/>
                </a:moveTo>
                <a:lnTo>
                  <a:pt x="85306" y="20443"/>
                </a:lnTo>
                <a:lnTo>
                  <a:pt x="72623" y="100094"/>
                </a:lnTo>
                <a:lnTo>
                  <a:pt x="0" y="7965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560388" y="2270349"/>
            <a:ext cx="85306" cy="100094"/>
          </a:xfrm>
          <a:custGeom>
            <a:avLst/>
            <a:gdLst/>
            <a:ahLst/>
            <a:cxnLst/>
            <a:rect l="l" t="t" r="r" b="b"/>
            <a:pathLst>
              <a:path w="85306" h="100094">
                <a:moveTo>
                  <a:pt x="12683" y="0"/>
                </a:moveTo>
                <a:lnTo>
                  <a:pt x="85306" y="20443"/>
                </a:lnTo>
                <a:lnTo>
                  <a:pt x="72623" y="100094"/>
                </a:lnTo>
                <a:lnTo>
                  <a:pt x="0" y="7965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9778256" y="2331679"/>
            <a:ext cx="85306" cy="100094"/>
          </a:xfrm>
          <a:custGeom>
            <a:avLst/>
            <a:gdLst/>
            <a:ahLst/>
            <a:cxnLst/>
            <a:rect l="l" t="t" r="r" b="b"/>
            <a:pathLst>
              <a:path w="85306" h="100094">
                <a:moveTo>
                  <a:pt x="12683" y="0"/>
                </a:moveTo>
                <a:lnTo>
                  <a:pt x="85306" y="20443"/>
                </a:lnTo>
                <a:lnTo>
                  <a:pt x="72623" y="100094"/>
                </a:lnTo>
                <a:lnTo>
                  <a:pt x="0" y="7965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9620327" y="2370444"/>
            <a:ext cx="85306" cy="100094"/>
          </a:xfrm>
          <a:custGeom>
            <a:avLst/>
            <a:gdLst/>
            <a:ahLst/>
            <a:cxnLst/>
            <a:rect l="l" t="t" r="r" b="b"/>
            <a:pathLst>
              <a:path w="85306" h="100094">
                <a:moveTo>
                  <a:pt x="12683" y="0"/>
                </a:moveTo>
                <a:lnTo>
                  <a:pt x="85306" y="20443"/>
                </a:lnTo>
                <a:lnTo>
                  <a:pt x="72623" y="100094"/>
                </a:lnTo>
                <a:lnTo>
                  <a:pt x="0" y="7965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9692950" y="2390887"/>
            <a:ext cx="85306" cy="100094"/>
          </a:xfrm>
          <a:custGeom>
            <a:avLst/>
            <a:gdLst/>
            <a:ahLst/>
            <a:cxnLst/>
            <a:rect l="l" t="t" r="r" b="b"/>
            <a:pathLst>
              <a:path w="85306" h="100094">
                <a:moveTo>
                  <a:pt x="12683" y="0"/>
                </a:moveTo>
                <a:lnTo>
                  <a:pt x="85306" y="20443"/>
                </a:lnTo>
                <a:lnTo>
                  <a:pt x="72623" y="100094"/>
                </a:lnTo>
                <a:lnTo>
                  <a:pt x="0" y="7965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9535021" y="2429652"/>
            <a:ext cx="85306" cy="100094"/>
          </a:xfrm>
          <a:custGeom>
            <a:avLst/>
            <a:gdLst/>
            <a:ahLst/>
            <a:cxnLst/>
            <a:rect l="l" t="t" r="r" b="b"/>
            <a:pathLst>
              <a:path w="85306" h="100094">
                <a:moveTo>
                  <a:pt x="12683" y="0"/>
                </a:moveTo>
                <a:lnTo>
                  <a:pt x="85306" y="20443"/>
                </a:lnTo>
                <a:lnTo>
                  <a:pt x="72623" y="100094"/>
                </a:lnTo>
                <a:lnTo>
                  <a:pt x="0" y="7965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9680267" y="2470538"/>
            <a:ext cx="85306" cy="100094"/>
          </a:xfrm>
          <a:custGeom>
            <a:avLst/>
            <a:gdLst/>
            <a:ahLst/>
            <a:cxnLst/>
            <a:rect l="l" t="t" r="r" b="b"/>
            <a:pathLst>
              <a:path w="85306" h="100094">
                <a:moveTo>
                  <a:pt x="12683" y="0"/>
                </a:moveTo>
                <a:lnTo>
                  <a:pt x="85306" y="20443"/>
                </a:lnTo>
                <a:lnTo>
                  <a:pt x="72623" y="100094"/>
                </a:lnTo>
                <a:lnTo>
                  <a:pt x="0" y="7965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9458591" y="3719312"/>
            <a:ext cx="942973" cy="1838170"/>
          </a:xfrm>
          <a:custGeom>
            <a:avLst/>
            <a:gdLst/>
            <a:ahLst/>
            <a:cxnLst/>
            <a:rect l="l" t="t" r="r" b="b"/>
            <a:pathLst>
              <a:path w="942973" h="1838170">
                <a:moveTo>
                  <a:pt x="0" y="0"/>
                </a:moveTo>
                <a:lnTo>
                  <a:pt x="884074" y="41233"/>
                </a:lnTo>
                <a:lnTo>
                  <a:pt x="942973" y="1838170"/>
                </a:lnTo>
                <a:lnTo>
                  <a:pt x="58899" y="1796937"/>
                </a:lnTo>
                <a:close/>
              </a:path>
            </a:pathLst>
          </a:custGeom>
          <a:solidFill>
            <a:srgbClr val="D9D9D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48838" y="3866421"/>
            <a:ext cx="762479" cy="1543951"/>
          </a:xfrm>
          <a:custGeom>
            <a:avLst/>
            <a:gdLst/>
            <a:ahLst/>
            <a:cxnLst/>
            <a:rect l="l" t="t" r="r" b="b"/>
            <a:pathLst>
              <a:path w="762479" h="1543951">
                <a:moveTo>
                  <a:pt x="0" y="0"/>
                </a:moveTo>
                <a:lnTo>
                  <a:pt x="712963" y="33252"/>
                </a:lnTo>
                <a:lnTo>
                  <a:pt x="762479" y="1543951"/>
                </a:lnTo>
                <a:lnTo>
                  <a:pt x="49517" y="1510699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00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00980" y="4381606"/>
            <a:ext cx="458195" cy="513581"/>
          </a:xfrm>
          <a:custGeom>
            <a:avLst/>
            <a:gdLst/>
            <a:ahLst/>
            <a:cxnLst/>
            <a:rect l="l" t="t" r="r" b="b"/>
            <a:pathLst>
              <a:path w="458195" h="513581">
                <a:moveTo>
                  <a:pt x="0" y="0"/>
                </a:moveTo>
                <a:lnTo>
                  <a:pt x="442037" y="20616"/>
                </a:lnTo>
                <a:lnTo>
                  <a:pt x="458195" y="513581"/>
                </a:lnTo>
                <a:lnTo>
                  <a:pt x="16158" y="492965"/>
                </a:lnTo>
                <a:close/>
              </a:path>
            </a:pathLst>
          </a:custGeom>
          <a:solidFill>
            <a:srgbClr val="000000"/>
          </a:solidFill>
          <a:ln/>
        </p:spPr>
      </p:sp>
      <p:sp>
        <p:nvSpPr>
          <p:cNvPr id="27" name="Shape 25"/>
          <p:cNvSpPr/>
          <p:nvPr/>
        </p:nvSpPr>
        <p:spPr>
          <a:xfrm>
            <a:off x="9851018" y="4470639"/>
            <a:ext cx="76366" cy="85597"/>
          </a:xfrm>
          <a:custGeom>
            <a:avLst/>
            <a:gdLst/>
            <a:ahLst/>
            <a:cxnLst/>
            <a:rect l="l" t="t" r="r" b="b"/>
            <a:pathLst>
              <a:path w="76366" h="85597">
                <a:moveTo>
                  <a:pt x="0" y="0"/>
                </a:moveTo>
                <a:lnTo>
                  <a:pt x="73673" y="3436"/>
                </a:lnTo>
                <a:lnTo>
                  <a:pt x="76366" y="85597"/>
                </a:lnTo>
                <a:lnTo>
                  <a:pt x="2693" y="821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8" name="Shape 26"/>
          <p:cNvSpPr/>
          <p:nvPr/>
        </p:nvSpPr>
        <p:spPr>
          <a:xfrm>
            <a:off x="9780039" y="4549364"/>
            <a:ext cx="76366" cy="85597"/>
          </a:xfrm>
          <a:custGeom>
            <a:avLst/>
            <a:gdLst/>
            <a:ahLst/>
            <a:cxnLst/>
            <a:rect l="l" t="t" r="r" b="b"/>
            <a:pathLst>
              <a:path w="76366" h="85597">
                <a:moveTo>
                  <a:pt x="0" y="0"/>
                </a:moveTo>
                <a:lnTo>
                  <a:pt x="73673" y="3436"/>
                </a:lnTo>
                <a:lnTo>
                  <a:pt x="76366" y="85597"/>
                </a:lnTo>
                <a:lnTo>
                  <a:pt x="2693" y="821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10001057" y="4559672"/>
            <a:ext cx="76366" cy="85597"/>
          </a:xfrm>
          <a:custGeom>
            <a:avLst/>
            <a:gdLst/>
            <a:ahLst/>
            <a:cxnLst/>
            <a:rect l="l" t="t" r="r" b="b"/>
            <a:pathLst>
              <a:path w="76366" h="85597">
                <a:moveTo>
                  <a:pt x="0" y="0"/>
                </a:moveTo>
                <a:lnTo>
                  <a:pt x="73673" y="3436"/>
                </a:lnTo>
                <a:lnTo>
                  <a:pt x="76366" y="85597"/>
                </a:lnTo>
                <a:lnTo>
                  <a:pt x="2693" y="821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0" name="Shape 28"/>
          <p:cNvSpPr/>
          <p:nvPr/>
        </p:nvSpPr>
        <p:spPr>
          <a:xfrm>
            <a:off x="9856404" y="4634960"/>
            <a:ext cx="76366" cy="85597"/>
          </a:xfrm>
          <a:custGeom>
            <a:avLst/>
            <a:gdLst/>
            <a:ahLst/>
            <a:cxnLst/>
            <a:rect l="l" t="t" r="r" b="b"/>
            <a:pathLst>
              <a:path w="76366" h="85597">
                <a:moveTo>
                  <a:pt x="0" y="0"/>
                </a:moveTo>
                <a:lnTo>
                  <a:pt x="73673" y="3436"/>
                </a:lnTo>
                <a:lnTo>
                  <a:pt x="76366" y="85597"/>
                </a:lnTo>
                <a:lnTo>
                  <a:pt x="2693" y="821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9930077" y="4638396"/>
            <a:ext cx="76366" cy="85597"/>
          </a:xfrm>
          <a:custGeom>
            <a:avLst/>
            <a:gdLst/>
            <a:ahLst/>
            <a:cxnLst/>
            <a:rect l="l" t="t" r="r" b="b"/>
            <a:pathLst>
              <a:path w="76366" h="85597">
                <a:moveTo>
                  <a:pt x="0" y="0"/>
                </a:moveTo>
                <a:lnTo>
                  <a:pt x="73673" y="3436"/>
                </a:lnTo>
                <a:lnTo>
                  <a:pt x="76366" y="85597"/>
                </a:lnTo>
                <a:lnTo>
                  <a:pt x="2693" y="821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2" name="Shape 30"/>
          <p:cNvSpPr/>
          <p:nvPr/>
        </p:nvSpPr>
        <p:spPr>
          <a:xfrm>
            <a:off x="9785425" y="4713685"/>
            <a:ext cx="76366" cy="85597"/>
          </a:xfrm>
          <a:custGeom>
            <a:avLst/>
            <a:gdLst/>
            <a:ahLst/>
            <a:cxnLst/>
            <a:rect l="l" t="t" r="r" b="b"/>
            <a:pathLst>
              <a:path w="76366" h="85597">
                <a:moveTo>
                  <a:pt x="0" y="0"/>
                </a:moveTo>
                <a:lnTo>
                  <a:pt x="73673" y="3436"/>
                </a:lnTo>
                <a:lnTo>
                  <a:pt x="76366" y="85597"/>
                </a:lnTo>
                <a:lnTo>
                  <a:pt x="2693" y="821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3" name="Shape 31"/>
          <p:cNvSpPr/>
          <p:nvPr/>
        </p:nvSpPr>
        <p:spPr>
          <a:xfrm>
            <a:off x="9932770" y="4720557"/>
            <a:ext cx="76366" cy="85597"/>
          </a:xfrm>
          <a:custGeom>
            <a:avLst/>
            <a:gdLst/>
            <a:ahLst/>
            <a:cxnLst/>
            <a:rect l="l" t="t" r="r" b="b"/>
            <a:pathLst>
              <a:path w="76366" h="85597">
                <a:moveTo>
                  <a:pt x="0" y="0"/>
                </a:moveTo>
                <a:lnTo>
                  <a:pt x="73673" y="3436"/>
                </a:lnTo>
                <a:lnTo>
                  <a:pt x="76366" y="85597"/>
                </a:lnTo>
                <a:lnTo>
                  <a:pt x="2693" y="82161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5501937" y="2443353"/>
            <a:ext cx="5580899" cy="1238883"/>
          </a:xfrm>
          <a:prstGeom prst="line">
            <a:avLst/>
          </a:prstGeom>
          <a:noFill/>
          <a:ln w="9525">
            <a:solidFill>
              <a:srgbClr val="808080"/>
            </a:solidFill>
            <a:prstDash val="sysDash"/>
          </a:ln>
        </p:spPr>
      </p:sp>
      <p:sp>
        <p:nvSpPr>
          <p:cNvPr id="35" name="Shape 33"/>
          <p:cNvSpPr/>
          <p:nvPr/>
        </p:nvSpPr>
        <p:spPr>
          <a:xfrm flipV="1">
            <a:off x="8528326" y="1005807"/>
            <a:ext cx="507336" cy="4613277"/>
          </a:xfrm>
          <a:prstGeom prst="line">
            <a:avLst/>
          </a:prstGeom>
          <a:noFill/>
          <a:ln w="9525">
            <a:solidFill>
              <a:srgbClr val="808080"/>
            </a:solidFill>
            <a:prstDash val="sysDash"/>
          </a:ln>
        </p:spPr>
      </p:sp>
      <p:sp>
        <p:nvSpPr>
          <p:cNvPr id="36" name="Shape 34"/>
          <p:cNvSpPr/>
          <p:nvPr/>
        </p:nvSpPr>
        <p:spPr>
          <a:xfrm flipV="1">
            <a:off x="7395085" y="2886988"/>
            <a:ext cx="105333" cy="957809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7395085" y="3844797"/>
            <a:ext cx="1296709" cy="287852"/>
          </a:xfrm>
          <a:prstGeom prst="line">
            <a:avLst/>
          </a:prstGeom>
          <a:noFill/>
          <a:ln w="12700">
            <a:solidFill>
              <a:srgbClr val="000000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7459270" y="2845840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50646" y="4091500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flipH="1" flipV="1">
            <a:off x="7526155" y="2652954"/>
            <a:ext cx="1296709" cy="287852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7950503" y="2419227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ctr" indent="0" marL="0">
              <a:buNone/>
            </a:pPr>
            <a:r>
              <a:rPr lang="en-US" sz="136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65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36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1365" dirty="0"/>
          </a:p>
        </p:txBody>
      </p:sp>
      <p:sp>
        <p:nvSpPr>
          <p:cNvPr id="42" name="Shape 40"/>
          <p:cNvSpPr/>
          <p:nvPr/>
        </p:nvSpPr>
        <p:spPr>
          <a:xfrm flipH="1">
            <a:off x="8904273" y="3222007"/>
            <a:ext cx="105333" cy="957809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headEnd type="triangle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8974619" y="3632641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ctr" indent="0" marL="0">
              <a:buNone/>
            </a:pPr>
            <a:r>
              <a:rPr lang="en-US" sz="136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65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pPr algn="ctr" indent="0" marL="0">
              <a:buNone/>
            </a:pPr>
            <a:r>
              <a:rPr lang="en-US" sz="136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endParaRPr lang="en-US" sz="1365" dirty="0"/>
          </a:p>
        </p:txBody>
      </p:sp>
      <p:sp>
        <p:nvSpPr>
          <p:cNvPr id="44" name="Shape 42"/>
          <p:cNvSpPr/>
          <p:nvPr/>
        </p:nvSpPr>
        <p:spPr>
          <a:xfrm>
            <a:off x="6056820" y="1086239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292669" y="707163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buNone/>
            </a:pPr>
            <a:r>
              <a:rPr lang="en-US" sz="136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65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,TL</a:t>
            </a:r>
            <a:pPr algn="ctr" indent="0" marL="0">
              <a:buNone/>
            </a:pPr>
            <a:r>
              <a:rPr lang="en-US" sz="1365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endParaRPr lang="en-US" sz="1365" dirty="0"/>
          </a:p>
        </p:txBody>
      </p:sp>
      <p:sp>
        <p:nvSpPr>
          <p:cNvPr id="46" name="Shape 44"/>
          <p:cNvSpPr/>
          <p:nvPr/>
        </p:nvSpPr>
        <p:spPr>
          <a:xfrm>
            <a:off x="7411604" y="1254645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7477442" y="1121625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buNone/>
            </a:pPr>
            <a:r>
              <a:rPr lang="en-US" sz="136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65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,TR</a:t>
            </a:r>
            <a:pPr algn="ctr" indent="0" marL="0">
              <a:buNone/>
            </a:pPr>
            <a:r>
              <a:rPr lang="en-US" sz="1365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endParaRPr lang="en-US" sz="1365" dirty="0"/>
          </a:p>
        </p:txBody>
      </p:sp>
      <p:sp>
        <p:nvSpPr>
          <p:cNvPr id="48" name="Shape 46"/>
          <p:cNvSpPr/>
          <p:nvPr/>
        </p:nvSpPr>
        <p:spPr>
          <a:xfrm>
            <a:off x="7335649" y="3785361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246061" y="4061671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buNone/>
            </a:pPr>
            <a:r>
              <a:rPr lang="en-US" sz="136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65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,BR</a:t>
            </a:r>
            <a:pPr algn="ctr" indent="0" marL="0">
              <a:buNone/>
            </a:pPr>
            <a:r>
              <a:rPr lang="en-US" sz="1365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endParaRPr lang="en-US" sz="1365" dirty="0"/>
          </a:p>
        </p:txBody>
      </p:sp>
      <p:sp>
        <p:nvSpPr>
          <p:cNvPr id="50" name="Shape 48"/>
          <p:cNvSpPr/>
          <p:nvPr/>
        </p:nvSpPr>
        <p:spPr>
          <a:xfrm>
            <a:off x="5980865" y="3616955"/>
            <a:ext cx="118872" cy="118872"/>
          </a:xfrm>
          <a:prstGeom prst="ellipse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201049" y="3759839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</a:t>
            </a:r>
            <a:pPr algn="ctr" indent="0" marL="0">
              <a:buNone/>
            </a:pPr>
            <a:r>
              <a:rPr lang="en-US" sz="136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365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,BL</a:t>
            </a:r>
            <a:pPr algn="ctr" indent="0" marL="0">
              <a:buNone/>
            </a:pPr>
            <a:r>
              <a:rPr lang="en-US" sz="1365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cam</a:t>
            </a:r>
            <a:endParaRPr lang="en-US" sz="1365" dirty="0"/>
          </a:p>
        </p:txBody>
      </p:sp>
      <p:sp>
        <p:nvSpPr>
          <p:cNvPr id="52" name="Shape 50"/>
          <p:cNvSpPr/>
          <p:nvPr/>
        </p:nvSpPr>
        <p:spPr>
          <a:xfrm>
            <a:off x="8787962" y="1398303"/>
            <a:ext cx="82296" cy="8229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0755806" y="1952246"/>
            <a:ext cx="82296" cy="8229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541009" y="3301175"/>
            <a:ext cx="82296" cy="8229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573165" y="2747231"/>
            <a:ext cx="82296" cy="8229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507690" y="3825273"/>
            <a:ext cx="82296" cy="8229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220652" y="3858525"/>
            <a:ext cx="82296" cy="8229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0270169" y="5369224"/>
            <a:ext cx="82296" cy="8229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557206" y="5335972"/>
            <a:ext cx="82296" cy="82296"/>
          </a:xfrm>
          <a:prstGeom prst="ellipse">
            <a:avLst/>
          </a:prstGeom>
          <a:solidFill>
            <a:srgbClr val="80808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26225" y="813519"/>
            <a:ext cx="1354784" cy="168406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  <a:headEnd type="triangle"/>
            <a:tailEnd type="triangle"/>
          </a:ln>
        </p:spPr>
      </p:sp>
      <p:sp>
        <p:nvSpPr>
          <p:cNvPr id="61" name="Text 59"/>
          <p:cNvSpPr txBox="1"/>
          <p:nvPr/>
        </p:nvSpPr>
        <p:spPr>
          <a:xfrm>
            <a:off x="6626433" y="57990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ctr" indent="0" marL="0">
              <a:buNone/>
            </a:pPr>
            <a:r>
              <a:rPr lang="en-US" sz="136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365" dirty="0"/>
          </a:p>
        </p:txBody>
      </p:sp>
      <p:sp>
        <p:nvSpPr>
          <p:cNvPr id="62" name="Shape 60"/>
          <p:cNvSpPr/>
          <p:nvPr/>
        </p:nvSpPr>
        <p:spPr>
          <a:xfrm flipH="1">
            <a:off x="5719431" y="1105790"/>
            <a:ext cx="75955" cy="2530715"/>
          </a:xfrm>
          <a:prstGeom prst="line">
            <a:avLst/>
          </a:prstGeom>
          <a:noFill/>
          <a:ln w="9525">
            <a:solidFill>
              <a:srgbClr val="404040"/>
            </a:solidFill>
            <a:prstDash val="solid"/>
            <a:headEnd type="triangle"/>
            <a:tailEnd type="triangle"/>
          </a:ln>
        </p:spPr>
      </p:sp>
      <p:sp>
        <p:nvSpPr>
          <p:cNvPr id="63" name="Text 61"/>
          <p:cNvSpPr txBox="1"/>
          <p:nvPr/>
        </p:nvSpPr>
        <p:spPr>
          <a:xfrm>
            <a:off x="5360615" y="2216541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6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pPr algn="ctr" indent="0" marL="0">
              <a:buNone/>
            </a:pPr>
            <a:r>
              <a:rPr lang="en-US" sz="136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365" dirty="0"/>
          </a:p>
        </p:txBody>
      </p:sp>
      <p:sp>
        <p:nvSpPr>
          <p:cNvPr id="64" name="Shape 62"/>
          <p:cNvSpPr/>
          <p:nvPr/>
        </p:nvSpPr>
        <p:spPr>
          <a:xfrm>
            <a:off x="6755670" y="2495236"/>
            <a:ext cx="221044" cy="27477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976714" y="2522713"/>
            <a:ext cx="527653" cy="65590"/>
          </a:xfrm>
          <a:prstGeom prst="line">
            <a:avLst/>
          </a:prstGeom>
          <a:noFill/>
          <a:ln w="2540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66" name="Text 64"/>
          <p:cNvSpPr txBox="1"/>
          <p:nvPr/>
        </p:nvSpPr>
        <p:spPr>
          <a:xfrm>
            <a:off x="7456975" y="271526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470" i="1" baseline="-400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470" dirty="0"/>
          </a:p>
        </p:txBody>
      </p:sp>
      <p:sp>
        <p:nvSpPr>
          <p:cNvPr id="67" name="Shape 65"/>
          <p:cNvSpPr/>
          <p:nvPr/>
        </p:nvSpPr>
        <p:spPr>
          <a:xfrm flipV="1">
            <a:off x="6755670" y="2250073"/>
            <a:ext cx="7358" cy="245163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flipV="1">
            <a:off x="6763028" y="1664845"/>
            <a:ext cx="17565" cy="585228"/>
          </a:xfrm>
          <a:prstGeom prst="line">
            <a:avLst/>
          </a:prstGeom>
          <a:noFill/>
          <a:ln w="2540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69" name="Text 67"/>
          <p:cNvSpPr txBox="1"/>
          <p:nvPr/>
        </p:nvSpPr>
        <p:spPr>
          <a:xfrm>
            <a:off x="6602460" y="1378659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470" i="1" baseline="-400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470" dirty="0"/>
          </a:p>
        </p:txBody>
      </p:sp>
      <p:sp>
        <p:nvSpPr>
          <p:cNvPr id="70" name="Shape 68"/>
          <p:cNvSpPr/>
          <p:nvPr/>
        </p:nvSpPr>
        <p:spPr>
          <a:xfrm flipH="1">
            <a:off x="6383448" y="2495236"/>
            <a:ext cx="372222" cy="119361"/>
          </a:xfrm>
          <a:prstGeom prst="line">
            <a:avLst/>
          </a:prstGeom>
          <a:noFill/>
          <a:ln w="25400">
            <a:solidFill>
              <a:srgbClr val="404040"/>
            </a:solidFill>
            <a:prstDash val="solid"/>
            <a:tailEnd type="triangle"/>
          </a:ln>
        </p:spPr>
      </p:sp>
      <p:sp>
        <p:nvSpPr>
          <p:cNvPr id="71" name="Text 69"/>
          <p:cNvSpPr txBox="1"/>
          <p:nvPr/>
        </p:nvSpPr>
        <p:spPr>
          <a:xfrm>
            <a:off x="6033068" y="254029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70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470" i="1" baseline="-400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470" dirty="0"/>
          </a:p>
        </p:txBody>
      </p:sp>
      <p:sp>
        <p:nvSpPr>
          <p:cNvPr id="72" name="Shape 70"/>
          <p:cNvSpPr/>
          <p:nvPr/>
        </p:nvSpPr>
        <p:spPr>
          <a:xfrm>
            <a:off x="6714522" y="2454088"/>
            <a:ext cx="82296" cy="822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797127" y="3174840"/>
            <a:ext cx="1396581" cy="514322"/>
          </a:xfrm>
          <a:prstGeom prst="line">
            <a:avLst/>
          </a:prstGeom>
          <a:noFill/>
          <a:ln w="15875">
            <a:solidFill>
              <a:srgbClr val="000000"/>
            </a:solidFill>
            <a:prstDash val="dash"/>
            <a:tailEnd type="triangle"/>
          </a:ln>
        </p:spPr>
      </p:sp>
      <p:sp>
        <p:nvSpPr>
          <p:cNvPr id="74" name="Shape 72"/>
          <p:cNvSpPr/>
          <p:nvPr/>
        </p:nvSpPr>
        <p:spPr>
          <a:xfrm flipV="1">
            <a:off x="10193708" y="3568435"/>
            <a:ext cx="376480" cy="120727"/>
          </a:xfrm>
          <a:prstGeom prst="line">
            <a:avLst/>
          </a:prstGeom>
          <a:noFill/>
          <a:ln w="12700">
            <a:solidFill>
              <a:srgbClr val="000000"/>
            </a:solidFill>
            <a:prstDash val="sysDot"/>
            <a:tailEnd type="triangle"/>
          </a:ln>
        </p:spPr>
      </p:sp>
      <p:sp>
        <p:nvSpPr>
          <p:cNvPr id="75" name="Text 73"/>
          <p:cNvSpPr txBox="1"/>
          <p:nvPr/>
        </p:nvSpPr>
        <p:spPr>
          <a:xfrm>
            <a:off x="10266860" y="357943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7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pPr algn="ctr" indent="0" marL="0">
              <a:buNone/>
            </a:pPr>
            <a:r>
              <a:rPr lang="en-US" sz="157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575" dirty="0"/>
          </a:p>
        </p:txBody>
      </p:sp>
      <p:sp>
        <p:nvSpPr>
          <p:cNvPr id="76" name="Shape 74"/>
          <p:cNvSpPr/>
          <p:nvPr/>
        </p:nvSpPr>
        <p:spPr>
          <a:xfrm>
            <a:off x="8797127" y="3174840"/>
            <a:ext cx="1026980" cy="227975"/>
          </a:xfrm>
          <a:prstGeom prst="line">
            <a:avLst/>
          </a:prstGeom>
          <a:noFill/>
          <a:ln w="349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7" name="Shape 75"/>
          <p:cNvSpPr/>
          <p:nvPr/>
        </p:nvSpPr>
        <p:spPr>
          <a:xfrm flipV="1">
            <a:off x="8797127" y="2121686"/>
            <a:ext cx="115818" cy="1053154"/>
          </a:xfrm>
          <a:prstGeom prst="line">
            <a:avLst/>
          </a:prstGeom>
          <a:noFill/>
          <a:ln w="349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8" name="Shape 76"/>
          <p:cNvSpPr/>
          <p:nvPr/>
        </p:nvSpPr>
        <p:spPr>
          <a:xfrm flipH="1">
            <a:off x="8201571" y="3174840"/>
            <a:ext cx="595556" cy="190978"/>
          </a:xfrm>
          <a:prstGeom prst="line">
            <a:avLst/>
          </a:prstGeom>
          <a:noFill/>
          <a:ln w="3492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79" name="Text 77"/>
          <p:cNvSpPr txBox="1"/>
          <p:nvPr/>
        </p:nvSpPr>
        <p:spPr>
          <a:xfrm>
            <a:off x="9722360" y="299919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8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78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endParaRPr lang="en-US" sz="1785" dirty="0"/>
          </a:p>
        </p:txBody>
      </p:sp>
      <p:sp>
        <p:nvSpPr>
          <p:cNvPr id="80" name="Text 78"/>
          <p:cNvSpPr txBox="1"/>
          <p:nvPr/>
        </p:nvSpPr>
        <p:spPr>
          <a:xfrm>
            <a:off x="8552061" y="2048215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8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78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endParaRPr lang="en-US" sz="1785" dirty="0"/>
          </a:p>
        </p:txBody>
      </p:sp>
      <p:sp>
        <p:nvSpPr>
          <p:cNvPr id="81" name="Text 79"/>
          <p:cNvSpPr txBox="1"/>
          <p:nvPr/>
        </p:nvSpPr>
        <p:spPr>
          <a:xfrm>
            <a:off x="7952745" y="326446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8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</a:t>
            </a:r>
            <a:endParaRPr lang="en-US" sz="1785" dirty="0"/>
          </a:p>
        </p:txBody>
      </p:sp>
      <p:sp>
        <p:nvSpPr>
          <p:cNvPr id="82" name="Shape 80"/>
          <p:cNvSpPr/>
          <p:nvPr/>
        </p:nvSpPr>
        <p:spPr>
          <a:xfrm>
            <a:off x="8797127" y="2979811"/>
            <a:ext cx="198513" cy="234335"/>
          </a:xfrm>
          <a:custGeom>
            <a:avLst/>
            <a:gdLst/>
            <a:ahLst/>
            <a:cxnLst/>
            <a:rect l="l" t="t" r="r" b="b"/>
            <a:pathLst>
              <a:path w="198513" h="234335">
                <a:moveTo>
                  <a:pt x="0" y="195029"/>
                </a:moveTo>
                <a:lnTo>
                  <a:pt x="177066" y="234335"/>
                </a:lnTo>
                <a:lnTo>
                  <a:pt x="198513" y="39306"/>
                </a:lnTo>
                <a:lnTo>
                  <a:pt x="21448" y="0"/>
                </a:lnTo>
                <a:close/>
              </a:path>
            </a:pathLst>
          </a:custGeom>
          <a:ln w="9525">
            <a:solidFill>
              <a:srgbClr val="0000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728547" y="310626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4" name="Text 82"/>
          <p:cNvSpPr txBox="1"/>
          <p:nvPr/>
        </p:nvSpPr>
        <p:spPr>
          <a:xfrm>
            <a:off x="8586815" y="3266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8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785" dirty="0"/>
          </a:p>
        </p:txBody>
      </p:sp>
      <p:sp>
        <p:nvSpPr>
          <p:cNvPr id="85" name="Shape 83"/>
          <p:cNvSpPr/>
          <p:nvPr/>
        </p:nvSpPr>
        <p:spPr>
          <a:xfrm>
            <a:off x="2995569" y="4146074"/>
            <a:ext cx="316558" cy="584953"/>
          </a:xfrm>
          <a:custGeom>
            <a:avLst/>
            <a:gdLst/>
            <a:ahLst/>
            <a:cxnLst/>
            <a:rect l="l" t="t" r="r" b="b"/>
            <a:pathLst>
              <a:path w="316558" h="584953">
                <a:moveTo>
                  <a:pt x="0" y="468374"/>
                </a:moveTo>
                <a:lnTo>
                  <a:pt x="316558" y="584953"/>
                </a:lnTo>
                <a:lnTo>
                  <a:pt x="316558" y="116580"/>
                </a:lnTo>
                <a:lnTo>
                  <a:pt x="0" y="0"/>
                </a:lnTo>
                <a:close/>
              </a:path>
            </a:pathLst>
          </a:custGeom>
          <a:solidFill>
            <a:srgbClr val="67676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3312127" y="3972226"/>
            <a:ext cx="661164" cy="881645"/>
          </a:xfrm>
          <a:custGeom>
            <a:avLst/>
            <a:gdLst/>
            <a:ahLst/>
            <a:cxnLst/>
            <a:rect l="l" t="t" r="r" b="b"/>
            <a:pathLst>
              <a:path w="661164" h="881645">
                <a:moveTo>
                  <a:pt x="0" y="758802"/>
                </a:moveTo>
                <a:lnTo>
                  <a:pt x="0" y="290428"/>
                </a:lnTo>
                <a:lnTo>
                  <a:pt x="661164" y="0"/>
                </a:lnTo>
                <a:lnTo>
                  <a:pt x="661164" y="881645"/>
                </a:lnTo>
                <a:close/>
              </a:path>
            </a:pathLst>
          </a:custGeom>
          <a:solidFill>
            <a:srgbClr val="60606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2995569" y="3752782"/>
            <a:ext cx="977722" cy="509872"/>
          </a:xfrm>
          <a:custGeom>
            <a:avLst/>
            <a:gdLst/>
            <a:ahLst/>
            <a:cxnLst/>
            <a:rect l="l" t="t" r="r" b="b"/>
            <a:pathLst>
              <a:path w="977722" h="509872">
                <a:moveTo>
                  <a:pt x="316558" y="509872"/>
                </a:moveTo>
                <a:lnTo>
                  <a:pt x="0" y="393292"/>
                </a:lnTo>
                <a:lnTo>
                  <a:pt x="381848" y="0"/>
                </a:lnTo>
                <a:lnTo>
                  <a:pt x="977722" y="219444"/>
                </a:lnTo>
                <a:close/>
              </a:path>
            </a:pathLst>
          </a:custGeom>
          <a:solidFill>
            <a:srgbClr val="8B8B8B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2324345" y="4141739"/>
            <a:ext cx="1220546" cy="1198128"/>
          </a:xfrm>
          <a:custGeom>
            <a:avLst/>
            <a:gdLst/>
            <a:ahLst/>
            <a:cxnLst/>
            <a:rect l="l" t="t" r="r" b="b"/>
            <a:pathLst>
              <a:path w="1220546" h="1198128">
                <a:moveTo>
                  <a:pt x="0" y="1198128"/>
                </a:moveTo>
                <a:lnTo>
                  <a:pt x="0" y="316483"/>
                </a:lnTo>
                <a:lnTo>
                  <a:pt x="1220546" y="0"/>
                </a:lnTo>
                <a:lnTo>
                  <a:pt x="1220546" y="881645"/>
                </a:lnTo>
                <a:close/>
              </a:path>
            </a:pathLst>
          </a:custGeom>
          <a:solidFill>
            <a:srgbClr val="64646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542259" y="3853719"/>
            <a:ext cx="2002631" cy="604503"/>
          </a:xfrm>
          <a:custGeom>
            <a:avLst/>
            <a:gdLst/>
            <a:ahLst/>
            <a:cxnLst/>
            <a:rect l="l" t="t" r="r" b="b"/>
            <a:pathLst>
              <a:path w="2002631" h="604503">
                <a:moveTo>
                  <a:pt x="0" y="316483"/>
                </a:moveTo>
                <a:lnTo>
                  <a:pt x="1220546" y="0"/>
                </a:lnTo>
                <a:lnTo>
                  <a:pt x="2002631" y="288020"/>
                </a:lnTo>
                <a:lnTo>
                  <a:pt x="782085" y="604503"/>
                </a:lnTo>
                <a:close/>
              </a:path>
            </a:pathLst>
          </a:cu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542259" y="4170201"/>
            <a:ext cx="782085" cy="1169665"/>
          </a:xfrm>
          <a:custGeom>
            <a:avLst/>
            <a:gdLst/>
            <a:ahLst/>
            <a:cxnLst/>
            <a:rect l="l" t="t" r="r" b="b"/>
            <a:pathLst>
              <a:path w="782085" h="1169665">
                <a:moveTo>
                  <a:pt x="0" y="881645"/>
                </a:moveTo>
                <a:lnTo>
                  <a:pt x="0" y="0"/>
                </a:lnTo>
                <a:lnTo>
                  <a:pt x="782085" y="288020"/>
                </a:lnTo>
                <a:lnTo>
                  <a:pt x="782085" y="1169665"/>
                </a:lnTo>
                <a:close/>
              </a:path>
            </a:pathLst>
          </a:custGeom>
          <a:solidFill>
            <a:srgbClr val="A1A1A1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3675354" y="2558519"/>
            <a:ext cx="2972506" cy="1744808"/>
          </a:xfrm>
          <a:prstGeom prst="line">
            <a:avLst/>
          </a:prstGeom>
          <a:noFill/>
          <a:ln w="22225">
            <a:solidFill>
              <a:srgbClr val="404040"/>
            </a:solidFill>
            <a:prstDash val="dash"/>
            <a:tailEnd type="triangle"/>
          </a:ln>
        </p:spPr>
      </p:sp>
      <p:sp>
        <p:nvSpPr>
          <p:cNvPr id="92" name="Text 90"/>
          <p:cNvSpPr txBox="1"/>
          <p:nvPr/>
        </p:nvSpPr>
        <p:spPr>
          <a:xfrm>
            <a:off x="4832896" y="312392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8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pPr algn="ctr" indent="0" marL="0">
              <a:buNone/>
            </a:pPr>
            <a:r>
              <a:rPr lang="en-US" sz="1785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785" dirty="0"/>
          </a:p>
        </p:txBody>
      </p:sp>
      <p:sp>
        <p:nvSpPr>
          <p:cNvPr id="93" name="Text 91"/>
          <p:cNvSpPr txBox="1"/>
          <p:nvPr/>
        </p:nvSpPr>
        <p:spPr>
          <a:xfrm>
            <a:off x="6965227" y="1967427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ctr" indent="0" marL="0">
              <a:buNone/>
            </a:pPr>
            <a:r>
              <a:rPr lang="en-US" sz="1680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endParaRPr lang="en-US" sz="1680" dirty="0"/>
          </a:p>
        </p:txBody>
      </p:sp>
      <p:sp>
        <p:nvSpPr>
          <p:cNvPr id="94" name="Shape 92"/>
          <p:cNvSpPr/>
          <p:nvPr/>
        </p:nvSpPr>
        <p:spPr>
          <a:xfrm>
            <a:off x="3675354" y="4303327"/>
            <a:ext cx="1210370" cy="445746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5" name="Text 93"/>
          <p:cNvSpPr txBox="1"/>
          <p:nvPr/>
        </p:nvSpPr>
        <p:spPr>
          <a:xfrm>
            <a:off x="4982160" y="4714777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168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680" dirty="0"/>
          </a:p>
        </p:txBody>
      </p:sp>
      <p:sp>
        <p:nvSpPr>
          <p:cNvPr id="96" name="Shape 94"/>
          <p:cNvSpPr/>
          <p:nvPr/>
        </p:nvSpPr>
        <p:spPr>
          <a:xfrm>
            <a:off x="3675354" y="4303327"/>
            <a:ext cx="0" cy="1033178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7" name="Text 95"/>
          <p:cNvSpPr txBox="1"/>
          <p:nvPr/>
        </p:nvSpPr>
        <p:spPr>
          <a:xfrm>
            <a:off x="3492474" y="5612615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168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680" dirty="0"/>
          </a:p>
        </p:txBody>
      </p:sp>
      <p:sp>
        <p:nvSpPr>
          <p:cNvPr id="98" name="Shape 96"/>
          <p:cNvSpPr/>
          <p:nvPr/>
        </p:nvSpPr>
        <p:spPr>
          <a:xfrm flipV="1">
            <a:off x="3675354" y="3958073"/>
            <a:ext cx="1331504" cy="345254"/>
          </a:xfrm>
          <a:prstGeom prst="line">
            <a:avLst/>
          </a:prstGeom>
          <a:noFill/>
          <a:ln w="28575">
            <a:solidFill>
              <a:srgbClr val="000000"/>
            </a:solidFill>
            <a:prstDash val="solid"/>
            <a:tailEnd type="triangle"/>
          </a:ln>
        </p:spPr>
      </p:sp>
      <p:sp>
        <p:nvSpPr>
          <p:cNvPr id="99" name="Text 97"/>
          <p:cNvSpPr txBox="1"/>
          <p:nvPr/>
        </p:nvSpPr>
        <p:spPr>
          <a:xfrm>
            <a:off x="4503938" y="4003793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80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pPr algn="ctr" indent="0" marL="0">
              <a:buNone/>
            </a:pPr>
            <a:r>
              <a:rPr lang="en-US" sz="1680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endParaRPr lang="en-US" sz="1680" dirty="0"/>
          </a:p>
        </p:txBody>
      </p:sp>
      <p:sp>
        <p:nvSpPr>
          <p:cNvPr id="100" name="Shape 98"/>
          <p:cNvSpPr/>
          <p:nvPr/>
        </p:nvSpPr>
        <p:spPr>
          <a:xfrm>
            <a:off x="3629634" y="4257607"/>
            <a:ext cx="91440" cy="914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1480794" y="5629207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algn="l" indent="0" marL="0">
              <a:buNone/>
            </a:pPr>
            <a:r>
              <a:rPr lang="en-US" sz="126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l" indent="0" marL="0">
              <a:buNone/>
            </a:pPr>
            <a:r>
              <a:rPr lang="en-US" sz="126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</a:t>
            </a:r>
            <a:pPr algn="l" indent="0" marL="0">
              <a:buNone/>
            </a:pPr>
            <a:r>
              <a:rPr lang="en-US" sz="126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{</a:t>
            </a:r>
            <a:pPr algn="l" indent="0" marL="0">
              <a:buNone/>
            </a:pPr>
            <a:r>
              <a:rPr lang="en-US" sz="126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l" indent="0" marL="0">
              <a:buNone/>
            </a:pPr>
            <a:r>
              <a:rPr lang="en-US" sz="126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1400" dirty="0"/>
          </a:p>
        </p:txBody>
      </p:sp>
      <p:sp>
        <p:nvSpPr>
          <p:cNvPr id="102" name="Text 100"/>
          <p:cNvSpPr txBox="1"/>
          <p:nvPr/>
        </p:nvSpPr>
        <p:spPr>
          <a:xfrm>
            <a:off x="5596677" y="441428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</a:t>
            </a:r>
            <a:pPr algn="ctr" indent="0" marL="0">
              <a:buNone/>
            </a:pPr>
            <a:r>
              <a:rPr lang="en-US" sz="1260" b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60" b="1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</a:t>
            </a:r>
            <a:pPr algn="ctr" indent="0" marL="0">
              <a:buNone/>
            </a:pPr>
            <a:r>
              <a:rPr lang="en-US" sz="1260" b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{</a:t>
            </a:r>
            <a:pPr algn="ctr" indent="0" marL="0">
              <a:buNone/>
            </a:pPr>
            <a:r>
              <a:rPr lang="en-US" sz="1260" b="1" i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</a:t>
            </a:r>
            <a:pPr algn="ctr" indent="0" marL="0">
              <a:buNone/>
            </a:pPr>
            <a:r>
              <a:rPr lang="en-US" sz="1260" b="1" i="1" baseline="-400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pPr algn="ctr" indent="0" marL="0">
              <a:buNone/>
            </a:pPr>
            <a:r>
              <a:rPr lang="en-US" sz="1260" b="1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}</a:t>
            </a:r>
            <a:endParaRPr lang="en-US" sz="1400" dirty="0"/>
          </a:p>
        </p:txBody>
      </p:sp>
      <p:sp>
        <p:nvSpPr>
          <p:cNvPr id="103" name="Text 101"/>
          <p:cNvSpPr txBox="1"/>
          <p:nvPr/>
        </p:nvSpPr>
        <p:spPr>
          <a:xfrm>
            <a:off x="7842033" y="6101749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6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r" indent="0" marL="0">
              <a:buNone/>
            </a:pPr>
            <a:r>
              <a:rPr lang="en-US" sz="126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r" indent="0" marL="0">
              <a:buNone/>
            </a:pPr>
            <a:r>
              <a:rPr lang="en-US" sz="126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r" indent="0" marL="0">
              <a:buNone/>
            </a:pPr>
            <a:r>
              <a:rPr lang="en-US" sz="126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r" indent="0" marL="0">
              <a:buNone/>
            </a:pPr>
            <a:r>
              <a:rPr lang="en-US" sz="1260" b="1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</a:t>
            </a:r>
            <a:pPr algn="r" indent="0" marL="0">
              <a:buNone/>
            </a:pPr>
            <a:r>
              <a:rPr lang="en-US" sz="126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(</a:t>
            </a:r>
            <a:pPr algn="r" indent="0" marL="0">
              <a:buNone/>
            </a:pPr>
            <a:r>
              <a:rPr lang="en-US" sz="126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pPr algn="r" indent="0" marL="0">
              <a:buNone/>
            </a:pPr>
            <a:r>
              <a:rPr lang="en-US" sz="126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; </a:t>
            </a:r>
            <a:pPr algn="r" indent="0" marL="0">
              <a:buNone/>
            </a:pPr>
            <a:r>
              <a:rPr lang="en-US" sz="126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r" indent="0" marL="0">
              <a:buNone/>
            </a:pPr>
            <a:r>
              <a:rPr lang="en-US" sz="1260" b="1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pPr algn="r" indent="0" marL="0">
              <a:buNone/>
            </a:pPr>
            <a:r>
              <a:rPr lang="en-US" sz="126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r" indent="0" marL="0">
              <a:buNone/>
            </a:pPr>
            <a:r>
              <a:rPr lang="en-US" sz="1260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</a:t>
            </a:r>
            <a:pPr algn="r" indent="0" marL="0">
              <a:buNone/>
            </a:pPr>
            <a:r>
              <a:rPr lang="en-US" sz="1260" b="1" i="1" baseline="-4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pPr algn="r" indent="0" marL="0">
              <a:buNone/>
            </a:pPr>
            <a:r>
              <a:rPr lang="en-US" sz="126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endParaRPr lang="en-US" sz="1400" dirty="0"/>
          </a:p>
        </p:txBody>
      </p:sp>
      <p:sp>
        <p:nvSpPr>
          <p:cNvPr id="104" name="Text 102"/>
          <p:cNvSpPr txBox="1"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그림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3.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디바이스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좌표계와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공통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좌표계의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pPr algn="ctr" indent="0" marL="0">
              <a:buNone/>
            </a:pPr>
            <a:r>
              <a:rPr lang="en-US" sz="1200" dirty="0">
                <a:solidFill>
                  <a:srgbClr val="40404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카메라·디바이스·공통 평면 좌표계</dc:title>
  <dc:subject>PptxGenJS Presentation</dc:subject>
  <dc:creator>PptxGenJS</dc:creator>
  <cp:lastModifiedBy>PptxGenJS</cp:lastModifiedBy>
  <cp:revision>1</cp:revision>
  <dcterms:created xsi:type="dcterms:W3CDTF">2026-09-30T06:04:06Z</dcterms:created>
  <dcterms:modified xsi:type="dcterms:W3CDTF">2026-09-30T06:04:06Z</dcterms:modified>
</cp:coreProperties>
</file>