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428" y="1188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5732" y="133502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5732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6356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86588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↔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디스플레이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spcAft>
                <a:spcPts val="600"/>
              </a:spcAft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spcAft>
                <a:spcPts val="600"/>
              </a:spcAft>
              <a:buNone/>
            </a:pPr>
            <a:r>
              <a:rPr lang="en-US" sz="12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00604" y="2034540"/>
            <a:ext cx="33832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75508" y="1188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1812" y="133502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1812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42436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표시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12668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중앙에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6 cm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26684" y="2034540"/>
            <a:ext cx="33832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1588" y="1188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7892" y="133502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7892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68516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검출·자세 추정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38748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</a:t>
            </a:r>
            <a:pPr algn="ctr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</a:t>
            </a:r>
            <a:pPr algn="ctr" indent="0" marL="0">
              <a:spcAft>
                <a:spcPts val="600"/>
              </a:spcAft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52764" y="2034540"/>
            <a:ext cx="33832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27668" y="1188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3972" y="133502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73972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94596" y="1344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정점 계산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64828" y="17830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6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6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6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6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6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6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6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spcAft>
                <a:spcPts val="6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6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{TL, TR, BR, BL}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9428" y="38862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5732" y="403250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5732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6356" y="4041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평면 추정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86588" y="44805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제곱합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000604" y="4732020"/>
            <a:ext cx="33832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375508" y="38862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1812" y="403250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1812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942436" y="4041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2차원 좌표 변환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512668" y="44805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600"/>
              </a:spcAft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6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600"/>
              </a:spcAft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기준점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26684" y="4732020"/>
            <a:ext cx="33832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01588" y="38862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7892" y="403250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7892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868516" y="4041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정규화·종횡비 조정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438748" y="44805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û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̂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600"/>
              </a:spcAft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600"/>
              </a:spcAft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[0, 1]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비율에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852764" y="4732020"/>
            <a:ext cx="338328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27668" y="38862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73972" y="4032504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73972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794596" y="4041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 전달·출력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364828" y="44805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클라이언트로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할당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영역을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484968" y="2916936"/>
            <a:ext cx="0" cy="32918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1706728" y="3246120"/>
            <a:ext cx="87782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06728" y="3246120"/>
            <a:ext cx="0" cy="60350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449428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디바이스별 추정  (i = 1, …, N 각각 독립 수행)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843888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전체 배치 통합  (공통 좌표계 · 하나의 가상 화면)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0148" y="274320"/>
            <a:ext cx="458343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6301588" y="274320"/>
            <a:ext cx="4400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렌즈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왜곡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계수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558888" y="841248"/>
            <a:ext cx="0" cy="310896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디바이스 기준 좌표계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카메라 좌표계로의 변환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08760" y="1143000"/>
            <a:ext cx="2468880" cy="3840480"/>
          </a:xfrm>
          <a:prstGeom prst="roundRect">
            <a:avLst>
              <a:gd name="adj" fmla="val 7407"/>
            </a:avLst>
          </a:prstGeom>
          <a:solidFill>
            <a:srgbClr val="D9D9D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417320"/>
            <a:ext cx="21945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60604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2590800" y="27584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438400" y="29108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895600" y="29108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90800" y="30632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30632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3215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3215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3063240"/>
            <a:ext cx="457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063240"/>
            <a:ext cx="5029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2743200" y="2606040"/>
            <a:ext cx="0" cy="457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743200" y="2057400"/>
            <a:ext cx="0" cy="5486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97480" y="301752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0168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61488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6000" y="3657600"/>
            <a:ext cx="914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103120" y="3730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6 cm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581912" y="135331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76472" y="135331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76472" y="464515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912" y="464515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768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 (−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+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0)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971800" y="768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 (+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+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0)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0657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 (−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−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0)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971800" y="50657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 (+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−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0)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45920" y="5532120"/>
            <a:ext cx="21945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2468880" y="5596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34440" y="1417320"/>
            <a:ext cx="0" cy="32918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31520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92040" y="2926080"/>
            <a:ext cx="109728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846320" y="24460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</a:t>
            </a:r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108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549640" y="734492"/>
            <a:ext cx="2514600" cy="3514496"/>
          </a:xfrm>
          <a:custGeom>
            <a:avLst/>
            <a:gdLst/>
            <a:ahLst/>
            <a:cxnLst/>
            <a:rect l="l" t="t" r="r" b="b"/>
            <a:pathLst>
              <a:path w="2514600" h="3514496">
                <a:moveTo>
                  <a:pt x="0" y="307238"/>
                </a:moveTo>
                <a:lnTo>
                  <a:pt x="2304288" y="0"/>
                </a:lnTo>
                <a:lnTo>
                  <a:pt x="2514600" y="3207258"/>
                </a:lnTo>
                <a:lnTo>
                  <a:pt x="210312" y="3514496"/>
                </a:lnTo>
                <a:close/>
              </a:path>
            </a:pathLst>
          </a:custGeom>
          <a:solidFill>
            <a:srgbClr val="D9D9D9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960120"/>
            <a:ext cx="2240280" cy="3063240"/>
          </a:xfrm>
          <a:custGeom>
            <a:avLst/>
            <a:gdLst/>
            <a:ahLst/>
            <a:cxnLst/>
            <a:rect l="l" t="t" r="r" b="b"/>
            <a:pathLst>
              <a:path w="2240280" h="3063240">
                <a:moveTo>
                  <a:pt x="0" y="274320"/>
                </a:moveTo>
                <a:lnTo>
                  <a:pt x="2057400" y="0"/>
                </a:lnTo>
                <a:lnTo>
                  <a:pt x="2240280" y="2788920"/>
                </a:lnTo>
                <a:lnTo>
                  <a:pt x="182880" y="30632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52915" y="2047240"/>
            <a:ext cx="908050" cy="889000"/>
          </a:xfrm>
          <a:custGeom>
            <a:avLst/>
            <a:gdLst/>
            <a:ahLst/>
            <a:cxnLst/>
            <a:rect l="l" t="t" r="r" b="b"/>
            <a:pathLst>
              <a:path w="908050" h="889000">
                <a:moveTo>
                  <a:pt x="0" y="114300"/>
                </a:moveTo>
                <a:lnTo>
                  <a:pt x="857250" y="0"/>
                </a:lnTo>
                <a:lnTo>
                  <a:pt x="908050" y="774700"/>
                </a:lnTo>
                <a:lnTo>
                  <a:pt x="50800" y="88900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9647132" y="2233507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9512723" y="2381673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941348" y="2324523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9664065" y="2491740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9806940" y="2472690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529657" y="2639907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9815407" y="2601807"/>
            <a:ext cx="151342" cy="148167"/>
          </a:xfrm>
          <a:custGeom>
            <a:avLst/>
            <a:gdLst/>
            <a:ahLst/>
            <a:cxnLst/>
            <a:rect l="l" t="t" r="r" b="b"/>
            <a:pathLst>
              <a:path w="151342" h="148167">
                <a:moveTo>
                  <a:pt x="0" y="19050"/>
                </a:moveTo>
                <a:lnTo>
                  <a:pt x="142875" y="0"/>
                </a:lnTo>
                <a:lnTo>
                  <a:pt x="151342" y="129117"/>
                </a:lnTo>
                <a:lnTo>
                  <a:pt x="8467" y="1481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 flipV="1">
            <a:off x="6949440" y="2744343"/>
            <a:ext cx="2363953" cy="1187577"/>
          </a:xfrm>
          <a:prstGeom prst="line">
            <a:avLst/>
          </a:prstGeom>
          <a:noFill/>
          <a:ln w="22225">
            <a:solidFill>
              <a:srgbClr val="000000"/>
            </a:solidFill>
            <a:prstDash val="dash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7978140" y="27660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8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 flipV="1">
            <a:off x="9806940" y="2433447"/>
            <a:ext cx="437198" cy="5829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244138" y="2376932"/>
            <a:ext cx="423862" cy="56515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9781032" y="2096643"/>
            <a:ext cx="25908" cy="3950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750099" y="1624922"/>
            <a:ext cx="30933" cy="47172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761220" y="244602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264140" y="18059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8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8622792" y="117043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909560" y="768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,TL</a:t>
            </a:r>
            <a:pPr algn="ctr" indent="0" marL="0">
              <a:buNone/>
            </a:pPr>
            <a:r>
              <a:rPr lang="en-US" sz="14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0680192" y="89611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698480" y="539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,TR</a:t>
            </a:r>
            <a:pPr algn="ctr" indent="0" marL="0">
              <a:buNone/>
            </a:pPr>
            <a:r>
              <a:rPr lang="en-US" sz="14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0863072" y="368503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927080" y="38953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,BR</a:t>
            </a:r>
            <a:pPr algn="ctr" indent="0" marL="0">
              <a:buNone/>
            </a:pPr>
            <a:r>
              <a:rPr lang="en-US" sz="14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805672" y="395935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092440" y="4197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,BL</a:t>
            </a:r>
            <a:pPr algn="ctr" indent="0" marL="0">
              <a:buNone/>
            </a:pPr>
            <a:r>
              <a:rPr lang="en-US" sz="14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922397" y="4011920"/>
            <a:ext cx="104280" cy="75603"/>
          </a:xfrm>
          <a:custGeom>
            <a:avLst/>
            <a:gdLst/>
            <a:ahLst/>
            <a:cxnLst/>
            <a:rect l="l" t="t" r="r" b="b"/>
            <a:pathLst>
              <a:path w="104280" h="75603">
                <a:moveTo>
                  <a:pt x="3083" y="75603"/>
                </a:moveTo>
                <a:lnTo>
                  <a:pt x="0" y="26724"/>
                </a:lnTo>
                <a:lnTo>
                  <a:pt x="101197" y="0"/>
                </a:lnTo>
                <a:lnTo>
                  <a:pt x="104280" y="48879"/>
                </a:lnTo>
                <a:close/>
              </a:path>
            </a:pathLst>
          </a:custGeom>
          <a:solidFill>
            <a:srgbClr val="484848"/>
          </a:solidFill>
          <a:ln w="6350">
            <a:solidFill>
              <a:srgbClr val="4848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13303" y="3961323"/>
            <a:ext cx="110291" cy="77322"/>
          </a:xfrm>
          <a:custGeom>
            <a:avLst/>
            <a:gdLst/>
            <a:ahLst/>
            <a:cxnLst/>
            <a:rect l="l" t="t" r="r" b="b"/>
            <a:pathLst>
              <a:path w="110291" h="77322">
                <a:moveTo>
                  <a:pt x="9094" y="77322"/>
                </a:moveTo>
                <a:lnTo>
                  <a:pt x="0" y="26724"/>
                </a:lnTo>
                <a:lnTo>
                  <a:pt x="101197" y="0"/>
                </a:lnTo>
                <a:lnTo>
                  <a:pt x="110291" y="50598"/>
                </a:lnTo>
                <a:close/>
              </a:path>
            </a:pathLst>
          </a:custGeom>
          <a:solidFill>
            <a:srgbClr val="595959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98654" y="3911543"/>
            <a:ext cx="115846" cy="76504"/>
          </a:xfrm>
          <a:custGeom>
            <a:avLst/>
            <a:gdLst/>
            <a:ahLst/>
            <a:cxnLst/>
            <a:rect l="l" t="t" r="r" b="b"/>
            <a:pathLst>
              <a:path w="115846" h="76504">
                <a:moveTo>
                  <a:pt x="14649" y="76504"/>
                </a:moveTo>
                <a:lnTo>
                  <a:pt x="0" y="26724"/>
                </a:lnTo>
                <a:lnTo>
                  <a:pt x="101197" y="0"/>
                </a:lnTo>
                <a:lnTo>
                  <a:pt x="115846" y="49780"/>
                </a:lnTo>
                <a:close/>
              </a:path>
            </a:pathLst>
          </a:custGeom>
          <a:solidFill>
            <a:srgbClr val="6A6A6A"/>
          </a:solidFill>
          <a:ln w="6350">
            <a:solidFill>
              <a:srgbClr val="6A6A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79185" y="3865078"/>
            <a:ext cx="120666" cy="73189"/>
          </a:xfrm>
          <a:custGeom>
            <a:avLst/>
            <a:gdLst/>
            <a:ahLst/>
            <a:cxnLst/>
            <a:rect l="l" t="t" r="r" b="b"/>
            <a:pathLst>
              <a:path w="120666" h="73189">
                <a:moveTo>
                  <a:pt x="19469" y="73189"/>
                </a:moveTo>
                <a:lnTo>
                  <a:pt x="0" y="26724"/>
                </a:lnTo>
                <a:lnTo>
                  <a:pt x="101197" y="0"/>
                </a:lnTo>
                <a:lnTo>
                  <a:pt x="120666" y="46465"/>
                </a:lnTo>
                <a:close/>
              </a:path>
            </a:pathLst>
          </a:custGeom>
          <a:solidFill>
            <a:srgbClr val="797979"/>
          </a:solidFill>
          <a:ln w="6350">
            <a:solidFill>
              <a:srgbClr val="79797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5872" y="3824257"/>
            <a:ext cx="124510" cy="67545"/>
          </a:xfrm>
          <a:custGeom>
            <a:avLst/>
            <a:gdLst/>
            <a:ahLst/>
            <a:cxnLst/>
            <a:rect l="l" t="t" r="r" b="b"/>
            <a:pathLst>
              <a:path w="124510" h="67545">
                <a:moveTo>
                  <a:pt x="23313" y="67545"/>
                </a:moveTo>
                <a:lnTo>
                  <a:pt x="0" y="26724"/>
                </a:lnTo>
                <a:lnTo>
                  <a:pt x="101197" y="0"/>
                </a:lnTo>
                <a:lnTo>
                  <a:pt x="124510" y="40821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29884" y="3791127"/>
            <a:ext cx="127185" cy="59854"/>
          </a:xfrm>
          <a:custGeom>
            <a:avLst/>
            <a:gdLst/>
            <a:ahLst/>
            <a:cxnLst/>
            <a:rect l="l" t="t" r="r" b="b"/>
            <a:pathLst>
              <a:path w="127185" h="59854">
                <a:moveTo>
                  <a:pt x="25988" y="59854"/>
                </a:moveTo>
                <a:lnTo>
                  <a:pt x="0" y="26724"/>
                </a:lnTo>
                <a:lnTo>
                  <a:pt x="101197" y="0"/>
                </a:lnTo>
                <a:lnTo>
                  <a:pt x="127185" y="33130"/>
                </a:lnTo>
                <a:close/>
              </a:path>
            </a:pathLst>
          </a:custGeom>
          <a:solidFill>
            <a:srgbClr val="8E8E8E"/>
          </a:solidFill>
          <a:ln w="6350">
            <a:solidFill>
              <a:srgbClr val="8E8E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02523" y="3767350"/>
            <a:ext cx="128557" cy="50501"/>
          </a:xfrm>
          <a:custGeom>
            <a:avLst/>
            <a:gdLst/>
            <a:ahLst/>
            <a:cxnLst/>
            <a:rect l="l" t="t" r="r" b="b"/>
            <a:pathLst>
              <a:path w="128557" h="50501">
                <a:moveTo>
                  <a:pt x="27360" y="50501"/>
                </a:moveTo>
                <a:lnTo>
                  <a:pt x="0" y="26724"/>
                </a:lnTo>
                <a:lnTo>
                  <a:pt x="101197" y="0"/>
                </a:lnTo>
                <a:lnTo>
                  <a:pt x="128557" y="23777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75163" y="3754118"/>
            <a:ext cx="128557" cy="39956"/>
          </a:xfrm>
          <a:custGeom>
            <a:avLst/>
            <a:gdLst/>
            <a:ahLst/>
            <a:cxnLst/>
            <a:rect l="l" t="t" r="r" b="b"/>
            <a:pathLst>
              <a:path w="128557" h="39956">
                <a:moveTo>
                  <a:pt x="27360" y="39956"/>
                </a:moveTo>
                <a:lnTo>
                  <a:pt x="0" y="26724"/>
                </a:lnTo>
                <a:lnTo>
                  <a:pt x="101197" y="0"/>
                </a:lnTo>
                <a:lnTo>
                  <a:pt x="128557" y="13232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49174" y="3752094"/>
            <a:ext cx="127185" cy="28748"/>
          </a:xfrm>
          <a:custGeom>
            <a:avLst/>
            <a:gdLst/>
            <a:ahLst/>
            <a:cxnLst/>
            <a:rect l="l" t="t" r="r" b="b"/>
            <a:pathLst>
              <a:path w="127185" h="28748">
                <a:moveTo>
                  <a:pt x="25988" y="28748"/>
                </a:moveTo>
                <a:lnTo>
                  <a:pt x="0" y="26724"/>
                </a:lnTo>
                <a:lnTo>
                  <a:pt x="101197" y="0"/>
                </a:lnTo>
                <a:lnTo>
                  <a:pt x="127185" y="2024"/>
                </a:lnTo>
                <a:close/>
              </a:path>
            </a:pathLst>
          </a:custGeom>
          <a:solidFill>
            <a:srgbClr val="929292"/>
          </a:solidFill>
          <a:ln w="6350">
            <a:solidFill>
              <a:srgbClr val="92929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55872" y="4193900"/>
            <a:ext cx="124510" cy="36010"/>
          </a:xfrm>
          <a:custGeom>
            <a:avLst/>
            <a:gdLst/>
            <a:ahLst/>
            <a:cxnLst/>
            <a:rect l="l" t="t" r="r" b="b"/>
            <a:pathLst>
              <a:path w="124510" h="36010">
                <a:moveTo>
                  <a:pt x="0" y="36010"/>
                </a:moveTo>
                <a:lnTo>
                  <a:pt x="23313" y="26724"/>
                </a:lnTo>
                <a:lnTo>
                  <a:pt x="124510" y="0"/>
                </a:lnTo>
                <a:lnTo>
                  <a:pt x="101197" y="9286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79185" y="4173770"/>
            <a:ext cx="120666" cy="46854"/>
          </a:xfrm>
          <a:custGeom>
            <a:avLst/>
            <a:gdLst/>
            <a:ahLst/>
            <a:cxnLst/>
            <a:rect l="l" t="t" r="r" b="b"/>
            <a:pathLst>
              <a:path w="120666" h="46854">
                <a:moveTo>
                  <a:pt x="0" y="46854"/>
                </a:moveTo>
                <a:lnTo>
                  <a:pt x="19469" y="26724"/>
                </a:lnTo>
                <a:lnTo>
                  <a:pt x="120666" y="0"/>
                </a:lnTo>
                <a:lnTo>
                  <a:pt x="101197" y="20130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98654" y="4143805"/>
            <a:ext cx="115846" cy="56689"/>
          </a:xfrm>
          <a:custGeom>
            <a:avLst/>
            <a:gdLst/>
            <a:ahLst/>
            <a:cxnLst/>
            <a:rect l="l" t="t" r="r" b="b"/>
            <a:pathLst>
              <a:path w="115846" h="56689">
                <a:moveTo>
                  <a:pt x="0" y="56689"/>
                </a:moveTo>
                <a:lnTo>
                  <a:pt x="14649" y="26724"/>
                </a:lnTo>
                <a:lnTo>
                  <a:pt x="115846" y="0"/>
                </a:lnTo>
                <a:lnTo>
                  <a:pt x="101197" y="29965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13303" y="4105508"/>
            <a:ext cx="110291" cy="65021"/>
          </a:xfrm>
          <a:custGeom>
            <a:avLst/>
            <a:gdLst/>
            <a:ahLst/>
            <a:cxnLst/>
            <a:rect l="l" t="t" r="r" b="b"/>
            <a:pathLst>
              <a:path w="110291" h="65021">
                <a:moveTo>
                  <a:pt x="0" y="65021"/>
                </a:moveTo>
                <a:lnTo>
                  <a:pt x="9094" y="26724"/>
                </a:lnTo>
                <a:lnTo>
                  <a:pt x="110291" y="0"/>
                </a:lnTo>
                <a:lnTo>
                  <a:pt x="101197" y="38297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22397" y="4060799"/>
            <a:ext cx="104280" cy="71433"/>
          </a:xfrm>
          <a:custGeom>
            <a:avLst/>
            <a:gdLst/>
            <a:ahLst/>
            <a:cxnLst/>
            <a:rect l="l" t="t" r="r" b="b"/>
            <a:pathLst>
              <a:path w="104280" h="71433">
                <a:moveTo>
                  <a:pt x="0" y="71433"/>
                </a:moveTo>
                <a:lnTo>
                  <a:pt x="3083" y="26724"/>
                </a:lnTo>
                <a:lnTo>
                  <a:pt x="104280" y="0"/>
                </a:lnTo>
                <a:lnTo>
                  <a:pt x="101197" y="44709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79566" y="3752094"/>
            <a:ext cx="347110" cy="477816"/>
          </a:xfrm>
          <a:custGeom>
            <a:avLst/>
            <a:gdLst/>
            <a:ahLst/>
            <a:cxnLst/>
            <a:rect l="l" t="t" r="r" b="b"/>
            <a:pathLst>
              <a:path w="347110" h="477816">
                <a:moveTo>
                  <a:pt x="0" y="169111"/>
                </a:moveTo>
                <a:lnTo>
                  <a:pt x="3083" y="124402"/>
                </a:lnTo>
                <a:lnTo>
                  <a:pt x="12177" y="86105"/>
                </a:lnTo>
                <a:lnTo>
                  <a:pt x="26825" y="56140"/>
                </a:lnTo>
                <a:lnTo>
                  <a:pt x="46294" y="36010"/>
                </a:lnTo>
                <a:lnTo>
                  <a:pt x="69608" y="26724"/>
                </a:lnTo>
                <a:lnTo>
                  <a:pt x="170805" y="0"/>
                </a:lnTo>
                <a:lnTo>
                  <a:pt x="196793" y="2024"/>
                </a:lnTo>
                <a:lnTo>
                  <a:pt x="224154" y="15256"/>
                </a:lnTo>
                <a:lnTo>
                  <a:pt x="251514" y="39033"/>
                </a:lnTo>
                <a:lnTo>
                  <a:pt x="277502" y="72163"/>
                </a:lnTo>
                <a:lnTo>
                  <a:pt x="300816" y="112984"/>
                </a:lnTo>
                <a:lnTo>
                  <a:pt x="320285" y="159449"/>
                </a:lnTo>
                <a:lnTo>
                  <a:pt x="334934" y="209229"/>
                </a:lnTo>
                <a:lnTo>
                  <a:pt x="344027" y="259826"/>
                </a:lnTo>
                <a:lnTo>
                  <a:pt x="347110" y="308705"/>
                </a:lnTo>
                <a:lnTo>
                  <a:pt x="344027" y="353414"/>
                </a:lnTo>
                <a:lnTo>
                  <a:pt x="334934" y="391711"/>
                </a:lnTo>
                <a:lnTo>
                  <a:pt x="320285" y="421676"/>
                </a:lnTo>
                <a:lnTo>
                  <a:pt x="300816" y="441806"/>
                </a:lnTo>
                <a:lnTo>
                  <a:pt x="277502" y="451092"/>
                </a:lnTo>
                <a:lnTo>
                  <a:pt x="176306" y="477816"/>
                </a:lnTo>
                <a:lnTo>
                  <a:pt x="150317" y="475792"/>
                </a:lnTo>
                <a:lnTo>
                  <a:pt x="122957" y="462560"/>
                </a:lnTo>
                <a:lnTo>
                  <a:pt x="95596" y="438783"/>
                </a:lnTo>
                <a:lnTo>
                  <a:pt x="69608" y="405653"/>
                </a:lnTo>
                <a:lnTo>
                  <a:pt x="46294" y="364832"/>
                </a:lnTo>
                <a:lnTo>
                  <a:pt x="26825" y="318367"/>
                </a:lnTo>
                <a:lnTo>
                  <a:pt x="12177" y="268587"/>
                </a:lnTo>
                <a:lnTo>
                  <a:pt x="3083" y="21799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79566" y="3778818"/>
            <a:ext cx="245913" cy="451092"/>
          </a:xfrm>
          <a:custGeom>
            <a:avLst/>
            <a:gdLst/>
            <a:ahLst/>
            <a:cxnLst/>
            <a:rect l="l" t="t" r="r" b="b"/>
            <a:pathLst>
              <a:path w="245913" h="451092">
                <a:moveTo>
                  <a:pt x="245913" y="308705"/>
                </a:moveTo>
                <a:lnTo>
                  <a:pt x="242830" y="259826"/>
                </a:lnTo>
                <a:lnTo>
                  <a:pt x="233737" y="209229"/>
                </a:lnTo>
                <a:lnTo>
                  <a:pt x="219088" y="159449"/>
                </a:lnTo>
                <a:lnTo>
                  <a:pt x="199619" y="112984"/>
                </a:lnTo>
                <a:lnTo>
                  <a:pt x="176306" y="72163"/>
                </a:lnTo>
                <a:lnTo>
                  <a:pt x="150317" y="39033"/>
                </a:lnTo>
                <a:lnTo>
                  <a:pt x="122957" y="15256"/>
                </a:lnTo>
                <a:lnTo>
                  <a:pt x="95596" y="2024"/>
                </a:lnTo>
                <a:lnTo>
                  <a:pt x="69608" y="0"/>
                </a:lnTo>
                <a:lnTo>
                  <a:pt x="46294" y="9286"/>
                </a:lnTo>
                <a:lnTo>
                  <a:pt x="26825" y="29416"/>
                </a:lnTo>
                <a:lnTo>
                  <a:pt x="12177" y="59381"/>
                </a:lnTo>
                <a:lnTo>
                  <a:pt x="3083" y="97678"/>
                </a:lnTo>
                <a:lnTo>
                  <a:pt x="0" y="142387"/>
                </a:lnTo>
                <a:lnTo>
                  <a:pt x="3083" y="191265"/>
                </a:lnTo>
                <a:lnTo>
                  <a:pt x="12177" y="241863"/>
                </a:lnTo>
                <a:lnTo>
                  <a:pt x="26825" y="291643"/>
                </a:lnTo>
                <a:lnTo>
                  <a:pt x="46294" y="338108"/>
                </a:lnTo>
                <a:lnTo>
                  <a:pt x="69608" y="378929"/>
                </a:lnTo>
                <a:lnTo>
                  <a:pt x="95596" y="412059"/>
                </a:lnTo>
                <a:lnTo>
                  <a:pt x="122957" y="435836"/>
                </a:lnTo>
                <a:lnTo>
                  <a:pt x="150317" y="449068"/>
                </a:lnTo>
                <a:lnTo>
                  <a:pt x="176306" y="451092"/>
                </a:lnTo>
                <a:lnTo>
                  <a:pt x="199619" y="441806"/>
                </a:lnTo>
                <a:lnTo>
                  <a:pt x="219088" y="421676"/>
                </a:lnTo>
                <a:lnTo>
                  <a:pt x="233737" y="391711"/>
                </a:lnTo>
                <a:lnTo>
                  <a:pt x="242830" y="353414"/>
                </a:lnTo>
                <a:close/>
              </a:path>
            </a:pathLst>
          </a:custGeom>
          <a:solidFill>
            <a:srgbClr val="72727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06617" y="3828438"/>
            <a:ext cx="191812" cy="351852"/>
          </a:xfrm>
          <a:custGeom>
            <a:avLst/>
            <a:gdLst/>
            <a:ahLst/>
            <a:cxnLst/>
            <a:rect l="l" t="t" r="r" b="b"/>
            <a:pathLst>
              <a:path w="191812" h="351852">
                <a:moveTo>
                  <a:pt x="191812" y="240790"/>
                </a:moveTo>
                <a:lnTo>
                  <a:pt x="189408" y="202665"/>
                </a:lnTo>
                <a:lnTo>
                  <a:pt x="182315" y="163198"/>
                </a:lnTo>
                <a:lnTo>
                  <a:pt x="170889" y="124370"/>
                </a:lnTo>
                <a:lnTo>
                  <a:pt x="155703" y="88127"/>
                </a:lnTo>
                <a:lnTo>
                  <a:pt x="137518" y="56287"/>
                </a:lnTo>
                <a:lnTo>
                  <a:pt x="117247" y="30446"/>
                </a:lnTo>
                <a:lnTo>
                  <a:pt x="95906" y="11900"/>
                </a:lnTo>
                <a:lnTo>
                  <a:pt x="74565" y="1579"/>
                </a:lnTo>
                <a:lnTo>
                  <a:pt x="54294" y="0"/>
                </a:lnTo>
                <a:lnTo>
                  <a:pt x="36110" y="7243"/>
                </a:lnTo>
                <a:lnTo>
                  <a:pt x="20924" y="22944"/>
                </a:lnTo>
                <a:lnTo>
                  <a:pt x="9498" y="46317"/>
                </a:lnTo>
                <a:lnTo>
                  <a:pt x="2405" y="76189"/>
                </a:lnTo>
                <a:lnTo>
                  <a:pt x="0" y="111062"/>
                </a:lnTo>
                <a:lnTo>
                  <a:pt x="2405" y="149187"/>
                </a:lnTo>
                <a:lnTo>
                  <a:pt x="9498" y="188653"/>
                </a:lnTo>
                <a:lnTo>
                  <a:pt x="20924" y="227481"/>
                </a:lnTo>
                <a:lnTo>
                  <a:pt x="36110" y="263724"/>
                </a:lnTo>
                <a:lnTo>
                  <a:pt x="54294" y="295565"/>
                </a:lnTo>
                <a:lnTo>
                  <a:pt x="74565" y="321406"/>
                </a:lnTo>
                <a:lnTo>
                  <a:pt x="95906" y="339952"/>
                </a:lnTo>
                <a:lnTo>
                  <a:pt x="117247" y="350273"/>
                </a:lnTo>
                <a:lnTo>
                  <a:pt x="137518" y="351852"/>
                </a:lnTo>
                <a:lnTo>
                  <a:pt x="155703" y="344609"/>
                </a:lnTo>
                <a:lnTo>
                  <a:pt x="170889" y="328907"/>
                </a:lnTo>
                <a:lnTo>
                  <a:pt x="182315" y="305535"/>
                </a:lnTo>
                <a:lnTo>
                  <a:pt x="189408" y="27566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41045" y="3891591"/>
            <a:ext cx="122957" cy="225546"/>
          </a:xfrm>
          <a:custGeom>
            <a:avLst/>
            <a:gdLst/>
            <a:ahLst/>
            <a:cxnLst/>
            <a:rect l="l" t="t" r="r" b="b"/>
            <a:pathLst>
              <a:path w="122957" h="225546">
                <a:moveTo>
                  <a:pt x="122957" y="154353"/>
                </a:moveTo>
                <a:lnTo>
                  <a:pt x="121415" y="129913"/>
                </a:lnTo>
                <a:lnTo>
                  <a:pt x="116868" y="104614"/>
                </a:lnTo>
                <a:lnTo>
                  <a:pt x="109544" y="79725"/>
                </a:lnTo>
                <a:lnTo>
                  <a:pt x="99809" y="56492"/>
                </a:lnTo>
                <a:lnTo>
                  <a:pt x="88153" y="36081"/>
                </a:lnTo>
                <a:lnTo>
                  <a:pt x="75159" y="19517"/>
                </a:lnTo>
                <a:lnTo>
                  <a:pt x="61478" y="7628"/>
                </a:lnTo>
                <a:lnTo>
                  <a:pt x="47798" y="1012"/>
                </a:lnTo>
                <a:lnTo>
                  <a:pt x="34804" y="0"/>
                </a:lnTo>
                <a:lnTo>
                  <a:pt x="23147" y="4643"/>
                </a:lnTo>
                <a:lnTo>
                  <a:pt x="13413" y="14708"/>
                </a:lnTo>
                <a:lnTo>
                  <a:pt x="6088" y="29690"/>
                </a:lnTo>
                <a:lnTo>
                  <a:pt x="1541" y="48839"/>
                </a:lnTo>
                <a:lnTo>
                  <a:pt x="0" y="71193"/>
                </a:lnTo>
                <a:lnTo>
                  <a:pt x="1541" y="95633"/>
                </a:lnTo>
                <a:lnTo>
                  <a:pt x="6088" y="120932"/>
                </a:lnTo>
                <a:lnTo>
                  <a:pt x="13413" y="145821"/>
                </a:lnTo>
                <a:lnTo>
                  <a:pt x="23147" y="169054"/>
                </a:lnTo>
                <a:lnTo>
                  <a:pt x="34804" y="189464"/>
                </a:lnTo>
                <a:lnTo>
                  <a:pt x="47798" y="206029"/>
                </a:lnTo>
                <a:lnTo>
                  <a:pt x="61478" y="217918"/>
                </a:lnTo>
                <a:lnTo>
                  <a:pt x="75159" y="224534"/>
                </a:lnTo>
                <a:lnTo>
                  <a:pt x="88153" y="225546"/>
                </a:lnTo>
                <a:lnTo>
                  <a:pt x="99809" y="220903"/>
                </a:lnTo>
                <a:lnTo>
                  <a:pt x="109544" y="210838"/>
                </a:lnTo>
                <a:lnTo>
                  <a:pt x="116868" y="195856"/>
                </a:lnTo>
                <a:lnTo>
                  <a:pt x="121415" y="176707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82" name="Shape 80"/>
          <p:cNvSpPr/>
          <p:nvPr/>
        </p:nvSpPr>
        <p:spPr>
          <a:xfrm>
            <a:off x="6726302" y="3864302"/>
            <a:ext cx="64296" cy="109534"/>
          </a:xfrm>
          <a:custGeom>
            <a:avLst/>
            <a:gdLst/>
            <a:ahLst/>
            <a:cxnLst/>
            <a:rect l="l" t="t" r="r" b="b"/>
            <a:pathLst>
              <a:path w="64296" h="109534">
                <a:moveTo>
                  <a:pt x="64296" y="3222"/>
                </a:moveTo>
                <a:lnTo>
                  <a:pt x="51402" y="0"/>
                </a:lnTo>
                <a:lnTo>
                  <a:pt x="39263" y="1033"/>
                </a:lnTo>
                <a:lnTo>
                  <a:pt x="28246" y="6291"/>
                </a:lnTo>
                <a:lnTo>
                  <a:pt x="18688" y="15614"/>
                </a:lnTo>
                <a:lnTo>
                  <a:pt x="10877" y="28717"/>
                </a:lnTo>
                <a:lnTo>
                  <a:pt x="5052" y="45204"/>
                </a:lnTo>
                <a:lnTo>
                  <a:pt x="1389" y="64573"/>
                </a:lnTo>
                <a:lnTo>
                  <a:pt x="0" y="86236"/>
                </a:lnTo>
                <a:lnTo>
                  <a:pt x="927" y="109534"/>
                </a:lnTo>
                <a:close/>
              </a:path>
            </a:pathLst>
          </a:custGeom>
          <a:solidFill>
            <a:srgbClr val="D9D9D9"/>
          </a:solidFill>
          <a:ln/>
        </p:spPr>
      </p:sp>
      <p:sp>
        <p:nvSpPr>
          <p:cNvPr id="83" name="Shape 81"/>
          <p:cNvSpPr/>
          <p:nvPr/>
        </p:nvSpPr>
        <p:spPr>
          <a:xfrm>
            <a:off x="6714122" y="4033747"/>
            <a:ext cx="193792" cy="92375"/>
          </a:xfrm>
          <a:custGeom>
            <a:avLst/>
            <a:gdLst/>
            <a:ahLst/>
            <a:cxnLst/>
            <a:rect l="l" t="t" r="r" b="b"/>
            <a:pathLst>
              <a:path w="193792" h="92375">
                <a:moveTo>
                  <a:pt x="2642" y="92375"/>
                </a:moveTo>
                <a:lnTo>
                  <a:pt x="0" y="50479"/>
                </a:lnTo>
                <a:lnTo>
                  <a:pt x="191150" y="0"/>
                </a:lnTo>
                <a:lnTo>
                  <a:pt x="193792" y="41896"/>
                </a:lnTo>
                <a:close/>
              </a:path>
            </a:pathLst>
          </a:custGeom>
          <a:solidFill>
            <a:srgbClr val="676767"/>
          </a:solidFill>
          <a:ln w="6350">
            <a:solidFill>
              <a:srgbClr val="67676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06328" y="3990378"/>
            <a:ext cx="198944" cy="93849"/>
          </a:xfrm>
          <a:custGeom>
            <a:avLst/>
            <a:gdLst/>
            <a:ahLst/>
            <a:cxnLst/>
            <a:rect l="l" t="t" r="r" b="b"/>
            <a:pathLst>
              <a:path w="198944" h="93849">
                <a:moveTo>
                  <a:pt x="7795" y="93849"/>
                </a:moveTo>
                <a:lnTo>
                  <a:pt x="0" y="50479"/>
                </a:lnTo>
                <a:lnTo>
                  <a:pt x="191150" y="0"/>
                </a:lnTo>
                <a:lnTo>
                  <a:pt x="198944" y="43370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93772" y="3947710"/>
            <a:ext cx="203706" cy="93147"/>
          </a:xfrm>
          <a:custGeom>
            <a:avLst/>
            <a:gdLst/>
            <a:ahLst/>
            <a:cxnLst/>
            <a:rect l="l" t="t" r="r" b="b"/>
            <a:pathLst>
              <a:path w="203706" h="93147">
                <a:moveTo>
                  <a:pt x="12556" y="93147"/>
                </a:moveTo>
                <a:lnTo>
                  <a:pt x="0" y="50479"/>
                </a:lnTo>
                <a:lnTo>
                  <a:pt x="191150" y="0"/>
                </a:lnTo>
                <a:lnTo>
                  <a:pt x="203706" y="42668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677084" y="3907882"/>
            <a:ext cx="207838" cy="90306"/>
          </a:xfrm>
          <a:custGeom>
            <a:avLst/>
            <a:gdLst/>
            <a:ahLst/>
            <a:cxnLst/>
            <a:rect l="l" t="t" r="r" b="b"/>
            <a:pathLst>
              <a:path w="207838" h="90306">
                <a:moveTo>
                  <a:pt x="16688" y="90306"/>
                </a:moveTo>
                <a:lnTo>
                  <a:pt x="0" y="50479"/>
                </a:lnTo>
                <a:lnTo>
                  <a:pt x="191150" y="0"/>
                </a:lnTo>
                <a:lnTo>
                  <a:pt x="207838" y="39827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657101" y="3872893"/>
            <a:ext cx="211133" cy="85468"/>
          </a:xfrm>
          <a:custGeom>
            <a:avLst/>
            <a:gdLst/>
            <a:ahLst/>
            <a:cxnLst/>
            <a:rect l="l" t="t" r="r" b="b"/>
            <a:pathLst>
              <a:path w="211133" h="85468">
                <a:moveTo>
                  <a:pt x="19983" y="85468"/>
                </a:moveTo>
                <a:lnTo>
                  <a:pt x="0" y="50479"/>
                </a:lnTo>
                <a:lnTo>
                  <a:pt x="191150" y="0"/>
                </a:lnTo>
                <a:lnTo>
                  <a:pt x="211133" y="34989"/>
                </a:lnTo>
                <a:close/>
              </a:path>
            </a:pathLst>
          </a:custGeom>
          <a:solidFill>
            <a:srgbClr val="AEAEAE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634825" y="3844496"/>
            <a:ext cx="213426" cy="78876"/>
          </a:xfrm>
          <a:custGeom>
            <a:avLst/>
            <a:gdLst/>
            <a:ahLst/>
            <a:cxnLst/>
            <a:rect l="l" t="t" r="r" b="b"/>
            <a:pathLst>
              <a:path w="213426" h="78876">
                <a:moveTo>
                  <a:pt x="22276" y="78876"/>
                </a:moveTo>
                <a:lnTo>
                  <a:pt x="0" y="50479"/>
                </a:lnTo>
                <a:lnTo>
                  <a:pt x="191150" y="0"/>
                </a:lnTo>
                <a:lnTo>
                  <a:pt x="213426" y="28397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11373" y="3824116"/>
            <a:ext cx="214601" cy="70859"/>
          </a:xfrm>
          <a:custGeom>
            <a:avLst/>
            <a:gdLst/>
            <a:ahLst/>
            <a:cxnLst/>
            <a:rect l="l" t="t" r="r" b="b"/>
            <a:pathLst>
              <a:path w="214601" h="70859">
                <a:moveTo>
                  <a:pt x="23452" y="70859"/>
                </a:moveTo>
                <a:lnTo>
                  <a:pt x="0" y="50479"/>
                </a:lnTo>
                <a:lnTo>
                  <a:pt x="191150" y="0"/>
                </a:lnTo>
                <a:lnTo>
                  <a:pt x="214601" y="20380"/>
                </a:lnTo>
                <a:close/>
              </a:path>
            </a:pathLst>
          </a:custGeom>
          <a:solidFill>
            <a:srgbClr val="BEBEBE"/>
          </a:solidFill>
          <a:ln w="6350">
            <a:solidFill>
              <a:srgbClr val="BEBEB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587922" y="3812774"/>
            <a:ext cx="214601" cy="61821"/>
          </a:xfrm>
          <a:custGeom>
            <a:avLst/>
            <a:gdLst/>
            <a:ahLst/>
            <a:cxnLst/>
            <a:rect l="l" t="t" r="r" b="b"/>
            <a:pathLst>
              <a:path w="214601" h="61821">
                <a:moveTo>
                  <a:pt x="23452" y="61821"/>
                </a:moveTo>
                <a:lnTo>
                  <a:pt x="0" y="50479"/>
                </a:lnTo>
                <a:lnTo>
                  <a:pt x="191150" y="0"/>
                </a:lnTo>
                <a:lnTo>
                  <a:pt x="214601" y="11342"/>
                </a:lnTo>
                <a:close/>
              </a:path>
            </a:pathLst>
          </a:custGeom>
          <a:solidFill>
            <a:srgbClr val="BFBFB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565646" y="3811039"/>
            <a:ext cx="213426" cy="52214"/>
          </a:xfrm>
          <a:custGeom>
            <a:avLst/>
            <a:gdLst/>
            <a:ahLst/>
            <a:cxnLst/>
            <a:rect l="l" t="t" r="r" b="b"/>
            <a:pathLst>
              <a:path w="213426" h="52214">
                <a:moveTo>
                  <a:pt x="22276" y="52214"/>
                </a:moveTo>
                <a:lnTo>
                  <a:pt x="0" y="50479"/>
                </a:lnTo>
                <a:lnTo>
                  <a:pt x="191150" y="0"/>
                </a:lnTo>
                <a:lnTo>
                  <a:pt x="213426" y="1735"/>
                </a:lnTo>
                <a:close/>
              </a:path>
            </a:pathLst>
          </a:custGeom>
          <a:solidFill>
            <a:srgbClr val="BCBCBC"/>
          </a:solidFill>
          <a:ln w="6350">
            <a:solidFill>
              <a:srgbClr val="BCBCB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57101" y="4189730"/>
            <a:ext cx="211133" cy="58438"/>
          </a:xfrm>
          <a:custGeom>
            <a:avLst/>
            <a:gdLst/>
            <a:ahLst/>
            <a:cxnLst/>
            <a:rect l="l" t="t" r="r" b="b"/>
            <a:pathLst>
              <a:path w="211133" h="58438">
                <a:moveTo>
                  <a:pt x="0" y="58438"/>
                </a:moveTo>
                <a:lnTo>
                  <a:pt x="19983" y="50479"/>
                </a:lnTo>
                <a:lnTo>
                  <a:pt x="211133" y="0"/>
                </a:lnTo>
                <a:lnTo>
                  <a:pt x="191150" y="7959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77084" y="4172476"/>
            <a:ext cx="207838" cy="67733"/>
          </a:xfrm>
          <a:custGeom>
            <a:avLst/>
            <a:gdLst/>
            <a:ahLst/>
            <a:cxnLst/>
            <a:rect l="l" t="t" r="r" b="b"/>
            <a:pathLst>
              <a:path w="207838" h="67733">
                <a:moveTo>
                  <a:pt x="0" y="67733"/>
                </a:moveTo>
                <a:lnTo>
                  <a:pt x="16688" y="50479"/>
                </a:lnTo>
                <a:lnTo>
                  <a:pt x="207838" y="0"/>
                </a:lnTo>
                <a:lnTo>
                  <a:pt x="191150" y="17254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93772" y="4146792"/>
            <a:ext cx="203706" cy="76163"/>
          </a:xfrm>
          <a:custGeom>
            <a:avLst/>
            <a:gdLst/>
            <a:ahLst/>
            <a:cxnLst/>
            <a:rect l="l" t="t" r="r" b="b"/>
            <a:pathLst>
              <a:path w="203706" h="76163">
                <a:moveTo>
                  <a:pt x="0" y="76163"/>
                </a:moveTo>
                <a:lnTo>
                  <a:pt x="12556" y="50479"/>
                </a:lnTo>
                <a:lnTo>
                  <a:pt x="203706" y="0"/>
                </a:lnTo>
                <a:lnTo>
                  <a:pt x="191150" y="25684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06328" y="4113966"/>
            <a:ext cx="198944" cy="83305"/>
          </a:xfrm>
          <a:custGeom>
            <a:avLst/>
            <a:gdLst/>
            <a:ahLst/>
            <a:cxnLst/>
            <a:rect l="l" t="t" r="r" b="b"/>
            <a:pathLst>
              <a:path w="198944" h="83305">
                <a:moveTo>
                  <a:pt x="0" y="83305"/>
                </a:moveTo>
                <a:lnTo>
                  <a:pt x="7795" y="50479"/>
                </a:lnTo>
                <a:lnTo>
                  <a:pt x="198944" y="0"/>
                </a:lnTo>
                <a:lnTo>
                  <a:pt x="191150" y="32826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14122" y="4075644"/>
            <a:ext cx="193792" cy="88801"/>
          </a:xfrm>
          <a:custGeom>
            <a:avLst/>
            <a:gdLst/>
            <a:ahLst/>
            <a:cxnLst/>
            <a:rect l="l" t="t" r="r" b="b"/>
            <a:pathLst>
              <a:path w="193792" h="88801">
                <a:moveTo>
                  <a:pt x="0" y="88801"/>
                </a:moveTo>
                <a:lnTo>
                  <a:pt x="2642" y="50479"/>
                </a:lnTo>
                <a:lnTo>
                  <a:pt x="193792" y="0"/>
                </a:lnTo>
                <a:lnTo>
                  <a:pt x="191150" y="38322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05982" y="3811039"/>
            <a:ext cx="401933" cy="437129"/>
          </a:xfrm>
          <a:custGeom>
            <a:avLst/>
            <a:gdLst/>
            <a:ahLst/>
            <a:cxnLst/>
            <a:rect l="l" t="t" r="r" b="b"/>
            <a:pathLst>
              <a:path w="401933" h="437129">
                <a:moveTo>
                  <a:pt x="0" y="172525"/>
                </a:moveTo>
                <a:lnTo>
                  <a:pt x="2642" y="134203"/>
                </a:lnTo>
                <a:lnTo>
                  <a:pt x="10437" y="101377"/>
                </a:lnTo>
                <a:lnTo>
                  <a:pt x="22993" y="75693"/>
                </a:lnTo>
                <a:lnTo>
                  <a:pt x="39681" y="58438"/>
                </a:lnTo>
                <a:lnTo>
                  <a:pt x="59664" y="50479"/>
                </a:lnTo>
                <a:lnTo>
                  <a:pt x="250813" y="0"/>
                </a:lnTo>
                <a:lnTo>
                  <a:pt x="273089" y="1735"/>
                </a:lnTo>
                <a:lnTo>
                  <a:pt x="296541" y="13077"/>
                </a:lnTo>
                <a:lnTo>
                  <a:pt x="319993" y="33457"/>
                </a:lnTo>
                <a:lnTo>
                  <a:pt x="342269" y="61854"/>
                </a:lnTo>
                <a:lnTo>
                  <a:pt x="362252" y="96843"/>
                </a:lnTo>
                <a:lnTo>
                  <a:pt x="378939" y="136671"/>
                </a:lnTo>
                <a:lnTo>
                  <a:pt x="391495" y="179339"/>
                </a:lnTo>
                <a:lnTo>
                  <a:pt x="399290" y="222708"/>
                </a:lnTo>
                <a:lnTo>
                  <a:pt x="401933" y="264605"/>
                </a:lnTo>
                <a:lnTo>
                  <a:pt x="399290" y="302926"/>
                </a:lnTo>
                <a:lnTo>
                  <a:pt x="391495" y="335752"/>
                </a:lnTo>
                <a:lnTo>
                  <a:pt x="378939" y="361437"/>
                </a:lnTo>
                <a:lnTo>
                  <a:pt x="362252" y="378691"/>
                </a:lnTo>
                <a:lnTo>
                  <a:pt x="342269" y="386650"/>
                </a:lnTo>
                <a:lnTo>
                  <a:pt x="151119" y="437129"/>
                </a:lnTo>
                <a:lnTo>
                  <a:pt x="128843" y="435394"/>
                </a:lnTo>
                <a:lnTo>
                  <a:pt x="105391" y="424052"/>
                </a:lnTo>
                <a:lnTo>
                  <a:pt x="81940" y="403672"/>
                </a:lnTo>
                <a:lnTo>
                  <a:pt x="59664" y="375275"/>
                </a:lnTo>
                <a:lnTo>
                  <a:pt x="39681" y="340286"/>
                </a:lnTo>
                <a:lnTo>
                  <a:pt x="22993" y="300459"/>
                </a:lnTo>
                <a:lnTo>
                  <a:pt x="10437" y="257790"/>
                </a:lnTo>
                <a:lnTo>
                  <a:pt x="2642" y="214421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05982" y="3861518"/>
            <a:ext cx="210783" cy="386650"/>
          </a:xfrm>
          <a:custGeom>
            <a:avLst/>
            <a:gdLst/>
            <a:ahLst/>
            <a:cxnLst/>
            <a:rect l="l" t="t" r="r" b="b"/>
            <a:pathLst>
              <a:path w="210783" h="386650">
                <a:moveTo>
                  <a:pt x="210783" y="264605"/>
                </a:moveTo>
                <a:lnTo>
                  <a:pt x="208140" y="222708"/>
                </a:lnTo>
                <a:lnTo>
                  <a:pt x="200346" y="179339"/>
                </a:lnTo>
                <a:lnTo>
                  <a:pt x="187790" y="136671"/>
                </a:lnTo>
                <a:lnTo>
                  <a:pt x="171102" y="96843"/>
                </a:lnTo>
                <a:lnTo>
                  <a:pt x="151119" y="61854"/>
                </a:lnTo>
                <a:lnTo>
                  <a:pt x="128843" y="33457"/>
                </a:lnTo>
                <a:lnTo>
                  <a:pt x="105391" y="13077"/>
                </a:lnTo>
                <a:lnTo>
                  <a:pt x="81940" y="1735"/>
                </a:lnTo>
                <a:lnTo>
                  <a:pt x="59664" y="0"/>
                </a:lnTo>
                <a:lnTo>
                  <a:pt x="39681" y="7959"/>
                </a:lnTo>
                <a:lnTo>
                  <a:pt x="22993" y="25214"/>
                </a:lnTo>
                <a:lnTo>
                  <a:pt x="10437" y="50898"/>
                </a:lnTo>
                <a:lnTo>
                  <a:pt x="2642" y="83724"/>
                </a:lnTo>
                <a:lnTo>
                  <a:pt x="0" y="122046"/>
                </a:lnTo>
                <a:lnTo>
                  <a:pt x="2642" y="163942"/>
                </a:lnTo>
                <a:lnTo>
                  <a:pt x="10437" y="207311"/>
                </a:lnTo>
                <a:lnTo>
                  <a:pt x="22993" y="249980"/>
                </a:lnTo>
                <a:lnTo>
                  <a:pt x="39681" y="289807"/>
                </a:lnTo>
                <a:lnTo>
                  <a:pt x="59664" y="324796"/>
                </a:lnTo>
                <a:lnTo>
                  <a:pt x="81940" y="353193"/>
                </a:lnTo>
                <a:lnTo>
                  <a:pt x="105391" y="373573"/>
                </a:lnTo>
                <a:lnTo>
                  <a:pt x="128843" y="384915"/>
                </a:lnTo>
                <a:lnTo>
                  <a:pt x="151119" y="386650"/>
                </a:lnTo>
                <a:lnTo>
                  <a:pt x="171102" y="378691"/>
                </a:lnTo>
                <a:lnTo>
                  <a:pt x="187790" y="361437"/>
                </a:lnTo>
                <a:lnTo>
                  <a:pt x="200346" y="335752"/>
                </a:lnTo>
                <a:lnTo>
                  <a:pt x="208140" y="302926"/>
                </a:lnTo>
                <a:close/>
              </a:path>
            </a:pathLst>
          </a:custGeom>
          <a:solidFill>
            <a:srgbClr val="97979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033753" y="3750204"/>
            <a:ext cx="435618" cy="799317"/>
          </a:xfrm>
          <a:custGeom>
            <a:avLst/>
            <a:gdLst/>
            <a:ahLst/>
            <a:cxnLst/>
            <a:rect l="l" t="t" r="r" b="b"/>
            <a:pathLst>
              <a:path w="435618" h="799317">
                <a:moveTo>
                  <a:pt x="0" y="504695"/>
                </a:moveTo>
                <a:lnTo>
                  <a:pt x="435618" y="799317"/>
                </a:lnTo>
                <a:lnTo>
                  <a:pt x="435618" y="294622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469371" y="3949806"/>
            <a:ext cx="359811" cy="599715"/>
          </a:xfrm>
          <a:custGeom>
            <a:avLst/>
            <a:gdLst/>
            <a:ahLst/>
            <a:cxnLst/>
            <a:rect l="l" t="t" r="r" b="b"/>
            <a:pathLst>
              <a:path w="359811" h="599715">
                <a:moveTo>
                  <a:pt x="0" y="599715"/>
                </a:moveTo>
                <a:lnTo>
                  <a:pt x="359811" y="504695"/>
                </a:lnTo>
                <a:lnTo>
                  <a:pt x="359811" y="0"/>
                </a:lnTo>
                <a:lnTo>
                  <a:pt x="0" y="95019"/>
                </a:lnTo>
                <a:close/>
              </a:path>
            </a:pathLst>
          </a:custGeom>
          <a:solidFill>
            <a:srgbClr val="52525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33753" y="3655185"/>
            <a:ext cx="795429" cy="389641"/>
          </a:xfrm>
          <a:custGeom>
            <a:avLst/>
            <a:gdLst/>
            <a:ahLst/>
            <a:cxnLst/>
            <a:rect l="l" t="t" r="r" b="b"/>
            <a:pathLst>
              <a:path w="795429" h="389641">
                <a:moveTo>
                  <a:pt x="0" y="95019"/>
                </a:moveTo>
                <a:lnTo>
                  <a:pt x="435618" y="389641"/>
                </a:lnTo>
                <a:lnTo>
                  <a:pt x="795429" y="294622"/>
                </a:lnTo>
                <a:lnTo>
                  <a:pt x="359811" y="0"/>
                </a:lnTo>
                <a:close/>
              </a:path>
            </a:pathLst>
          </a:custGeom>
          <a:solidFill>
            <a:srgbClr val="A7A7A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53209" y="3681993"/>
            <a:ext cx="196731" cy="229187"/>
          </a:xfrm>
          <a:custGeom>
            <a:avLst/>
            <a:gdLst/>
            <a:ahLst/>
            <a:cxnLst/>
            <a:rect l="l" t="t" r="r" b="b"/>
            <a:pathLst>
              <a:path w="196731" h="229187">
                <a:moveTo>
                  <a:pt x="0" y="96132"/>
                </a:moveTo>
                <a:lnTo>
                  <a:pt x="196731" y="229187"/>
                </a:lnTo>
                <a:lnTo>
                  <a:pt x="196731" y="133055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49939" y="3749722"/>
            <a:ext cx="247370" cy="161458"/>
          </a:xfrm>
          <a:custGeom>
            <a:avLst/>
            <a:gdLst/>
            <a:ahLst/>
            <a:cxnLst/>
            <a:rect l="l" t="t" r="r" b="b"/>
            <a:pathLst>
              <a:path w="247370" h="161458">
                <a:moveTo>
                  <a:pt x="0" y="161458"/>
                </a:moveTo>
                <a:lnTo>
                  <a:pt x="247370" y="96132"/>
                </a:lnTo>
                <a:lnTo>
                  <a:pt x="247370" y="0"/>
                </a:lnTo>
                <a:lnTo>
                  <a:pt x="0" y="65326"/>
                </a:lnTo>
                <a:close/>
              </a:path>
            </a:pathLst>
          </a:custGeom>
          <a:solidFill>
            <a:srgbClr val="52525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53209" y="3616667"/>
            <a:ext cx="444101" cy="198381"/>
          </a:xfrm>
          <a:custGeom>
            <a:avLst/>
            <a:gdLst/>
            <a:ahLst/>
            <a:cxnLst/>
            <a:rect l="l" t="t" r="r" b="b"/>
            <a:pathLst>
              <a:path w="444101" h="198381">
                <a:moveTo>
                  <a:pt x="0" y="65326"/>
                </a:moveTo>
                <a:lnTo>
                  <a:pt x="196731" y="198381"/>
                </a:lnTo>
                <a:lnTo>
                  <a:pt x="444101" y="133055"/>
                </a:lnTo>
                <a:lnTo>
                  <a:pt x="247370" y="0"/>
                </a:lnTo>
                <a:close/>
              </a:path>
            </a:pathLst>
          </a:custGeom>
          <a:solidFill>
            <a:srgbClr val="A7A7A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7339" y="3881911"/>
            <a:ext cx="10466" cy="75609"/>
          </a:xfrm>
          <a:custGeom>
            <a:avLst/>
            <a:gdLst/>
            <a:ahLst/>
            <a:cxnLst/>
            <a:rect l="l" t="t" r="r" b="b"/>
            <a:pathLst>
              <a:path w="10466" h="75609">
                <a:moveTo>
                  <a:pt x="0" y="75609"/>
                </a:moveTo>
                <a:lnTo>
                  <a:pt x="10466" y="72099"/>
                </a:lnTo>
                <a:lnTo>
                  <a:pt x="10466" y="0"/>
                </a:lnTo>
                <a:lnTo>
                  <a:pt x="0" y="3509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47806" y="3877506"/>
            <a:ext cx="8356" cy="76505"/>
          </a:xfrm>
          <a:custGeom>
            <a:avLst/>
            <a:gdLst/>
            <a:ahLst/>
            <a:cxnLst/>
            <a:rect l="l" t="t" r="r" b="b"/>
            <a:pathLst>
              <a:path w="8356" h="76505">
                <a:moveTo>
                  <a:pt x="0" y="76505"/>
                </a:moveTo>
                <a:lnTo>
                  <a:pt x="8356" y="72099"/>
                </a:lnTo>
                <a:lnTo>
                  <a:pt x="8356" y="0"/>
                </a:lnTo>
                <a:lnTo>
                  <a:pt x="0" y="4406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656162" y="3872425"/>
            <a:ext cx="5827" cy="77180"/>
          </a:xfrm>
          <a:custGeom>
            <a:avLst/>
            <a:gdLst/>
            <a:ahLst/>
            <a:cxnLst/>
            <a:rect l="l" t="t" r="r" b="b"/>
            <a:pathLst>
              <a:path w="5827" h="77180">
                <a:moveTo>
                  <a:pt x="0" y="77180"/>
                </a:moveTo>
                <a:lnTo>
                  <a:pt x="5827" y="72099"/>
                </a:lnTo>
                <a:lnTo>
                  <a:pt x="5827" y="0"/>
                </a:lnTo>
                <a:lnTo>
                  <a:pt x="0" y="5081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61989" y="3866923"/>
            <a:ext cx="3005" cy="77601"/>
          </a:xfrm>
          <a:custGeom>
            <a:avLst/>
            <a:gdLst/>
            <a:ahLst/>
            <a:cxnLst/>
            <a:rect l="l" t="t" r="r" b="b"/>
            <a:pathLst>
              <a:path w="3005" h="77601">
                <a:moveTo>
                  <a:pt x="0" y="77601"/>
                </a:moveTo>
                <a:lnTo>
                  <a:pt x="3005" y="72099"/>
                </a:lnTo>
                <a:lnTo>
                  <a:pt x="3005" y="0"/>
                </a:lnTo>
                <a:lnTo>
                  <a:pt x="0" y="5502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64995" y="3861276"/>
            <a:ext cx="33" cy="77746"/>
          </a:xfrm>
          <a:custGeom>
            <a:avLst/>
            <a:gdLst/>
            <a:ahLst/>
            <a:cxnLst/>
            <a:rect l="l" t="t" r="r" b="b"/>
            <a:pathLst>
              <a:path w="33" h="77746">
                <a:moveTo>
                  <a:pt x="0" y="77746"/>
                </a:moveTo>
                <a:lnTo>
                  <a:pt x="33" y="72099"/>
                </a:lnTo>
                <a:lnTo>
                  <a:pt x="33" y="0"/>
                </a:lnTo>
                <a:lnTo>
                  <a:pt x="0" y="5646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546416" y="3866798"/>
            <a:ext cx="2941" cy="77607"/>
          </a:xfrm>
          <a:custGeom>
            <a:avLst/>
            <a:gdLst/>
            <a:ahLst/>
            <a:cxnLst/>
            <a:rect l="l" t="t" r="r" b="b"/>
            <a:pathLst>
              <a:path w="2941" h="77607">
                <a:moveTo>
                  <a:pt x="0" y="72099"/>
                </a:moveTo>
                <a:lnTo>
                  <a:pt x="2941" y="77607"/>
                </a:lnTo>
                <a:lnTo>
                  <a:pt x="2941" y="5508"/>
                </a:lnTo>
                <a:lnTo>
                  <a:pt x="0" y="0"/>
                </a:lnTo>
                <a:close/>
              </a:path>
            </a:pathLst>
          </a:custGeom>
          <a:solidFill>
            <a:srgbClr val="BABABA"/>
          </a:solidFill>
          <a:ln w="6350">
            <a:solidFill>
              <a:srgbClr val="BABAB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549357" y="3872306"/>
            <a:ext cx="5767" cy="77193"/>
          </a:xfrm>
          <a:custGeom>
            <a:avLst/>
            <a:gdLst/>
            <a:ahLst/>
            <a:cxnLst/>
            <a:rect l="l" t="t" r="r" b="b"/>
            <a:pathLst>
              <a:path w="5767" h="77193">
                <a:moveTo>
                  <a:pt x="0" y="72099"/>
                </a:moveTo>
                <a:lnTo>
                  <a:pt x="5767" y="77193"/>
                </a:lnTo>
                <a:lnTo>
                  <a:pt x="5767" y="5093"/>
                </a:lnTo>
                <a:lnTo>
                  <a:pt x="0" y="0"/>
                </a:lnTo>
                <a:close/>
              </a:path>
            </a:pathLst>
          </a:custGeom>
          <a:solidFill>
            <a:srgbClr val="BBBBB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555124" y="3877399"/>
            <a:ext cx="8304" cy="76523"/>
          </a:xfrm>
          <a:custGeom>
            <a:avLst/>
            <a:gdLst/>
            <a:ahLst/>
            <a:cxnLst/>
            <a:rect l="l" t="t" r="r" b="b"/>
            <a:pathLst>
              <a:path w="8304" h="76523">
                <a:moveTo>
                  <a:pt x="0" y="72099"/>
                </a:moveTo>
                <a:lnTo>
                  <a:pt x="8304" y="76523"/>
                </a:lnTo>
                <a:lnTo>
                  <a:pt x="8304" y="4423"/>
                </a:lnTo>
                <a:lnTo>
                  <a:pt x="0" y="0"/>
                </a:lnTo>
                <a:close/>
              </a:path>
            </a:pathLst>
          </a:custGeom>
          <a:solidFill>
            <a:srgbClr val="B9B9B9"/>
          </a:solidFill>
          <a:ln w="6350">
            <a:solidFill>
              <a:srgbClr val="B9B9B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63428" y="3881823"/>
            <a:ext cx="10425" cy="75631"/>
          </a:xfrm>
          <a:custGeom>
            <a:avLst/>
            <a:gdLst/>
            <a:ahLst/>
            <a:cxnLst/>
            <a:rect l="l" t="t" r="r" b="b"/>
            <a:pathLst>
              <a:path w="10425" h="75631">
                <a:moveTo>
                  <a:pt x="0" y="72099"/>
                </a:moveTo>
                <a:lnTo>
                  <a:pt x="10425" y="75631"/>
                </a:lnTo>
                <a:lnTo>
                  <a:pt x="10425" y="3531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 w="6350">
            <a:solidFill>
              <a:srgbClr val="B5B5B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573853" y="3885354"/>
            <a:ext cx="12023" cy="74562"/>
          </a:xfrm>
          <a:custGeom>
            <a:avLst/>
            <a:gdLst/>
            <a:ahLst/>
            <a:cxnLst/>
            <a:rect l="l" t="t" r="r" b="b"/>
            <a:pathLst>
              <a:path w="12023" h="74562">
                <a:moveTo>
                  <a:pt x="0" y="72099"/>
                </a:moveTo>
                <a:lnTo>
                  <a:pt x="12023" y="74562"/>
                </a:lnTo>
                <a:lnTo>
                  <a:pt x="12023" y="2463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6350">
            <a:solidFill>
              <a:srgbClr val="AFAFA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585876" y="3887817"/>
            <a:ext cx="13018" cy="73369"/>
          </a:xfrm>
          <a:custGeom>
            <a:avLst/>
            <a:gdLst/>
            <a:ahLst/>
            <a:cxnLst/>
            <a:rect l="l" t="t" r="r" b="b"/>
            <a:pathLst>
              <a:path w="13018" h="73369">
                <a:moveTo>
                  <a:pt x="0" y="72099"/>
                </a:moveTo>
                <a:lnTo>
                  <a:pt x="13018" y="73369"/>
                </a:lnTo>
                <a:lnTo>
                  <a:pt x="13018" y="1270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98894" y="3889087"/>
            <a:ext cx="13361" cy="72113"/>
          </a:xfrm>
          <a:custGeom>
            <a:avLst/>
            <a:gdLst/>
            <a:ahLst/>
            <a:cxnLst/>
            <a:rect l="l" t="t" r="r" b="b"/>
            <a:pathLst>
              <a:path w="13361" h="72113">
                <a:moveTo>
                  <a:pt x="0" y="72099"/>
                </a:moveTo>
                <a:lnTo>
                  <a:pt x="13361" y="72113"/>
                </a:lnTo>
                <a:lnTo>
                  <a:pt x="13361" y="14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612254" y="3887858"/>
            <a:ext cx="13033" cy="73342"/>
          </a:xfrm>
          <a:custGeom>
            <a:avLst/>
            <a:gdLst/>
            <a:ahLst/>
            <a:cxnLst/>
            <a:rect l="l" t="t" r="r" b="b"/>
            <a:pathLst>
              <a:path w="13033" h="73342">
                <a:moveTo>
                  <a:pt x="0" y="73342"/>
                </a:moveTo>
                <a:lnTo>
                  <a:pt x="13033" y="72099"/>
                </a:lnTo>
                <a:lnTo>
                  <a:pt x="13033" y="0"/>
                </a:lnTo>
                <a:lnTo>
                  <a:pt x="0" y="1243"/>
                </a:lnTo>
                <a:close/>
              </a:path>
            </a:pathLst>
          </a:custGeom>
          <a:solidFill>
            <a:srgbClr val="919191"/>
          </a:solidFill>
          <a:ln w="6350">
            <a:solidFill>
              <a:srgbClr val="91919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625287" y="3885421"/>
            <a:ext cx="12052" cy="74537"/>
          </a:xfrm>
          <a:custGeom>
            <a:avLst/>
            <a:gdLst/>
            <a:ahLst/>
            <a:cxnLst/>
            <a:rect l="l" t="t" r="r" b="b"/>
            <a:pathLst>
              <a:path w="12052" h="74537">
                <a:moveTo>
                  <a:pt x="0" y="74537"/>
                </a:moveTo>
                <a:lnTo>
                  <a:pt x="12052" y="72099"/>
                </a:lnTo>
                <a:lnTo>
                  <a:pt x="12052" y="0"/>
                </a:lnTo>
                <a:lnTo>
                  <a:pt x="0" y="2437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46416" y="3838973"/>
            <a:ext cx="118612" cy="122227"/>
          </a:xfrm>
          <a:custGeom>
            <a:avLst/>
            <a:gdLst/>
            <a:ahLst/>
            <a:cxnLst/>
            <a:rect l="l" t="t" r="r" b="b"/>
            <a:pathLst>
              <a:path w="118612" h="122227">
                <a:moveTo>
                  <a:pt x="0" y="27825"/>
                </a:moveTo>
                <a:lnTo>
                  <a:pt x="33" y="22178"/>
                </a:lnTo>
                <a:lnTo>
                  <a:pt x="3039" y="16676"/>
                </a:lnTo>
                <a:lnTo>
                  <a:pt x="8866" y="11595"/>
                </a:lnTo>
                <a:lnTo>
                  <a:pt x="17222" y="7189"/>
                </a:lnTo>
                <a:lnTo>
                  <a:pt x="27688" y="3680"/>
                </a:lnTo>
                <a:lnTo>
                  <a:pt x="39740" y="1243"/>
                </a:lnTo>
                <a:lnTo>
                  <a:pt x="52773" y="0"/>
                </a:lnTo>
                <a:lnTo>
                  <a:pt x="66134" y="14"/>
                </a:lnTo>
                <a:lnTo>
                  <a:pt x="79152" y="1284"/>
                </a:lnTo>
                <a:lnTo>
                  <a:pt x="91175" y="3747"/>
                </a:lnTo>
                <a:lnTo>
                  <a:pt x="101600" y="7278"/>
                </a:lnTo>
                <a:lnTo>
                  <a:pt x="109904" y="11702"/>
                </a:lnTo>
                <a:lnTo>
                  <a:pt x="115671" y="16795"/>
                </a:lnTo>
                <a:lnTo>
                  <a:pt x="118612" y="22303"/>
                </a:lnTo>
                <a:lnTo>
                  <a:pt x="118612" y="94402"/>
                </a:lnTo>
                <a:lnTo>
                  <a:pt x="118579" y="100049"/>
                </a:lnTo>
                <a:lnTo>
                  <a:pt x="115573" y="105551"/>
                </a:lnTo>
                <a:lnTo>
                  <a:pt x="109746" y="110632"/>
                </a:lnTo>
                <a:lnTo>
                  <a:pt x="101390" y="115037"/>
                </a:lnTo>
                <a:lnTo>
                  <a:pt x="90923" y="118547"/>
                </a:lnTo>
                <a:lnTo>
                  <a:pt x="78871" y="120984"/>
                </a:lnTo>
                <a:lnTo>
                  <a:pt x="65838" y="122227"/>
                </a:lnTo>
                <a:lnTo>
                  <a:pt x="52478" y="122213"/>
                </a:lnTo>
                <a:lnTo>
                  <a:pt x="39460" y="120943"/>
                </a:lnTo>
                <a:lnTo>
                  <a:pt x="27437" y="118480"/>
                </a:lnTo>
                <a:lnTo>
                  <a:pt x="17012" y="114949"/>
                </a:lnTo>
                <a:lnTo>
                  <a:pt x="8707" y="110525"/>
                </a:lnTo>
                <a:lnTo>
                  <a:pt x="2941" y="105432"/>
                </a:lnTo>
                <a:lnTo>
                  <a:pt x="0" y="99924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546416" y="3838973"/>
            <a:ext cx="118612" cy="50128"/>
          </a:xfrm>
          <a:custGeom>
            <a:avLst/>
            <a:gdLst/>
            <a:ahLst/>
            <a:cxnLst/>
            <a:rect l="l" t="t" r="r" b="b"/>
            <a:pathLst>
              <a:path w="118612" h="50128">
                <a:moveTo>
                  <a:pt x="90923" y="46448"/>
                </a:moveTo>
                <a:lnTo>
                  <a:pt x="101390" y="42938"/>
                </a:lnTo>
                <a:lnTo>
                  <a:pt x="109746" y="38532"/>
                </a:lnTo>
                <a:lnTo>
                  <a:pt x="115573" y="33451"/>
                </a:lnTo>
                <a:lnTo>
                  <a:pt x="118579" y="27949"/>
                </a:lnTo>
                <a:lnTo>
                  <a:pt x="118612" y="22303"/>
                </a:lnTo>
                <a:lnTo>
                  <a:pt x="115671" y="16795"/>
                </a:lnTo>
                <a:lnTo>
                  <a:pt x="109904" y="11702"/>
                </a:lnTo>
                <a:lnTo>
                  <a:pt x="101600" y="7278"/>
                </a:lnTo>
                <a:lnTo>
                  <a:pt x="91175" y="3747"/>
                </a:lnTo>
                <a:lnTo>
                  <a:pt x="79152" y="1284"/>
                </a:lnTo>
                <a:lnTo>
                  <a:pt x="66134" y="14"/>
                </a:lnTo>
                <a:lnTo>
                  <a:pt x="52773" y="0"/>
                </a:lnTo>
                <a:lnTo>
                  <a:pt x="39740" y="1243"/>
                </a:lnTo>
                <a:lnTo>
                  <a:pt x="27688" y="3680"/>
                </a:lnTo>
                <a:lnTo>
                  <a:pt x="17222" y="7189"/>
                </a:lnTo>
                <a:lnTo>
                  <a:pt x="8866" y="11595"/>
                </a:lnTo>
                <a:lnTo>
                  <a:pt x="3039" y="16676"/>
                </a:lnTo>
                <a:lnTo>
                  <a:pt x="33" y="22178"/>
                </a:lnTo>
                <a:lnTo>
                  <a:pt x="0" y="27825"/>
                </a:lnTo>
                <a:lnTo>
                  <a:pt x="2941" y="33332"/>
                </a:lnTo>
                <a:lnTo>
                  <a:pt x="8707" y="38426"/>
                </a:lnTo>
                <a:lnTo>
                  <a:pt x="17012" y="42849"/>
                </a:lnTo>
                <a:lnTo>
                  <a:pt x="27437" y="46381"/>
                </a:lnTo>
                <a:lnTo>
                  <a:pt x="39460" y="48843"/>
                </a:lnTo>
                <a:lnTo>
                  <a:pt x="52478" y="50113"/>
                </a:lnTo>
                <a:lnTo>
                  <a:pt x="65838" y="50128"/>
                </a:lnTo>
                <a:lnTo>
                  <a:pt x="78871" y="48885"/>
                </a:lnTo>
                <a:close/>
              </a:path>
            </a:pathLst>
          </a:custGeom>
          <a:solidFill>
            <a:srgbClr val="E2E2E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903720" y="3977640"/>
            <a:ext cx="719560" cy="4866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2" name="Text 120"/>
          <p:cNvSpPr txBox="1"/>
          <p:nvPr/>
        </p:nvSpPr>
        <p:spPr>
          <a:xfrm>
            <a:off x="7607035" y="443984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6903720" y="3977640"/>
            <a:ext cx="0" cy="7315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4" name="Text 122"/>
          <p:cNvSpPr txBox="1"/>
          <p:nvPr/>
        </p:nvSpPr>
        <p:spPr>
          <a:xfrm>
            <a:off x="67208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400" dirty="0"/>
          </a:p>
        </p:txBody>
      </p:sp>
      <p:sp>
        <p:nvSpPr>
          <p:cNvPr id="125" name="Shape 123"/>
          <p:cNvSpPr/>
          <p:nvPr/>
        </p:nvSpPr>
        <p:spPr>
          <a:xfrm flipV="1">
            <a:off x="6903720" y="3720821"/>
            <a:ext cx="972501" cy="256819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6" name="Text 124"/>
          <p:cNvSpPr txBox="1"/>
          <p:nvPr/>
        </p:nvSpPr>
        <p:spPr>
          <a:xfrm>
            <a:off x="7887841" y="378832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400" dirty="0"/>
          </a:p>
        </p:txBody>
      </p:sp>
      <p:sp>
        <p:nvSpPr>
          <p:cNvPr id="127" name="Text 125"/>
          <p:cNvSpPr txBox="1"/>
          <p:nvPr/>
        </p:nvSpPr>
        <p:spPr>
          <a:xfrm>
            <a:off x="566928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6400800" y="5120640"/>
            <a:ext cx="530352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6400800" y="51206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20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20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{TL, TR, BR, BL}</a:t>
            </a:r>
            <a:endParaRPr lang="en-US" sz="1400" dirty="0"/>
          </a:p>
        </p:txBody>
      </p:sp>
      <p:sp>
        <p:nvSpPr>
          <p:cNvPr id="130" name="Text 12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2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2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디스플레이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위에서 본 단면 (카메라 → 디바이스 배치)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 flipH="1" flipV="1">
            <a:off x="1097280" y="2414016"/>
            <a:ext cx="2651760" cy="2478024"/>
          </a:xfrm>
          <a:prstGeom prst="line">
            <a:avLst/>
          </a:prstGeom>
          <a:noFill/>
          <a:ln w="9525">
            <a:solidFill>
              <a:srgbClr val="BFBFBF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 flipH="1" flipV="1">
            <a:off x="2560320" y="1956816"/>
            <a:ext cx="1188720" cy="2935224"/>
          </a:xfrm>
          <a:prstGeom prst="line">
            <a:avLst/>
          </a:prstGeom>
          <a:noFill/>
          <a:ln w="9525">
            <a:solidFill>
              <a:srgbClr val="BFBFBF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 flipH="1" flipV="1">
            <a:off x="3108960" y="1682496"/>
            <a:ext cx="640080" cy="3209544"/>
          </a:xfrm>
          <a:prstGeom prst="line">
            <a:avLst/>
          </a:prstGeom>
          <a:noFill/>
          <a:ln w="9525">
            <a:solidFill>
              <a:srgbClr val="BFBFBF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 flipV="1">
            <a:off x="3749040" y="1938528"/>
            <a:ext cx="822960" cy="2953512"/>
          </a:xfrm>
          <a:prstGeom prst="line">
            <a:avLst/>
          </a:prstGeom>
          <a:noFill/>
          <a:ln w="9525">
            <a:solidFill>
              <a:srgbClr val="BFBFBF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 flipV="1">
            <a:off x="3749040" y="1828800"/>
            <a:ext cx="1371600" cy="3063240"/>
          </a:xfrm>
          <a:prstGeom prst="line">
            <a:avLst/>
          </a:prstGeom>
          <a:noFill/>
          <a:ln w="9525">
            <a:solidFill>
              <a:srgbClr val="BFBFBF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 flipV="1">
            <a:off x="3749040" y="1298448"/>
            <a:ext cx="2834640" cy="3593592"/>
          </a:xfrm>
          <a:prstGeom prst="line">
            <a:avLst/>
          </a:prstGeom>
          <a:noFill/>
          <a:ln w="9525">
            <a:solidFill>
              <a:srgbClr val="BFBFBF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 flipV="1">
            <a:off x="640080" y="1536192"/>
            <a:ext cx="6309360" cy="630936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0927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H="1">
            <a:off x="2011680" y="1426464"/>
            <a:ext cx="91440" cy="566928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97280" y="1956816"/>
            <a:ext cx="1463040" cy="457200"/>
          </a:xfrm>
          <a:prstGeom prst="line">
            <a:avLst/>
          </a:prstGeom>
          <a:noFill/>
          <a:ln w="63500">
            <a:solidFill>
              <a:srgbClr val="808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97280" y="2121408"/>
            <a:ext cx="0" cy="29260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14984" y="2331720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956816"/>
            <a:ext cx="0" cy="182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478024" y="1874520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88720" y="2779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1682496"/>
            <a:ext cx="1463040" cy="256032"/>
          </a:xfrm>
          <a:prstGeom prst="line">
            <a:avLst/>
          </a:prstGeom>
          <a:noFill/>
          <a:ln w="63500">
            <a:solidFill>
              <a:srgbClr val="808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1682496"/>
            <a:ext cx="0" cy="237744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026664" y="1600200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4572000" y="1773936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489704" y="18562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2304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V="1">
            <a:off x="5120640" y="1298448"/>
            <a:ext cx="1463040" cy="530352"/>
          </a:xfrm>
          <a:prstGeom prst="line">
            <a:avLst/>
          </a:prstGeom>
          <a:noFill/>
          <a:ln w="63500">
            <a:solidFill>
              <a:srgbClr val="808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120640" y="1719072"/>
            <a:ext cx="0" cy="10972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038344" y="1746504"/>
            <a:ext cx="164592" cy="164592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1298448"/>
            <a:ext cx="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501384" y="1216152"/>
            <a:ext cx="164592" cy="164592"/>
          </a:xfrm>
          <a:prstGeom prst="triangl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496312" y="14721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866313" y="4937687"/>
            <a:ext cx="42258" cy="92476"/>
          </a:xfrm>
          <a:custGeom>
            <a:avLst/>
            <a:gdLst/>
            <a:ahLst/>
            <a:cxnLst/>
            <a:rect l="l" t="t" r="r" b="b"/>
            <a:pathLst>
              <a:path w="42258" h="92476">
                <a:moveTo>
                  <a:pt x="4000" y="92476"/>
                </a:moveTo>
                <a:lnTo>
                  <a:pt x="0" y="72441"/>
                </a:lnTo>
                <a:lnTo>
                  <a:pt x="38258" y="0"/>
                </a:lnTo>
                <a:lnTo>
                  <a:pt x="42258" y="20035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4514" y="4915363"/>
            <a:ext cx="50056" cy="94765"/>
          </a:xfrm>
          <a:custGeom>
            <a:avLst/>
            <a:gdLst/>
            <a:ahLst/>
            <a:cxnLst/>
            <a:rect l="l" t="t" r="r" b="b"/>
            <a:pathLst>
              <a:path w="50056" h="94765">
                <a:moveTo>
                  <a:pt x="11799" y="94765"/>
                </a:moveTo>
                <a:lnTo>
                  <a:pt x="0" y="72441"/>
                </a:lnTo>
                <a:lnTo>
                  <a:pt x="38258" y="0"/>
                </a:lnTo>
                <a:lnTo>
                  <a:pt x="50056" y="22324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35508" y="4891869"/>
            <a:ext cx="57264" cy="95934"/>
          </a:xfrm>
          <a:custGeom>
            <a:avLst/>
            <a:gdLst/>
            <a:ahLst/>
            <a:cxnLst/>
            <a:rect l="l" t="t" r="r" b="b"/>
            <a:pathLst>
              <a:path w="57264" h="95934">
                <a:moveTo>
                  <a:pt x="19006" y="95934"/>
                </a:moveTo>
                <a:lnTo>
                  <a:pt x="0" y="72441"/>
                </a:lnTo>
                <a:lnTo>
                  <a:pt x="38258" y="0"/>
                </a:lnTo>
                <a:lnTo>
                  <a:pt x="57264" y="23494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0248" y="4868384"/>
            <a:ext cx="63518" cy="95926"/>
          </a:xfrm>
          <a:custGeom>
            <a:avLst/>
            <a:gdLst/>
            <a:ahLst/>
            <a:cxnLst/>
            <a:rect l="l" t="t" r="r" b="b"/>
            <a:pathLst>
              <a:path w="63518" h="95926">
                <a:moveTo>
                  <a:pt x="25260" y="95926"/>
                </a:moveTo>
                <a:lnTo>
                  <a:pt x="0" y="72441"/>
                </a:lnTo>
                <a:lnTo>
                  <a:pt x="38258" y="0"/>
                </a:lnTo>
                <a:lnTo>
                  <a:pt x="63518" y="23485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80000" y="4846085"/>
            <a:ext cx="68506" cy="94740"/>
          </a:xfrm>
          <a:custGeom>
            <a:avLst/>
            <a:gdLst/>
            <a:ahLst/>
            <a:cxnLst/>
            <a:rect l="l" t="t" r="r" b="b"/>
            <a:pathLst>
              <a:path w="68506" h="94740">
                <a:moveTo>
                  <a:pt x="30248" y="94740"/>
                </a:moveTo>
                <a:lnTo>
                  <a:pt x="0" y="72441"/>
                </a:lnTo>
                <a:lnTo>
                  <a:pt x="38258" y="0"/>
                </a:lnTo>
                <a:lnTo>
                  <a:pt x="68506" y="22299"/>
                </a:lnTo>
                <a:close/>
              </a:path>
            </a:pathLst>
          </a:custGeom>
          <a:solidFill>
            <a:srgbClr val="696969"/>
          </a:solidFill>
          <a:ln w="6350">
            <a:solidFill>
              <a:srgbClr val="6969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6281" y="4826090"/>
            <a:ext cx="71977" cy="92435"/>
          </a:xfrm>
          <a:custGeom>
            <a:avLst/>
            <a:gdLst/>
            <a:ahLst/>
            <a:cxnLst/>
            <a:rect l="l" t="t" r="r" b="b"/>
            <a:pathLst>
              <a:path w="71977" h="92435">
                <a:moveTo>
                  <a:pt x="33719" y="92435"/>
                </a:moveTo>
                <a:lnTo>
                  <a:pt x="0" y="72441"/>
                </a:lnTo>
                <a:lnTo>
                  <a:pt x="38258" y="0"/>
                </a:lnTo>
                <a:lnTo>
                  <a:pt x="71977" y="19995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10782" y="4809403"/>
            <a:ext cx="73757" cy="89128"/>
          </a:xfrm>
          <a:custGeom>
            <a:avLst/>
            <a:gdLst/>
            <a:ahLst/>
            <a:cxnLst/>
            <a:rect l="l" t="t" r="r" b="b"/>
            <a:pathLst>
              <a:path w="73757" h="89128">
                <a:moveTo>
                  <a:pt x="35499" y="89128"/>
                </a:moveTo>
                <a:lnTo>
                  <a:pt x="0" y="72441"/>
                </a:lnTo>
                <a:lnTo>
                  <a:pt x="38258" y="0"/>
                </a:lnTo>
                <a:lnTo>
                  <a:pt x="73757" y="16688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75283" y="4796859"/>
            <a:ext cx="73757" cy="84984"/>
          </a:xfrm>
          <a:custGeom>
            <a:avLst/>
            <a:gdLst/>
            <a:ahLst/>
            <a:cxnLst/>
            <a:rect l="l" t="t" r="r" b="b"/>
            <a:pathLst>
              <a:path w="73757" h="84984">
                <a:moveTo>
                  <a:pt x="35499" y="84984"/>
                </a:moveTo>
                <a:lnTo>
                  <a:pt x="0" y="72441"/>
                </a:lnTo>
                <a:lnTo>
                  <a:pt x="38258" y="0"/>
                </a:lnTo>
                <a:lnTo>
                  <a:pt x="73757" y="12544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41565" y="4789088"/>
            <a:ext cx="71977" cy="80212"/>
          </a:xfrm>
          <a:custGeom>
            <a:avLst/>
            <a:gdLst/>
            <a:ahLst/>
            <a:cxnLst/>
            <a:rect l="l" t="t" r="r" b="b"/>
            <a:pathLst>
              <a:path w="71977" h="80212">
                <a:moveTo>
                  <a:pt x="33719" y="80212"/>
                </a:moveTo>
                <a:lnTo>
                  <a:pt x="0" y="72441"/>
                </a:lnTo>
                <a:lnTo>
                  <a:pt x="38258" y="0"/>
                </a:lnTo>
                <a:lnTo>
                  <a:pt x="71977" y="7771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317" y="4786479"/>
            <a:ext cx="68506" cy="75049"/>
          </a:xfrm>
          <a:custGeom>
            <a:avLst/>
            <a:gdLst/>
            <a:ahLst/>
            <a:cxnLst/>
            <a:rect l="l" t="t" r="r" b="b"/>
            <a:pathLst>
              <a:path w="68506" h="75049">
                <a:moveTo>
                  <a:pt x="30248" y="75049"/>
                </a:moveTo>
                <a:lnTo>
                  <a:pt x="0" y="72441"/>
                </a:lnTo>
                <a:lnTo>
                  <a:pt x="38258" y="0"/>
                </a:lnTo>
                <a:lnTo>
                  <a:pt x="68506" y="2609"/>
                </a:lnTo>
                <a:close/>
              </a:path>
            </a:pathLst>
          </a:custGeom>
          <a:solidFill>
            <a:srgbClr val="9F9F9F"/>
          </a:solidFill>
          <a:ln w="6350">
            <a:solidFill>
              <a:srgbClr val="9F9F9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86057" y="4786479"/>
            <a:ext cx="63518" cy="75125"/>
          </a:xfrm>
          <a:custGeom>
            <a:avLst/>
            <a:gdLst/>
            <a:ahLst/>
            <a:cxnLst/>
            <a:rect l="l" t="t" r="r" b="b"/>
            <a:pathLst>
              <a:path w="63518" h="75125">
                <a:moveTo>
                  <a:pt x="25260" y="72441"/>
                </a:moveTo>
                <a:lnTo>
                  <a:pt x="0" y="75125"/>
                </a:lnTo>
                <a:lnTo>
                  <a:pt x="38258" y="2685"/>
                </a:lnTo>
                <a:lnTo>
                  <a:pt x="63518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7051" y="4789164"/>
            <a:ext cx="57264" cy="80284"/>
          </a:xfrm>
          <a:custGeom>
            <a:avLst/>
            <a:gdLst/>
            <a:ahLst/>
            <a:cxnLst/>
            <a:rect l="l" t="t" r="r" b="b"/>
            <a:pathLst>
              <a:path w="57264" h="80284">
                <a:moveTo>
                  <a:pt x="19006" y="72441"/>
                </a:moveTo>
                <a:lnTo>
                  <a:pt x="0" y="80284"/>
                </a:lnTo>
                <a:lnTo>
                  <a:pt x="38258" y="7843"/>
                </a:lnTo>
                <a:lnTo>
                  <a:pt x="57264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55252" y="4797007"/>
            <a:ext cx="50056" cy="85049"/>
          </a:xfrm>
          <a:custGeom>
            <a:avLst/>
            <a:gdLst/>
            <a:ahLst/>
            <a:cxnLst/>
            <a:rect l="l" t="t" r="r" b="b"/>
            <a:pathLst>
              <a:path w="50056" h="85049">
                <a:moveTo>
                  <a:pt x="11799" y="72441"/>
                </a:moveTo>
                <a:lnTo>
                  <a:pt x="0" y="85049"/>
                </a:lnTo>
                <a:lnTo>
                  <a:pt x="38258" y="12609"/>
                </a:lnTo>
                <a:lnTo>
                  <a:pt x="50056" y="0"/>
                </a:lnTo>
                <a:close/>
              </a:path>
            </a:pathLst>
          </a:custGeom>
          <a:solidFill>
            <a:srgbClr val="8E8E8E"/>
          </a:solidFill>
          <a:ln w="6350">
            <a:solidFill>
              <a:srgbClr val="8E8E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66313" y="4957723"/>
            <a:ext cx="42258" cy="89182"/>
          </a:xfrm>
          <a:custGeom>
            <a:avLst/>
            <a:gdLst/>
            <a:ahLst/>
            <a:cxnLst/>
            <a:rect l="l" t="t" r="r" b="b"/>
            <a:pathLst>
              <a:path w="42258" h="89182">
                <a:moveTo>
                  <a:pt x="0" y="89182"/>
                </a:moveTo>
                <a:lnTo>
                  <a:pt x="4000" y="72441"/>
                </a:lnTo>
                <a:lnTo>
                  <a:pt x="42258" y="0"/>
                </a:lnTo>
                <a:lnTo>
                  <a:pt x="38258" y="16742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51252" y="4786479"/>
            <a:ext cx="357318" cy="283562"/>
          </a:xfrm>
          <a:custGeom>
            <a:avLst/>
            <a:gdLst/>
            <a:ahLst/>
            <a:cxnLst/>
            <a:rect l="l" t="t" r="r" b="b"/>
            <a:pathLst>
              <a:path w="357318" h="283562">
                <a:moveTo>
                  <a:pt x="0" y="112319"/>
                </a:moveTo>
                <a:lnTo>
                  <a:pt x="4000" y="95577"/>
                </a:lnTo>
                <a:lnTo>
                  <a:pt x="42258" y="23137"/>
                </a:lnTo>
                <a:lnTo>
                  <a:pt x="54056" y="10528"/>
                </a:lnTo>
                <a:lnTo>
                  <a:pt x="73062" y="2685"/>
                </a:lnTo>
                <a:lnTo>
                  <a:pt x="98322" y="0"/>
                </a:lnTo>
                <a:lnTo>
                  <a:pt x="128570" y="2609"/>
                </a:lnTo>
                <a:lnTo>
                  <a:pt x="162289" y="10380"/>
                </a:lnTo>
                <a:lnTo>
                  <a:pt x="197788" y="22924"/>
                </a:lnTo>
                <a:lnTo>
                  <a:pt x="233287" y="39611"/>
                </a:lnTo>
                <a:lnTo>
                  <a:pt x="267005" y="59606"/>
                </a:lnTo>
                <a:lnTo>
                  <a:pt x="297253" y="81905"/>
                </a:lnTo>
                <a:lnTo>
                  <a:pt x="322514" y="105390"/>
                </a:lnTo>
                <a:lnTo>
                  <a:pt x="341520" y="128884"/>
                </a:lnTo>
                <a:lnTo>
                  <a:pt x="353318" y="151208"/>
                </a:lnTo>
                <a:lnTo>
                  <a:pt x="357318" y="171243"/>
                </a:lnTo>
                <a:lnTo>
                  <a:pt x="353318" y="187985"/>
                </a:lnTo>
                <a:lnTo>
                  <a:pt x="315060" y="260426"/>
                </a:lnTo>
                <a:lnTo>
                  <a:pt x="303262" y="273034"/>
                </a:lnTo>
                <a:lnTo>
                  <a:pt x="284256" y="280878"/>
                </a:lnTo>
                <a:lnTo>
                  <a:pt x="258996" y="283562"/>
                </a:lnTo>
                <a:lnTo>
                  <a:pt x="228748" y="280954"/>
                </a:lnTo>
                <a:lnTo>
                  <a:pt x="195029" y="273183"/>
                </a:lnTo>
                <a:lnTo>
                  <a:pt x="159530" y="260639"/>
                </a:lnTo>
                <a:lnTo>
                  <a:pt x="124031" y="243951"/>
                </a:lnTo>
                <a:lnTo>
                  <a:pt x="90313" y="223957"/>
                </a:lnTo>
                <a:lnTo>
                  <a:pt x="60065" y="201658"/>
                </a:lnTo>
                <a:lnTo>
                  <a:pt x="34804" y="178172"/>
                </a:lnTo>
                <a:lnTo>
                  <a:pt x="15798" y="154679"/>
                </a:lnTo>
                <a:lnTo>
                  <a:pt x="4000" y="132354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51252" y="4858920"/>
            <a:ext cx="319060" cy="211122"/>
          </a:xfrm>
          <a:custGeom>
            <a:avLst/>
            <a:gdLst/>
            <a:ahLst/>
            <a:cxnLst/>
            <a:rect l="l" t="t" r="r" b="b"/>
            <a:pathLst>
              <a:path w="319060" h="211122">
                <a:moveTo>
                  <a:pt x="319060" y="171243"/>
                </a:moveTo>
                <a:lnTo>
                  <a:pt x="315060" y="151208"/>
                </a:lnTo>
                <a:lnTo>
                  <a:pt x="303262" y="128884"/>
                </a:lnTo>
                <a:lnTo>
                  <a:pt x="284256" y="105390"/>
                </a:lnTo>
                <a:lnTo>
                  <a:pt x="258996" y="81905"/>
                </a:lnTo>
                <a:lnTo>
                  <a:pt x="228748" y="59606"/>
                </a:lnTo>
                <a:lnTo>
                  <a:pt x="195029" y="39611"/>
                </a:lnTo>
                <a:lnTo>
                  <a:pt x="159530" y="22924"/>
                </a:lnTo>
                <a:lnTo>
                  <a:pt x="124031" y="10380"/>
                </a:lnTo>
                <a:lnTo>
                  <a:pt x="90313" y="2609"/>
                </a:lnTo>
                <a:lnTo>
                  <a:pt x="60065" y="0"/>
                </a:lnTo>
                <a:lnTo>
                  <a:pt x="34804" y="2685"/>
                </a:lnTo>
                <a:lnTo>
                  <a:pt x="15798" y="10528"/>
                </a:lnTo>
                <a:lnTo>
                  <a:pt x="4000" y="23137"/>
                </a:lnTo>
                <a:lnTo>
                  <a:pt x="0" y="39878"/>
                </a:lnTo>
                <a:lnTo>
                  <a:pt x="4000" y="59914"/>
                </a:lnTo>
                <a:lnTo>
                  <a:pt x="15798" y="82238"/>
                </a:lnTo>
                <a:lnTo>
                  <a:pt x="34804" y="105732"/>
                </a:lnTo>
                <a:lnTo>
                  <a:pt x="60065" y="129217"/>
                </a:lnTo>
                <a:lnTo>
                  <a:pt x="90313" y="151516"/>
                </a:lnTo>
                <a:lnTo>
                  <a:pt x="124031" y="171511"/>
                </a:lnTo>
                <a:lnTo>
                  <a:pt x="159530" y="188198"/>
                </a:lnTo>
                <a:lnTo>
                  <a:pt x="195029" y="200742"/>
                </a:lnTo>
                <a:lnTo>
                  <a:pt x="228748" y="208513"/>
                </a:lnTo>
                <a:lnTo>
                  <a:pt x="258996" y="211122"/>
                </a:lnTo>
                <a:lnTo>
                  <a:pt x="284256" y="208437"/>
                </a:lnTo>
                <a:lnTo>
                  <a:pt x="303262" y="200594"/>
                </a:lnTo>
                <a:lnTo>
                  <a:pt x="315060" y="187985"/>
                </a:lnTo>
                <a:close/>
              </a:path>
            </a:pathLst>
          </a:custGeom>
          <a:solidFill>
            <a:srgbClr val="45454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86349" y="4882143"/>
            <a:ext cx="248867" cy="164675"/>
          </a:xfrm>
          <a:custGeom>
            <a:avLst/>
            <a:gdLst/>
            <a:ahLst/>
            <a:cxnLst/>
            <a:rect l="l" t="t" r="r" b="b"/>
            <a:pathLst>
              <a:path w="248867" h="164675">
                <a:moveTo>
                  <a:pt x="248867" y="133570"/>
                </a:moveTo>
                <a:lnTo>
                  <a:pt x="245747" y="117942"/>
                </a:lnTo>
                <a:lnTo>
                  <a:pt x="236544" y="100529"/>
                </a:lnTo>
                <a:lnTo>
                  <a:pt x="221720" y="82204"/>
                </a:lnTo>
                <a:lnTo>
                  <a:pt x="202016" y="63886"/>
                </a:lnTo>
                <a:lnTo>
                  <a:pt x="178423" y="46493"/>
                </a:lnTo>
                <a:lnTo>
                  <a:pt x="152123" y="30897"/>
                </a:lnTo>
                <a:lnTo>
                  <a:pt x="124433" y="17880"/>
                </a:lnTo>
                <a:lnTo>
                  <a:pt x="96744" y="8096"/>
                </a:lnTo>
                <a:lnTo>
                  <a:pt x="70444" y="2035"/>
                </a:lnTo>
                <a:lnTo>
                  <a:pt x="46850" y="0"/>
                </a:lnTo>
                <a:lnTo>
                  <a:pt x="27147" y="2094"/>
                </a:lnTo>
                <a:lnTo>
                  <a:pt x="12323" y="8212"/>
                </a:lnTo>
                <a:lnTo>
                  <a:pt x="3120" y="18047"/>
                </a:lnTo>
                <a:lnTo>
                  <a:pt x="0" y="31105"/>
                </a:lnTo>
                <a:lnTo>
                  <a:pt x="3120" y="46733"/>
                </a:lnTo>
                <a:lnTo>
                  <a:pt x="12323" y="64146"/>
                </a:lnTo>
                <a:lnTo>
                  <a:pt x="27147" y="82471"/>
                </a:lnTo>
                <a:lnTo>
                  <a:pt x="46850" y="100789"/>
                </a:lnTo>
                <a:lnTo>
                  <a:pt x="70444" y="118182"/>
                </a:lnTo>
                <a:lnTo>
                  <a:pt x="96744" y="133778"/>
                </a:lnTo>
                <a:lnTo>
                  <a:pt x="124433" y="146795"/>
                </a:lnTo>
                <a:lnTo>
                  <a:pt x="152123" y="156579"/>
                </a:lnTo>
                <a:lnTo>
                  <a:pt x="178423" y="162640"/>
                </a:lnTo>
                <a:lnTo>
                  <a:pt x="202016" y="164675"/>
                </a:lnTo>
                <a:lnTo>
                  <a:pt x="221720" y="162581"/>
                </a:lnTo>
                <a:lnTo>
                  <a:pt x="236544" y="156463"/>
                </a:lnTo>
                <a:lnTo>
                  <a:pt x="245747" y="146628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31017" y="4911700"/>
            <a:ext cx="159530" cy="105561"/>
          </a:xfrm>
          <a:custGeom>
            <a:avLst/>
            <a:gdLst/>
            <a:ahLst/>
            <a:cxnLst/>
            <a:rect l="l" t="t" r="r" b="b"/>
            <a:pathLst>
              <a:path w="159530" h="105561">
                <a:moveTo>
                  <a:pt x="159530" y="85622"/>
                </a:moveTo>
                <a:lnTo>
                  <a:pt x="157530" y="75604"/>
                </a:lnTo>
                <a:lnTo>
                  <a:pt x="151631" y="64442"/>
                </a:lnTo>
                <a:lnTo>
                  <a:pt x="142128" y="52695"/>
                </a:lnTo>
                <a:lnTo>
                  <a:pt x="129498" y="40952"/>
                </a:lnTo>
                <a:lnTo>
                  <a:pt x="114374" y="29803"/>
                </a:lnTo>
                <a:lnTo>
                  <a:pt x="97514" y="19806"/>
                </a:lnTo>
                <a:lnTo>
                  <a:pt x="79765" y="11462"/>
                </a:lnTo>
                <a:lnTo>
                  <a:pt x="62016" y="5190"/>
                </a:lnTo>
                <a:lnTo>
                  <a:pt x="45156" y="1304"/>
                </a:lnTo>
                <a:lnTo>
                  <a:pt x="30032" y="0"/>
                </a:lnTo>
                <a:lnTo>
                  <a:pt x="17402" y="1342"/>
                </a:lnTo>
                <a:lnTo>
                  <a:pt x="7899" y="5264"/>
                </a:lnTo>
                <a:lnTo>
                  <a:pt x="2000" y="11568"/>
                </a:lnTo>
                <a:lnTo>
                  <a:pt x="0" y="19939"/>
                </a:lnTo>
                <a:lnTo>
                  <a:pt x="2000" y="29957"/>
                </a:lnTo>
                <a:lnTo>
                  <a:pt x="7899" y="41119"/>
                </a:lnTo>
                <a:lnTo>
                  <a:pt x="17402" y="52866"/>
                </a:lnTo>
                <a:lnTo>
                  <a:pt x="30032" y="64608"/>
                </a:lnTo>
                <a:lnTo>
                  <a:pt x="45156" y="75758"/>
                </a:lnTo>
                <a:lnTo>
                  <a:pt x="62016" y="85755"/>
                </a:lnTo>
                <a:lnTo>
                  <a:pt x="79765" y="94099"/>
                </a:lnTo>
                <a:lnTo>
                  <a:pt x="97514" y="100371"/>
                </a:lnTo>
                <a:lnTo>
                  <a:pt x="114374" y="104257"/>
                </a:lnTo>
                <a:lnTo>
                  <a:pt x="129498" y="105561"/>
                </a:lnTo>
                <a:lnTo>
                  <a:pt x="142128" y="104219"/>
                </a:lnTo>
                <a:lnTo>
                  <a:pt x="151631" y="100297"/>
                </a:lnTo>
                <a:lnTo>
                  <a:pt x="157530" y="93993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49" name="Shape 47"/>
          <p:cNvSpPr/>
          <p:nvPr/>
        </p:nvSpPr>
        <p:spPr>
          <a:xfrm>
            <a:off x="3611889" y="4899035"/>
            <a:ext cx="83421" cy="33238"/>
          </a:xfrm>
          <a:custGeom>
            <a:avLst/>
            <a:gdLst/>
            <a:ahLst/>
            <a:cxnLst/>
            <a:rect l="l" t="t" r="r" b="b"/>
            <a:pathLst>
              <a:path w="83421" h="33238">
                <a:moveTo>
                  <a:pt x="83421" y="8470"/>
                </a:moveTo>
                <a:lnTo>
                  <a:pt x="66692" y="3743"/>
                </a:lnTo>
                <a:lnTo>
                  <a:pt x="50942" y="891"/>
                </a:lnTo>
                <a:lnTo>
                  <a:pt x="36648" y="0"/>
                </a:lnTo>
                <a:lnTo>
                  <a:pt x="24246" y="1098"/>
                </a:lnTo>
                <a:lnTo>
                  <a:pt x="14112" y="4150"/>
                </a:lnTo>
                <a:lnTo>
                  <a:pt x="6554" y="9066"/>
                </a:lnTo>
                <a:lnTo>
                  <a:pt x="1802" y="15694"/>
                </a:lnTo>
                <a:lnTo>
                  <a:pt x="0" y="23834"/>
                </a:lnTo>
                <a:lnTo>
                  <a:pt x="1203" y="33238"/>
                </a:lnTo>
                <a:close/>
              </a:path>
            </a:pathLst>
          </a:custGeom>
          <a:solidFill>
            <a:srgbClr val="D9D9D9"/>
          </a:solidFill>
          <a:ln/>
        </p:spPr>
      </p:sp>
      <p:sp>
        <p:nvSpPr>
          <p:cNvPr id="50" name="Shape 48"/>
          <p:cNvSpPr/>
          <p:nvPr/>
        </p:nvSpPr>
        <p:spPr>
          <a:xfrm>
            <a:off x="3771829" y="5003607"/>
            <a:ext cx="75693" cy="154005"/>
          </a:xfrm>
          <a:custGeom>
            <a:avLst/>
            <a:gdLst/>
            <a:ahLst/>
            <a:cxnLst/>
            <a:rect l="l" t="t" r="r" b="b"/>
            <a:pathLst>
              <a:path w="75693" h="154005">
                <a:moveTo>
                  <a:pt x="3428" y="154005"/>
                </a:moveTo>
                <a:lnTo>
                  <a:pt x="0" y="136832"/>
                </a:lnTo>
                <a:lnTo>
                  <a:pt x="72265" y="0"/>
                </a:lnTo>
                <a:lnTo>
                  <a:pt x="75693" y="17173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61716" y="4984472"/>
            <a:ext cx="82378" cy="155967"/>
          </a:xfrm>
          <a:custGeom>
            <a:avLst/>
            <a:gdLst/>
            <a:ahLst/>
            <a:cxnLst/>
            <a:rect l="l" t="t" r="r" b="b"/>
            <a:pathLst>
              <a:path w="82378" h="155967">
                <a:moveTo>
                  <a:pt x="10113" y="155967"/>
                </a:moveTo>
                <a:lnTo>
                  <a:pt x="0" y="136832"/>
                </a:lnTo>
                <a:lnTo>
                  <a:pt x="72265" y="0"/>
                </a:lnTo>
                <a:lnTo>
                  <a:pt x="82378" y="19135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5425" y="4964334"/>
            <a:ext cx="88556" cy="156970"/>
          </a:xfrm>
          <a:custGeom>
            <a:avLst/>
            <a:gdLst/>
            <a:ahLst/>
            <a:cxnLst/>
            <a:rect l="l" t="t" r="r" b="b"/>
            <a:pathLst>
              <a:path w="88556" h="156970">
                <a:moveTo>
                  <a:pt x="16291" y="156970"/>
                </a:moveTo>
                <a:lnTo>
                  <a:pt x="0" y="136832"/>
                </a:lnTo>
                <a:lnTo>
                  <a:pt x="72265" y="0"/>
                </a:lnTo>
                <a:lnTo>
                  <a:pt x="88556" y="20138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23774" y="4944204"/>
            <a:ext cx="93916" cy="156962"/>
          </a:xfrm>
          <a:custGeom>
            <a:avLst/>
            <a:gdLst/>
            <a:ahLst/>
            <a:cxnLst/>
            <a:rect l="l" t="t" r="r" b="b"/>
            <a:pathLst>
              <a:path w="93916" h="156962">
                <a:moveTo>
                  <a:pt x="21652" y="156962"/>
                </a:moveTo>
                <a:lnTo>
                  <a:pt x="0" y="136832"/>
                </a:lnTo>
                <a:lnTo>
                  <a:pt x="72265" y="0"/>
                </a:lnTo>
                <a:lnTo>
                  <a:pt x="93916" y="20130"/>
                </a:lnTo>
                <a:close/>
              </a:path>
            </a:pathLst>
          </a:custGeom>
          <a:solidFill>
            <a:srgbClr val="777777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97847" y="4925091"/>
            <a:ext cx="98191" cy="155946"/>
          </a:xfrm>
          <a:custGeom>
            <a:avLst/>
            <a:gdLst/>
            <a:ahLst/>
            <a:cxnLst/>
            <a:rect l="l" t="t" r="r" b="b"/>
            <a:pathLst>
              <a:path w="98191" h="155946">
                <a:moveTo>
                  <a:pt x="25927" y="155946"/>
                </a:moveTo>
                <a:lnTo>
                  <a:pt x="0" y="136832"/>
                </a:lnTo>
                <a:lnTo>
                  <a:pt x="72265" y="0"/>
                </a:lnTo>
                <a:lnTo>
                  <a:pt x="98191" y="19113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68945" y="4907952"/>
            <a:ext cx="101166" cy="153971"/>
          </a:xfrm>
          <a:custGeom>
            <a:avLst/>
            <a:gdLst/>
            <a:ahLst/>
            <a:cxnLst/>
            <a:rect l="l" t="t" r="r" b="b"/>
            <a:pathLst>
              <a:path w="101166" h="153971">
                <a:moveTo>
                  <a:pt x="28902" y="153971"/>
                </a:moveTo>
                <a:lnTo>
                  <a:pt x="0" y="136832"/>
                </a:lnTo>
                <a:lnTo>
                  <a:pt x="72265" y="0"/>
                </a:lnTo>
                <a:lnTo>
                  <a:pt x="101166" y="17138"/>
                </a:lnTo>
                <a:close/>
              </a:path>
            </a:pathLst>
          </a:custGeom>
          <a:solidFill>
            <a:srgbClr val="A1A1A1"/>
          </a:solidFill>
          <a:ln w="6350">
            <a:solidFill>
              <a:srgbClr val="A1A1A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38518" y="4893649"/>
            <a:ext cx="102692" cy="151136"/>
          </a:xfrm>
          <a:custGeom>
            <a:avLst/>
            <a:gdLst/>
            <a:ahLst/>
            <a:cxnLst/>
            <a:rect l="l" t="t" r="r" b="b"/>
            <a:pathLst>
              <a:path w="102692" h="151136">
                <a:moveTo>
                  <a:pt x="30428" y="151136"/>
                </a:moveTo>
                <a:lnTo>
                  <a:pt x="0" y="136832"/>
                </a:lnTo>
                <a:lnTo>
                  <a:pt x="72265" y="0"/>
                </a:lnTo>
                <a:lnTo>
                  <a:pt x="102692" y="14304"/>
                </a:lnTo>
                <a:close/>
              </a:path>
            </a:pathLst>
          </a:custGeom>
          <a:solidFill>
            <a:srgbClr val="B3B3B3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08090" y="4882897"/>
            <a:ext cx="102692" cy="147584"/>
          </a:xfrm>
          <a:custGeom>
            <a:avLst/>
            <a:gdLst/>
            <a:ahLst/>
            <a:cxnLst/>
            <a:rect l="l" t="t" r="r" b="b"/>
            <a:pathLst>
              <a:path w="102692" h="147584">
                <a:moveTo>
                  <a:pt x="30428" y="147584"/>
                </a:moveTo>
                <a:lnTo>
                  <a:pt x="0" y="136832"/>
                </a:lnTo>
                <a:lnTo>
                  <a:pt x="72265" y="0"/>
                </a:lnTo>
                <a:lnTo>
                  <a:pt x="102692" y="10752"/>
                </a:lnTo>
                <a:close/>
              </a:path>
            </a:pathLst>
          </a:custGeom>
          <a:solidFill>
            <a:srgbClr val="C0C0C0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79188" y="4876236"/>
            <a:ext cx="101166" cy="143493"/>
          </a:xfrm>
          <a:custGeom>
            <a:avLst/>
            <a:gdLst/>
            <a:ahLst/>
            <a:cxnLst/>
            <a:rect l="l" t="t" r="r" b="b"/>
            <a:pathLst>
              <a:path w="101166" h="143493">
                <a:moveTo>
                  <a:pt x="28902" y="143493"/>
                </a:moveTo>
                <a:lnTo>
                  <a:pt x="0" y="136832"/>
                </a:lnTo>
                <a:lnTo>
                  <a:pt x="72265" y="0"/>
                </a:lnTo>
                <a:lnTo>
                  <a:pt x="101166" y="6661"/>
                </a:lnTo>
                <a:close/>
              </a:path>
            </a:pathLst>
          </a:custGeom>
          <a:solidFill>
            <a:srgbClr val="C8C8C8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53261" y="4874000"/>
            <a:ext cx="98191" cy="139068"/>
          </a:xfrm>
          <a:custGeom>
            <a:avLst/>
            <a:gdLst/>
            <a:ahLst/>
            <a:cxnLst/>
            <a:rect l="l" t="t" r="r" b="b"/>
            <a:pathLst>
              <a:path w="98191" h="139068">
                <a:moveTo>
                  <a:pt x="25927" y="139068"/>
                </a:moveTo>
                <a:lnTo>
                  <a:pt x="0" y="136832"/>
                </a:lnTo>
                <a:lnTo>
                  <a:pt x="72265" y="0"/>
                </a:lnTo>
                <a:lnTo>
                  <a:pt x="98191" y="2236"/>
                </a:lnTo>
                <a:close/>
              </a:path>
            </a:pathLst>
          </a:cu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31610" y="4874000"/>
            <a:ext cx="93916" cy="139133"/>
          </a:xfrm>
          <a:custGeom>
            <a:avLst/>
            <a:gdLst/>
            <a:ahLst/>
            <a:cxnLst/>
            <a:rect l="l" t="t" r="r" b="b"/>
            <a:pathLst>
              <a:path w="93916" h="139133">
                <a:moveTo>
                  <a:pt x="21652" y="136832"/>
                </a:moveTo>
                <a:lnTo>
                  <a:pt x="0" y="139133"/>
                </a:lnTo>
                <a:lnTo>
                  <a:pt x="72265" y="2301"/>
                </a:lnTo>
                <a:lnTo>
                  <a:pt x="93916" y="0"/>
                </a:lnTo>
                <a:close/>
              </a:path>
            </a:pathLst>
          </a:custGeom>
          <a:solidFill>
            <a:srgbClr val="CACACA"/>
          </a:solidFill>
          <a:ln w="6350">
            <a:solidFill>
              <a:srgbClr val="CACAC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15319" y="4876301"/>
            <a:ext cx="88556" cy="143555"/>
          </a:xfrm>
          <a:custGeom>
            <a:avLst/>
            <a:gdLst/>
            <a:ahLst/>
            <a:cxnLst/>
            <a:rect l="l" t="t" r="r" b="b"/>
            <a:pathLst>
              <a:path w="88556" h="143555">
                <a:moveTo>
                  <a:pt x="16291" y="136832"/>
                </a:moveTo>
                <a:lnTo>
                  <a:pt x="0" y="143555"/>
                </a:lnTo>
                <a:lnTo>
                  <a:pt x="72265" y="6723"/>
                </a:lnTo>
                <a:lnTo>
                  <a:pt x="88556" y="0"/>
                </a:lnTo>
                <a:close/>
              </a:path>
            </a:pathLst>
          </a:custGeom>
          <a:solidFill>
            <a:srgbClr val="C4C4C4"/>
          </a:solidFill>
          <a:ln w="6350">
            <a:solidFill>
              <a:srgbClr val="C4C4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05206" y="4883024"/>
            <a:ext cx="82378" cy="147640"/>
          </a:xfrm>
          <a:custGeom>
            <a:avLst/>
            <a:gdLst/>
            <a:ahLst/>
            <a:cxnLst/>
            <a:rect l="l" t="t" r="r" b="b"/>
            <a:pathLst>
              <a:path w="82378" h="147640">
                <a:moveTo>
                  <a:pt x="10113" y="136832"/>
                </a:moveTo>
                <a:lnTo>
                  <a:pt x="0" y="147640"/>
                </a:lnTo>
                <a:lnTo>
                  <a:pt x="72265" y="10807"/>
                </a:lnTo>
                <a:lnTo>
                  <a:pt x="82378" y="0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71829" y="5020780"/>
            <a:ext cx="75693" cy="151182"/>
          </a:xfrm>
          <a:custGeom>
            <a:avLst/>
            <a:gdLst/>
            <a:ahLst/>
            <a:cxnLst/>
            <a:rect l="l" t="t" r="r" b="b"/>
            <a:pathLst>
              <a:path w="75693" h="151182">
                <a:moveTo>
                  <a:pt x="0" y="151182"/>
                </a:moveTo>
                <a:lnTo>
                  <a:pt x="3428" y="136832"/>
                </a:lnTo>
                <a:lnTo>
                  <a:pt x="75693" y="0"/>
                </a:lnTo>
                <a:lnTo>
                  <a:pt x="72265" y="14350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01777" y="4874000"/>
            <a:ext cx="345745" cy="317794"/>
          </a:xfrm>
          <a:custGeom>
            <a:avLst/>
            <a:gdLst/>
            <a:ahLst/>
            <a:cxnLst/>
            <a:rect l="l" t="t" r="r" b="b"/>
            <a:pathLst>
              <a:path w="345745" h="317794">
                <a:moveTo>
                  <a:pt x="0" y="171014"/>
                </a:moveTo>
                <a:lnTo>
                  <a:pt x="3428" y="156664"/>
                </a:lnTo>
                <a:lnTo>
                  <a:pt x="75693" y="19831"/>
                </a:lnTo>
                <a:lnTo>
                  <a:pt x="85806" y="9024"/>
                </a:lnTo>
                <a:lnTo>
                  <a:pt x="102097" y="2301"/>
                </a:lnTo>
                <a:lnTo>
                  <a:pt x="123749" y="0"/>
                </a:lnTo>
                <a:lnTo>
                  <a:pt x="149675" y="2236"/>
                </a:lnTo>
                <a:lnTo>
                  <a:pt x="178577" y="8897"/>
                </a:lnTo>
                <a:lnTo>
                  <a:pt x="209005" y="19649"/>
                </a:lnTo>
                <a:lnTo>
                  <a:pt x="239432" y="33952"/>
                </a:lnTo>
                <a:lnTo>
                  <a:pt x="268334" y="51091"/>
                </a:lnTo>
                <a:lnTo>
                  <a:pt x="294261" y="70204"/>
                </a:lnTo>
                <a:lnTo>
                  <a:pt x="315912" y="90334"/>
                </a:lnTo>
                <a:lnTo>
                  <a:pt x="332203" y="110472"/>
                </a:lnTo>
                <a:lnTo>
                  <a:pt x="342317" y="129607"/>
                </a:lnTo>
                <a:lnTo>
                  <a:pt x="345745" y="146780"/>
                </a:lnTo>
                <a:lnTo>
                  <a:pt x="342317" y="161130"/>
                </a:lnTo>
                <a:lnTo>
                  <a:pt x="270052" y="297962"/>
                </a:lnTo>
                <a:lnTo>
                  <a:pt x="259939" y="308770"/>
                </a:lnTo>
                <a:lnTo>
                  <a:pt x="243648" y="315493"/>
                </a:lnTo>
                <a:lnTo>
                  <a:pt x="221996" y="317794"/>
                </a:lnTo>
                <a:lnTo>
                  <a:pt x="196069" y="315558"/>
                </a:lnTo>
                <a:lnTo>
                  <a:pt x="167168" y="308897"/>
                </a:lnTo>
                <a:lnTo>
                  <a:pt x="136740" y="298145"/>
                </a:lnTo>
                <a:lnTo>
                  <a:pt x="106313" y="283841"/>
                </a:lnTo>
                <a:lnTo>
                  <a:pt x="77411" y="266703"/>
                </a:lnTo>
                <a:lnTo>
                  <a:pt x="51484" y="247590"/>
                </a:lnTo>
                <a:lnTo>
                  <a:pt x="29832" y="227459"/>
                </a:lnTo>
                <a:lnTo>
                  <a:pt x="13542" y="207322"/>
                </a:lnTo>
                <a:lnTo>
                  <a:pt x="3428" y="188187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01777" y="5010832"/>
            <a:ext cx="273480" cy="180961"/>
          </a:xfrm>
          <a:custGeom>
            <a:avLst/>
            <a:gdLst/>
            <a:ahLst/>
            <a:cxnLst/>
            <a:rect l="l" t="t" r="r" b="b"/>
            <a:pathLst>
              <a:path w="273480" h="180961">
                <a:moveTo>
                  <a:pt x="273480" y="146780"/>
                </a:moveTo>
                <a:lnTo>
                  <a:pt x="270052" y="129607"/>
                </a:lnTo>
                <a:lnTo>
                  <a:pt x="259939" y="110472"/>
                </a:lnTo>
                <a:lnTo>
                  <a:pt x="243648" y="90334"/>
                </a:lnTo>
                <a:lnTo>
                  <a:pt x="221996" y="70204"/>
                </a:lnTo>
                <a:lnTo>
                  <a:pt x="196069" y="51091"/>
                </a:lnTo>
                <a:lnTo>
                  <a:pt x="167168" y="33952"/>
                </a:lnTo>
                <a:lnTo>
                  <a:pt x="136740" y="19649"/>
                </a:lnTo>
                <a:lnTo>
                  <a:pt x="106313" y="8897"/>
                </a:lnTo>
                <a:lnTo>
                  <a:pt x="77411" y="2236"/>
                </a:lnTo>
                <a:lnTo>
                  <a:pt x="51484" y="0"/>
                </a:lnTo>
                <a:lnTo>
                  <a:pt x="29832" y="2301"/>
                </a:lnTo>
                <a:lnTo>
                  <a:pt x="13542" y="9024"/>
                </a:lnTo>
                <a:lnTo>
                  <a:pt x="3428" y="19831"/>
                </a:lnTo>
                <a:lnTo>
                  <a:pt x="0" y="34181"/>
                </a:lnTo>
                <a:lnTo>
                  <a:pt x="3428" y="51355"/>
                </a:lnTo>
                <a:lnTo>
                  <a:pt x="13542" y="70490"/>
                </a:lnTo>
                <a:lnTo>
                  <a:pt x="29832" y="90627"/>
                </a:lnTo>
                <a:lnTo>
                  <a:pt x="51484" y="110757"/>
                </a:lnTo>
                <a:lnTo>
                  <a:pt x="77411" y="129871"/>
                </a:lnTo>
                <a:lnTo>
                  <a:pt x="106313" y="147009"/>
                </a:lnTo>
                <a:lnTo>
                  <a:pt x="136740" y="161313"/>
                </a:lnTo>
                <a:lnTo>
                  <a:pt x="167168" y="172065"/>
                </a:lnTo>
                <a:lnTo>
                  <a:pt x="196069" y="178726"/>
                </a:lnTo>
                <a:lnTo>
                  <a:pt x="221996" y="180961"/>
                </a:lnTo>
                <a:lnTo>
                  <a:pt x="243648" y="178660"/>
                </a:lnTo>
                <a:lnTo>
                  <a:pt x="259939" y="171938"/>
                </a:lnTo>
                <a:lnTo>
                  <a:pt x="270052" y="161130"/>
                </a:lnTo>
                <a:close/>
              </a:path>
            </a:pathLst>
          </a:custGeom>
          <a:solidFill>
            <a:srgbClr val="646464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19894" y="5143363"/>
            <a:ext cx="565192" cy="431034"/>
          </a:xfrm>
          <a:custGeom>
            <a:avLst/>
            <a:gdLst/>
            <a:ahLst/>
            <a:cxnLst/>
            <a:rect l="l" t="t" r="r" b="b"/>
            <a:pathLst>
              <a:path w="565192" h="431034">
                <a:moveTo>
                  <a:pt x="0" y="198330"/>
                </a:moveTo>
                <a:lnTo>
                  <a:pt x="565192" y="431034"/>
                </a:lnTo>
                <a:lnTo>
                  <a:pt x="565192" y="232704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85086" y="5118500"/>
            <a:ext cx="136028" cy="455896"/>
          </a:xfrm>
          <a:custGeom>
            <a:avLst/>
            <a:gdLst/>
            <a:ahLst/>
            <a:cxnLst/>
            <a:rect l="l" t="t" r="r" b="b"/>
            <a:pathLst>
              <a:path w="136028" h="455896">
                <a:moveTo>
                  <a:pt x="0" y="455896"/>
                </a:moveTo>
                <a:lnTo>
                  <a:pt x="136028" y="198330"/>
                </a:lnTo>
                <a:lnTo>
                  <a:pt x="136028" y="0"/>
                </a:lnTo>
                <a:lnTo>
                  <a:pt x="0" y="257567"/>
                </a:lnTo>
                <a:close/>
              </a:path>
            </a:pathLst>
          </a:custGeom>
          <a:solidFill>
            <a:srgbClr val="52525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9894" y="4885796"/>
            <a:ext cx="701220" cy="490271"/>
          </a:xfrm>
          <a:custGeom>
            <a:avLst/>
            <a:gdLst/>
            <a:ahLst/>
            <a:cxnLst/>
            <a:rect l="l" t="t" r="r" b="b"/>
            <a:pathLst>
              <a:path w="701220" h="490271">
                <a:moveTo>
                  <a:pt x="0" y="257567"/>
                </a:moveTo>
                <a:lnTo>
                  <a:pt x="565192" y="490271"/>
                </a:lnTo>
                <a:lnTo>
                  <a:pt x="701220" y="232704"/>
                </a:lnTo>
                <a:lnTo>
                  <a:pt x="136028" y="0"/>
                </a:lnTo>
                <a:close/>
              </a:path>
            </a:pathLst>
          </a:custGeom>
          <a:solidFill>
            <a:srgbClr val="A2A2A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23192" y="5099120"/>
            <a:ext cx="255248" cy="142869"/>
          </a:xfrm>
          <a:custGeom>
            <a:avLst/>
            <a:gdLst/>
            <a:ahLst/>
            <a:cxnLst/>
            <a:rect l="l" t="t" r="r" b="b"/>
            <a:pathLst>
              <a:path w="255248" h="142869">
                <a:moveTo>
                  <a:pt x="0" y="37777"/>
                </a:moveTo>
                <a:lnTo>
                  <a:pt x="255248" y="142869"/>
                </a:lnTo>
                <a:lnTo>
                  <a:pt x="255248" y="105092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578440" y="5027136"/>
            <a:ext cx="93519" cy="214854"/>
          </a:xfrm>
          <a:custGeom>
            <a:avLst/>
            <a:gdLst/>
            <a:ahLst/>
            <a:cxnLst/>
            <a:rect l="l" t="t" r="r" b="b"/>
            <a:pathLst>
              <a:path w="93519" h="214854">
                <a:moveTo>
                  <a:pt x="0" y="214854"/>
                </a:moveTo>
                <a:lnTo>
                  <a:pt x="93519" y="37777"/>
                </a:lnTo>
                <a:lnTo>
                  <a:pt x="93519" y="0"/>
                </a:lnTo>
                <a:lnTo>
                  <a:pt x="0" y="177077"/>
                </a:lnTo>
                <a:close/>
              </a:path>
            </a:pathLst>
          </a:custGeom>
          <a:solidFill>
            <a:srgbClr val="52525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23192" y="4922043"/>
            <a:ext cx="348767" cy="282169"/>
          </a:xfrm>
          <a:custGeom>
            <a:avLst/>
            <a:gdLst/>
            <a:ahLst/>
            <a:cxnLst/>
            <a:rect l="l" t="t" r="r" b="b"/>
            <a:pathLst>
              <a:path w="348767" h="282169">
                <a:moveTo>
                  <a:pt x="0" y="177077"/>
                </a:moveTo>
                <a:lnTo>
                  <a:pt x="255248" y="282169"/>
                </a:lnTo>
                <a:lnTo>
                  <a:pt x="348767" y="105092"/>
                </a:lnTo>
                <a:lnTo>
                  <a:pt x="93519" y="0"/>
                </a:lnTo>
                <a:close/>
              </a:path>
            </a:pathLst>
          </a:custGeom>
          <a:solidFill>
            <a:srgbClr val="A2A2A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06598" y="5161924"/>
            <a:ext cx="3228" cy="36816"/>
          </a:xfrm>
          <a:custGeom>
            <a:avLst/>
            <a:gdLst/>
            <a:ahLst/>
            <a:cxnLst/>
            <a:rect l="l" t="t" r="r" b="b"/>
            <a:pathLst>
              <a:path w="3228" h="36816">
                <a:moveTo>
                  <a:pt x="0" y="36816"/>
                </a:moveTo>
                <a:lnTo>
                  <a:pt x="3228" y="28333"/>
                </a:lnTo>
                <a:lnTo>
                  <a:pt x="3228" y="0"/>
                </a:lnTo>
                <a:lnTo>
                  <a:pt x="0" y="8483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09827" y="5153019"/>
            <a:ext cx="1009" cy="37238"/>
          </a:xfrm>
          <a:custGeom>
            <a:avLst/>
            <a:gdLst/>
            <a:ahLst/>
            <a:cxnLst/>
            <a:rect l="l" t="t" r="r" b="b"/>
            <a:pathLst>
              <a:path w="1009" h="37238">
                <a:moveTo>
                  <a:pt x="0" y="37238"/>
                </a:moveTo>
                <a:lnTo>
                  <a:pt x="1009" y="28333"/>
                </a:lnTo>
                <a:lnTo>
                  <a:pt x="1009" y="0"/>
                </a:lnTo>
                <a:lnTo>
                  <a:pt x="0" y="8905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20317" y="5154016"/>
            <a:ext cx="1260" cy="37213"/>
          </a:xfrm>
          <a:custGeom>
            <a:avLst/>
            <a:gdLst/>
            <a:ahLst/>
            <a:cxnLst/>
            <a:rect l="l" t="t" r="r" b="b"/>
            <a:pathLst>
              <a:path w="1260" h="37213">
                <a:moveTo>
                  <a:pt x="0" y="28333"/>
                </a:moveTo>
                <a:lnTo>
                  <a:pt x="1260" y="37213"/>
                </a:lnTo>
                <a:lnTo>
                  <a:pt x="1260" y="8880"/>
                </a:lnTo>
                <a:lnTo>
                  <a:pt x="0" y="0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21577" y="5162895"/>
            <a:ext cx="3467" cy="36742"/>
          </a:xfrm>
          <a:custGeom>
            <a:avLst/>
            <a:gdLst/>
            <a:ahLst/>
            <a:cxnLst/>
            <a:rect l="l" t="t" r="r" b="b"/>
            <a:pathLst>
              <a:path w="3467" h="36742">
                <a:moveTo>
                  <a:pt x="0" y="28333"/>
                </a:moveTo>
                <a:lnTo>
                  <a:pt x="3467" y="36742"/>
                </a:lnTo>
                <a:lnTo>
                  <a:pt x="3467" y="8410"/>
                </a:lnTo>
                <a:lnTo>
                  <a:pt x="0" y="0"/>
                </a:lnTo>
                <a:close/>
              </a:path>
            </a:pathLst>
          </a:custGeom>
          <a:solidFill>
            <a:srgbClr val="A7A7A7"/>
          </a:solidFill>
          <a:ln w="6350">
            <a:solidFill>
              <a:srgbClr val="A7A7A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25044" y="5171305"/>
            <a:ext cx="5499" cy="35850"/>
          </a:xfrm>
          <a:custGeom>
            <a:avLst/>
            <a:gdLst/>
            <a:ahLst/>
            <a:cxnLst/>
            <a:rect l="l" t="t" r="r" b="b"/>
            <a:pathLst>
              <a:path w="5499" h="35850">
                <a:moveTo>
                  <a:pt x="0" y="28333"/>
                </a:moveTo>
                <a:lnTo>
                  <a:pt x="5499" y="35850"/>
                </a:lnTo>
                <a:lnTo>
                  <a:pt x="5499" y="7518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30543" y="5178823"/>
            <a:ext cx="7256" cy="34581"/>
          </a:xfrm>
          <a:custGeom>
            <a:avLst/>
            <a:gdLst/>
            <a:ahLst/>
            <a:cxnLst/>
            <a:rect l="l" t="t" r="r" b="b"/>
            <a:pathLst>
              <a:path w="7256" h="34581">
                <a:moveTo>
                  <a:pt x="0" y="28333"/>
                </a:moveTo>
                <a:lnTo>
                  <a:pt x="7256" y="34581"/>
                </a:lnTo>
                <a:lnTo>
                  <a:pt x="7256" y="6249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37799" y="5185071"/>
            <a:ext cx="8649" cy="32999"/>
          </a:xfrm>
          <a:custGeom>
            <a:avLst/>
            <a:gdLst/>
            <a:ahLst/>
            <a:cxnLst/>
            <a:rect l="l" t="t" r="r" b="b"/>
            <a:pathLst>
              <a:path w="8649" h="32999">
                <a:moveTo>
                  <a:pt x="0" y="28333"/>
                </a:moveTo>
                <a:lnTo>
                  <a:pt x="8649" y="32999"/>
                </a:lnTo>
                <a:lnTo>
                  <a:pt x="8649" y="4666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46448" y="5189738"/>
            <a:ext cx="9608" cy="31183"/>
          </a:xfrm>
          <a:custGeom>
            <a:avLst/>
            <a:gdLst/>
            <a:ahLst/>
            <a:cxnLst/>
            <a:rect l="l" t="t" r="r" b="b"/>
            <a:pathLst>
              <a:path w="9608" h="31183">
                <a:moveTo>
                  <a:pt x="0" y="28333"/>
                </a:moveTo>
                <a:lnTo>
                  <a:pt x="9608" y="31183"/>
                </a:lnTo>
                <a:lnTo>
                  <a:pt x="9608" y="2850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56055" y="5192588"/>
            <a:ext cx="10085" cy="29224"/>
          </a:xfrm>
          <a:custGeom>
            <a:avLst/>
            <a:gdLst/>
            <a:ahLst/>
            <a:cxnLst/>
            <a:rect l="l" t="t" r="r" b="b"/>
            <a:pathLst>
              <a:path w="10085" h="29224">
                <a:moveTo>
                  <a:pt x="0" y="28333"/>
                </a:moveTo>
                <a:lnTo>
                  <a:pt x="10085" y="29224"/>
                </a:lnTo>
                <a:lnTo>
                  <a:pt x="10085" y="891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766141" y="5192366"/>
            <a:ext cx="10057" cy="29446"/>
          </a:xfrm>
          <a:custGeom>
            <a:avLst/>
            <a:gdLst/>
            <a:ahLst/>
            <a:cxnLst/>
            <a:rect l="l" t="t" r="r" b="b"/>
            <a:pathLst>
              <a:path w="10057" h="29446">
                <a:moveTo>
                  <a:pt x="0" y="29446"/>
                </a:moveTo>
                <a:lnTo>
                  <a:pt x="10057" y="28333"/>
                </a:lnTo>
                <a:lnTo>
                  <a:pt x="10057" y="0"/>
                </a:lnTo>
                <a:lnTo>
                  <a:pt x="0" y="1113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76198" y="5189305"/>
            <a:ext cx="9524" cy="31394"/>
          </a:xfrm>
          <a:custGeom>
            <a:avLst/>
            <a:gdLst/>
            <a:ahLst/>
            <a:cxnLst/>
            <a:rect l="l" t="t" r="r" b="b"/>
            <a:pathLst>
              <a:path w="9524" h="31394">
                <a:moveTo>
                  <a:pt x="0" y="31394"/>
                </a:moveTo>
                <a:lnTo>
                  <a:pt x="9524" y="28333"/>
                </a:lnTo>
                <a:lnTo>
                  <a:pt x="9524" y="0"/>
                </a:lnTo>
                <a:lnTo>
                  <a:pt x="0" y="3061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85722" y="5184450"/>
            <a:ext cx="8514" cy="33188"/>
          </a:xfrm>
          <a:custGeom>
            <a:avLst/>
            <a:gdLst/>
            <a:ahLst/>
            <a:cxnLst/>
            <a:rect l="l" t="t" r="r" b="b"/>
            <a:pathLst>
              <a:path w="8514" h="33188">
                <a:moveTo>
                  <a:pt x="0" y="33188"/>
                </a:moveTo>
                <a:lnTo>
                  <a:pt x="8514" y="28333"/>
                </a:lnTo>
                <a:lnTo>
                  <a:pt x="8514" y="0"/>
                </a:lnTo>
                <a:lnTo>
                  <a:pt x="0" y="4855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94236" y="5178044"/>
            <a:ext cx="7077" cy="34739"/>
          </a:xfrm>
          <a:custGeom>
            <a:avLst/>
            <a:gdLst/>
            <a:ahLst/>
            <a:cxnLst/>
            <a:rect l="l" t="t" r="r" b="b"/>
            <a:pathLst>
              <a:path w="7077" h="34739">
                <a:moveTo>
                  <a:pt x="0" y="34739"/>
                </a:moveTo>
                <a:lnTo>
                  <a:pt x="7077" y="28333"/>
                </a:lnTo>
                <a:lnTo>
                  <a:pt x="7077" y="0"/>
                </a:lnTo>
                <a:lnTo>
                  <a:pt x="0" y="6406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801313" y="5170407"/>
            <a:ext cx="5285" cy="35969"/>
          </a:xfrm>
          <a:custGeom>
            <a:avLst/>
            <a:gdLst/>
            <a:ahLst/>
            <a:cxnLst/>
            <a:rect l="l" t="t" r="r" b="b"/>
            <a:pathLst>
              <a:path w="5285" h="35969">
                <a:moveTo>
                  <a:pt x="0" y="35969"/>
                </a:moveTo>
                <a:lnTo>
                  <a:pt x="5285" y="28333"/>
                </a:lnTo>
                <a:lnTo>
                  <a:pt x="5285" y="0"/>
                </a:lnTo>
                <a:lnTo>
                  <a:pt x="0" y="7636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20317" y="5113556"/>
            <a:ext cx="90519" cy="108256"/>
          </a:xfrm>
          <a:custGeom>
            <a:avLst/>
            <a:gdLst/>
            <a:ahLst/>
            <a:cxnLst/>
            <a:rect l="l" t="t" r="r" b="b"/>
            <a:pathLst>
              <a:path w="90519" h="108256">
                <a:moveTo>
                  <a:pt x="0" y="40460"/>
                </a:moveTo>
                <a:lnTo>
                  <a:pt x="1009" y="31555"/>
                </a:lnTo>
                <a:lnTo>
                  <a:pt x="4237" y="23072"/>
                </a:lnTo>
                <a:lnTo>
                  <a:pt x="9522" y="15435"/>
                </a:lnTo>
                <a:lnTo>
                  <a:pt x="16599" y="9029"/>
                </a:lnTo>
                <a:lnTo>
                  <a:pt x="25114" y="4174"/>
                </a:lnTo>
                <a:lnTo>
                  <a:pt x="34638" y="1113"/>
                </a:lnTo>
                <a:lnTo>
                  <a:pt x="44695" y="0"/>
                </a:lnTo>
                <a:lnTo>
                  <a:pt x="54780" y="891"/>
                </a:lnTo>
                <a:lnTo>
                  <a:pt x="64388" y="3741"/>
                </a:lnTo>
                <a:lnTo>
                  <a:pt x="73037" y="8408"/>
                </a:lnTo>
                <a:lnTo>
                  <a:pt x="80293" y="14656"/>
                </a:lnTo>
                <a:lnTo>
                  <a:pt x="85792" y="22174"/>
                </a:lnTo>
                <a:lnTo>
                  <a:pt x="89258" y="30584"/>
                </a:lnTo>
                <a:lnTo>
                  <a:pt x="90519" y="39463"/>
                </a:lnTo>
                <a:lnTo>
                  <a:pt x="90519" y="67796"/>
                </a:lnTo>
                <a:lnTo>
                  <a:pt x="89509" y="76701"/>
                </a:lnTo>
                <a:lnTo>
                  <a:pt x="86281" y="85184"/>
                </a:lnTo>
                <a:lnTo>
                  <a:pt x="80996" y="92820"/>
                </a:lnTo>
                <a:lnTo>
                  <a:pt x="73919" y="99227"/>
                </a:lnTo>
                <a:lnTo>
                  <a:pt x="65405" y="104082"/>
                </a:lnTo>
                <a:lnTo>
                  <a:pt x="55881" y="107143"/>
                </a:lnTo>
                <a:lnTo>
                  <a:pt x="45824" y="108256"/>
                </a:lnTo>
                <a:lnTo>
                  <a:pt x="35738" y="107365"/>
                </a:lnTo>
                <a:lnTo>
                  <a:pt x="26130" y="104515"/>
                </a:lnTo>
                <a:lnTo>
                  <a:pt x="17482" y="99848"/>
                </a:lnTo>
                <a:lnTo>
                  <a:pt x="10226" y="93600"/>
                </a:lnTo>
                <a:lnTo>
                  <a:pt x="4727" y="86082"/>
                </a:lnTo>
                <a:lnTo>
                  <a:pt x="1260" y="77672"/>
                </a:lnTo>
                <a:lnTo>
                  <a:pt x="0" y="68793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720317" y="5113556"/>
            <a:ext cx="90519" cy="79923"/>
          </a:xfrm>
          <a:custGeom>
            <a:avLst/>
            <a:gdLst/>
            <a:ahLst/>
            <a:cxnLst/>
            <a:rect l="l" t="t" r="r" b="b"/>
            <a:pathLst>
              <a:path w="90519" h="79923">
                <a:moveTo>
                  <a:pt x="86281" y="56851"/>
                </a:moveTo>
                <a:lnTo>
                  <a:pt x="89509" y="48368"/>
                </a:lnTo>
                <a:lnTo>
                  <a:pt x="90519" y="39463"/>
                </a:lnTo>
                <a:lnTo>
                  <a:pt x="89258" y="30584"/>
                </a:lnTo>
                <a:lnTo>
                  <a:pt x="85792" y="22174"/>
                </a:lnTo>
                <a:lnTo>
                  <a:pt x="80293" y="14656"/>
                </a:lnTo>
                <a:lnTo>
                  <a:pt x="73037" y="8408"/>
                </a:lnTo>
                <a:lnTo>
                  <a:pt x="64388" y="3741"/>
                </a:lnTo>
                <a:lnTo>
                  <a:pt x="54780" y="891"/>
                </a:lnTo>
                <a:lnTo>
                  <a:pt x="44695" y="0"/>
                </a:lnTo>
                <a:lnTo>
                  <a:pt x="34638" y="1113"/>
                </a:lnTo>
                <a:lnTo>
                  <a:pt x="25114" y="4174"/>
                </a:lnTo>
                <a:lnTo>
                  <a:pt x="16599" y="9029"/>
                </a:lnTo>
                <a:lnTo>
                  <a:pt x="9522" y="15435"/>
                </a:lnTo>
                <a:lnTo>
                  <a:pt x="4237" y="23072"/>
                </a:lnTo>
                <a:lnTo>
                  <a:pt x="1009" y="31555"/>
                </a:lnTo>
                <a:lnTo>
                  <a:pt x="0" y="40460"/>
                </a:lnTo>
                <a:lnTo>
                  <a:pt x="1260" y="49340"/>
                </a:lnTo>
                <a:lnTo>
                  <a:pt x="4727" y="57749"/>
                </a:lnTo>
                <a:lnTo>
                  <a:pt x="10226" y="65267"/>
                </a:lnTo>
                <a:lnTo>
                  <a:pt x="17482" y="71515"/>
                </a:lnTo>
                <a:lnTo>
                  <a:pt x="26130" y="76182"/>
                </a:lnTo>
                <a:lnTo>
                  <a:pt x="35738" y="79032"/>
                </a:lnTo>
                <a:lnTo>
                  <a:pt x="45824" y="79923"/>
                </a:lnTo>
                <a:lnTo>
                  <a:pt x="55881" y="78810"/>
                </a:lnTo>
                <a:lnTo>
                  <a:pt x="65405" y="75750"/>
                </a:lnTo>
                <a:lnTo>
                  <a:pt x="73919" y="70894"/>
                </a:lnTo>
                <a:lnTo>
                  <a:pt x="80996" y="64488"/>
                </a:lnTo>
                <a:close/>
              </a:path>
            </a:pathLst>
          </a:custGeom>
          <a:solidFill>
            <a:srgbClr val="DDDDD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1520" y="5715000"/>
            <a:ext cx="7315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731520" y="4983480"/>
            <a:ext cx="0" cy="7315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0" name="Text 88"/>
          <p:cNvSpPr txBox="1"/>
          <p:nvPr/>
        </p:nvSpPr>
        <p:spPr>
          <a:xfrm>
            <a:off x="1485900" y="55778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658368" y="859536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96112" y="795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추정한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기호별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4846320" y="932688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95" name="Text 93"/>
          <p:cNvSpPr txBox="1"/>
          <p:nvPr/>
        </p:nvSpPr>
        <p:spPr>
          <a:xfrm>
            <a:off x="5303520" y="795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7406640" y="274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최소제곱 평면 추정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7406640" y="822960"/>
            <a:ext cx="43434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534656" y="950976"/>
            <a:ext cx="292608" cy="2926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534656" y="950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7909560" y="9326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정점 (카메라 좌표계)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7543800" y="1280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7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9573768" y="1874520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7406640" y="2057400"/>
            <a:ext cx="43434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534656" y="2185416"/>
            <a:ext cx="292608" cy="2926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7534656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7909560" y="21671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평면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7543800" y="2514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9573768" y="3108960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7406640" y="3291840"/>
            <a:ext cx="43434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534656" y="3419856"/>
            <a:ext cx="292608" cy="2926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534656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7909560" y="3401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방향 오차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754380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9573768" y="4343400"/>
            <a:ext cx="0" cy="18288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7406640" y="4526280"/>
            <a:ext cx="43434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534656" y="4654296"/>
            <a:ext cx="292608" cy="2926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534656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7909560" y="4636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계수 결정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7543800" y="4983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 arg min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7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7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20" name="Text 118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제곱합을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최소화하는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공통 평면 위의 기준축과 투영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3738" y="2656332"/>
            <a:ext cx="6210605" cy="2551176"/>
          </a:xfrm>
          <a:custGeom>
            <a:avLst/>
            <a:gdLst/>
            <a:ahLst/>
            <a:cxnLst/>
            <a:rect l="l" t="t" r="r" b="b"/>
            <a:pathLst>
              <a:path w="6210605" h="2551176">
                <a:moveTo>
                  <a:pt x="1382573" y="2551176"/>
                </a:moveTo>
                <a:lnTo>
                  <a:pt x="6210605" y="1766621"/>
                </a:lnTo>
                <a:lnTo>
                  <a:pt x="4828032" y="0"/>
                </a:lnTo>
                <a:lnTo>
                  <a:pt x="0" y="784555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3876142"/>
            <a:ext cx="1927555" cy="1157630"/>
          </a:xfrm>
          <a:custGeom>
            <a:avLst/>
            <a:gdLst/>
            <a:ahLst/>
            <a:cxnLst/>
            <a:rect l="l" t="t" r="r" b="b"/>
            <a:pathLst>
              <a:path w="1927555" h="1157630">
                <a:moveTo>
                  <a:pt x="0" y="190195"/>
                </a:moveTo>
                <a:lnTo>
                  <a:pt x="1170432" y="0"/>
                </a:lnTo>
                <a:lnTo>
                  <a:pt x="1927555" y="967435"/>
                </a:lnTo>
                <a:lnTo>
                  <a:pt x="757123" y="115763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26464" y="4029761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96896" y="3839566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54019" y="4807001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83587" y="4997196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1293" y="3032150"/>
            <a:ext cx="1989734" cy="910742"/>
          </a:xfrm>
          <a:custGeom>
            <a:avLst/>
            <a:gdLst/>
            <a:ahLst/>
            <a:cxnLst/>
            <a:rect l="l" t="t" r="r" b="b"/>
            <a:pathLst>
              <a:path w="1989734" h="910742">
                <a:moveTo>
                  <a:pt x="0" y="237744"/>
                </a:moveTo>
                <a:lnTo>
                  <a:pt x="1463040" y="0"/>
                </a:lnTo>
                <a:lnTo>
                  <a:pt x="1989734" y="672998"/>
                </a:lnTo>
                <a:lnTo>
                  <a:pt x="526694" y="910742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4717" y="3233318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97757" y="2995574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4451" y="3668573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1411" y="3906317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0483" y="3503066"/>
            <a:ext cx="1649578" cy="965606"/>
          </a:xfrm>
          <a:custGeom>
            <a:avLst/>
            <a:gdLst/>
            <a:ahLst/>
            <a:cxnLst/>
            <a:rect l="l" t="t" r="r" b="b"/>
            <a:pathLst>
              <a:path w="1649578" h="965606">
                <a:moveTo>
                  <a:pt x="0" y="166421"/>
                </a:moveTo>
                <a:lnTo>
                  <a:pt x="1024128" y="0"/>
                </a:lnTo>
                <a:lnTo>
                  <a:pt x="1649578" y="799186"/>
                </a:lnTo>
                <a:lnTo>
                  <a:pt x="625450" y="96560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3907" y="3632911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8035" y="3466490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3485" y="4265676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69357" y="4432097"/>
            <a:ext cx="73152" cy="7315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335024" y="3539642"/>
            <a:ext cx="4828032" cy="784555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 flipH="1" flipV="1">
            <a:off x="3057754" y="3048610"/>
            <a:ext cx="1382573" cy="1766621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 flipH="1" flipV="1">
            <a:off x="2798064" y="4086454"/>
            <a:ext cx="592531" cy="75712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3390595" y="4689043"/>
            <a:ext cx="950976" cy="154534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752344" y="404073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5851" y="464332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7443" y="4770425"/>
            <a:ext cx="146304" cy="14630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9075" y="4957877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6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flipH="1">
            <a:off x="2845613" y="3738479"/>
            <a:ext cx="855878" cy="1390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999232" y="3469691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005072" y="3977640"/>
            <a:ext cx="546811" cy="683971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319626" y="417332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 flipV="1">
            <a:off x="3749040" y="3646627"/>
            <a:ext cx="1755648" cy="285293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 flipV="1">
            <a:off x="3123590" y="3132734"/>
            <a:ext cx="625450" cy="799186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344668" y="3760927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2643530" y="301843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 flipV="1">
            <a:off x="3749040" y="2686507"/>
            <a:ext cx="1755648" cy="12454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504688" y="2686507"/>
            <a:ext cx="0" cy="886968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773168" y="2252167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(1, 0, 0)</a:t>
            </a:r>
            <a:pPr algn="ctr" indent="0" marL="0">
              <a:buNone/>
            </a:pPr>
            <a:r>
              <a:rPr lang="en-US" sz="14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687568" y="3006547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−(</a:t>
            </a:r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4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 flipV="1">
            <a:off x="3749040" y="1645920"/>
            <a:ext cx="0" cy="2286000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817620" y="15316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656868" y="3780861"/>
            <a:ext cx="296997" cy="151059"/>
          </a:xfrm>
          <a:custGeom>
            <a:avLst/>
            <a:gdLst/>
            <a:ahLst/>
            <a:cxnLst/>
            <a:rect l="l" t="t" r="r" b="b"/>
            <a:pathLst>
              <a:path w="296997" h="151059">
                <a:moveTo>
                  <a:pt x="92172" y="151059"/>
                </a:moveTo>
                <a:lnTo>
                  <a:pt x="296997" y="117775"/>
                </a:lnTo>
                <a:lnTo>
                  <a:pt x="204826" y="0"/>
                </a:lnTo>
                <a:lnTo>
                  <a:pt x="0" y="33284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75888" y="38587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355848" y="39090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0" y="274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기준축 설정과 2차원 좌표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269480" y="777240"/>
            <a:ext cx="4526280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79208" y="877824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79208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726680" y="859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법선 벡터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360920" y="1188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−1)</a:t>
            </a:r>
            <a:pPr algn="ctr" indent="0" marL="0"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‖(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−1)</a:t>
            </a:r>
            <a:pPr algn="ctr" indent="0" marL="0"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269480" y="1801368"/>
            <a:ext cx="4526280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79208" y="1901952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7920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726680" y="18836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수평축 (x축에서 법선 성분 제거)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360920" y="22128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‖,   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269480" y="2825496"/>
            <a:ext cx="4526280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9208" y="292608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79208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7726680" y="29077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수직축 (평면 위에서 수평축과 직교)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7360920" y="32369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269480" y="3849624"/>
            <a:ext cx="4526280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79208" y="3950208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79208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726680" y="3931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기준점 (모든 정점의 평균)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7360920" y="426110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(1/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Σ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269480" y="4873752"/>
            <a:ext cx="4526280" cy="89611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4974336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79208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956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좌표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7360920" y="52852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 </a:t>
            </a:r>
            <a:pPr algn="ctr"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기준축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2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200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2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200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9428" y="274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공통 평면 좌표 (u, v)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381348" y="274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[0, 1] 범위로 정규화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313268" y="274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송출 영상 종횡비에 맞춤 조정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82711" y="960120"/>
            <a:ext cx="2345313" cy="2377440"/>
          </a:xfrm>
          <a:prstGeom prst="rect">
            <a:avLst/>
          </a:prstGeom>
          <a:ln w="12700">
            <a:solidFill>
              <a:srgbClr val="00000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40250" y="1176857"/>
            <a:ext cx="486727" cy="973455"/>
          </a:xfrm>
          <a:custGeom>
            <a:avLst/>
            <a:gdLst/>
            <a:ahLst/>
            <a:cxnLst/>
            <a:rect l="l" t="t" r="r" b="b"/>
            <a:pathLst>
              <a:path w="486727" h="973455">
                <a:moveTo>
                  <a:pt x="0" y="0"/>
                </a:moveTo>
                <a:lnTo>
                  <a:pt x="486727" y="0"/>
                </a:lnTo>
                <a:lnTo>
                  <a:pt x="486727" y="973455"/>
                </a:lnTo>
                <a:lnTo>
                  <a:pt x="0" y="973455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46453" y="15264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08246" y="1144853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94973" y="1144853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4973" y="211830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46" y="211830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3307" y="960120"/>
            <a:ext cx="1724717" cy="1198332"/>
          </a:xfrm>
          <a:custGeom>
            <a:avLst/>
            <a:gdLst/>
            <a:ahLst/>
            <a:cxnLst/>
            <a:rect l="l" t="t" r="r" b="b"/>
            <a:pathLst>
              <a:path w="1724717" h="1198332">
                <a:moveTo>
                  <a:pt x="58225" y="0"/>
                </a:moveTo>
                <a:lnTo>
                  <a:pt x="1724717" y="87337"/>
                </a:lnTo>
                <a:lnTo>
                  <a:pt x="1666492" y="1198332"/>
                </a:lnTo>
                <a:lnTo>
                  <a:pt x="0" y="1110995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8505" y="14221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29528" y="928116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6020" y="1015453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795" y="212644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1303" y="2039111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711" y="2378898"/>
            <a:ext cx="1018999" cy="585815"/>
          </a:xfrm>
          <a:custGeom>
            <a:avLst/>
            <a:gdLst/>
            <a:ahLst/>
            <a:cxnLst/>
            <a:rect l="l" t="t" r="r" b="b"/>
            <a:pathLst>
              <a:path w="1018999" h="585815">
                <a:moveTo>
                  <a:pt x="0" y="101754"/>
                </a:moveTo>
                <a:lnTo>
                  <a:pt x="968122" y="0"/>
                </a:lnTo>
                <a:lnTo>
                  <a:pt x="1018999" y="484061"/>
                </a:lnTo>
                <a:lnTo>
                  <a:pt x="50877" y="585815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55051" y="25346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0707" y="244864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8829" y="234689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9706" y="2830955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1584" y="2932709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7917" y="2284181"/>
            <a:ext cx="678484" cy="1053379"/>
          </a:xfrm>
          <a:custGeom>
            <a:avLst/>
            <a:gdLst/>
            <a:ahLst/>
            <a:cxnLst/>
            <a:rect l="l" t="t" r="r" b="b"/>
            <a:pathLst>
              <a:path w="678484" h="1053379">
                <a:moveTo>
                  <a:pt x="0" y="101196"/>
                </a:moveTo>
                <a:lnTo>
                  <a:pt x="476091" y="0"/>
                </a:lnTo>
                <a:lnTo>
                  <a:pt x="678484" y="952182"/>
                </a:lnTo>
                <a:lnTo>
                  <a:pt x="202393" y="1053379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49999" y="26737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15913" y="235337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92004" y="225217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4397" y="3204360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8306" y="3305556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2671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107984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6639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06639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29988" y="960120"/>
            <a:ext cx="2514600" cy="2514600"/>
          </a:xfrm>
          <a:prstGeom prst="rect">
            <a:avLst/>
          </a:prstGeom>
          <a:ln w="12700">
            <a:solidFill>
              <a:srgbClr val="00000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991679" y="1189362"/>
            <a:ext cx="521860" cy="1029616"/>
          </a:xfrm>
          <a:custGeom>
            <a:avLst/>
            <a:gdLst/>
            <a:ahLst/>
            <a:cxnLst/>
            <a:rect l="l" t="t" r="r" b="b"/>
            <a:pathLst>
              <a:path w="521860" h="1029616">
                <a:moveTo>
                  <a:pt x="0" y="0"/>
                </a:moveTo>
                <a:lnTo>
                  <a:pt x="521860" y="0"/>
                </a:lnTo>
                <a:lnTo>
                  <a:pt x="521860" y="1029616"/>
                </a:lnTo>
                <a:lnTo>
                  <a:pt x="0" y="1029616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15449" y="156700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59675" y="115735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1535" y="115735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1535" y="2186973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59675" y="2186973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95378" y="960120"/>
            <a:ext cx="1849209" cy="1267467"/>
          </a:xfrm>
          <a:custGeom>
            <a:avLst/>
            <a:gdLst/>
            <a:ahLst/>
            <a:cxnLst/>
            <a:rect l="l" t="t" r="r" b="b"/>
            <a:pathLst>
              <a:path w="1849209" h="1267467">
                <a:moveTo>
                  <a:pt x="62428" y="0"/>
                </a:moveTo>
                <a:lnTo>
                  <a:pt x="1849209" y="92376"/>
                </a:lnTo>
                <a:lnTo>
                  <a:pt x="1786782" y="1267467"/>
                </a:lnTo>
                <a:lnTo>
                  <a:pt x="0" y="1175091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82823" y="14566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25802" y="928116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12584" y="1020492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50156" y="2195583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63374" y="210320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29988" y="2460751"/>
            <a:ext cx="1092551" cy="619612"/>
          </a:xfrm>
          <a:custGeom>
            <a:avLst/>
            <a:gdLst/>
            <a:ahLst/>
            <a:cxnLst/>
            <a:rect l="l" t="t" r="r" b="b"/>
            <a:pathLst>
              <a:path w="1092551" h="619612">
                <a:moveTo>
                  <a:pt x="0" y="107624"/>
                </a:moveTo>
                <a:lnTo>
                  <a:pt x="1038002" y="0"/>
                </a:lnTo>
                <a:lnTo>
                  <a:pt x="1092551" y="511988"/>
                </a:lnTo>
                <a:lnTo>
                  <a:pt x="54549" y="619612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39103" y="26333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97984" y="2536371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35986" y="242874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90535" y="2940735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52533" y="3048359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15390" y="2360569"/>
            <a:ext cx="727458" cy="1114151"/>
          </a:xfrm>
          <a:custGeom>
            <a:avLst/>
            <a:gdLst/>
            <a:ahLst/>
            <a:cxnLst/>
            <a:rect l="l" t="t" r="r" b="b"/>
            <a:pathLst>
              <a:path w="727458" h="1114151">
                <a:moveTo>
                  <a:pt x="0" y="107035"/>
                </a:moveTo>
                <a:lnTo>
                  <a:pt x="510456" y="0"/>
                </a:lnTo>
                <a:lnTo>
                  <a:pt x="727458" y="1007116"/>
                </a:lnTo>
                <a:lnTo>
                  <a:pt x="217002" y="1114151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41959" y="27804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83386" y="2435600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93842" y="2328565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10843" y="3335681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00387" y="3442716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79282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730742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609948" y="822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050128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û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4445356" y="20802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̂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8404708" y="1304449"/>
            <a:ext cx="3246120" cy="1825943"/>
          </a:xfrm>
          <a:prstGeom prst="rect">
            <a:avLst/>
          </a:prstGeom>
          <a:solidFill>
            <a:srgbClr val="D9D9D9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27134" y="1304449"/>
            <a:ext cx="1801268" cy="182594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9171325" y="1470909"/>
            <a:ext cx="373821" cy="747641"/>
          </a:xfrm>
          <a:custGeom>
            <a:avLst/>
            <a:gdLst/>
            <a:ahLst/>
            <a:cxnLst/>
            <a:rect l="l" t="t" r="r" b="b"/>
            <a:pathLst>
              <a:path w="373821" h="747641">
                <a:moveTo>
                  <a:pt x="0" y="0"/>
                </a:moveTo>
                <a:lnTo>
                  <a:pt x="373821" y="0"/>
                </a:lnTo>
                <a:lnTo>
                  <a:pt x="373821" y="747641"/>
                </a:lnTo>
                <a:lnTo>
                  <a:pt x="0" y="747641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21075" y="17075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39321" y="1438905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13141" y="1438905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13141" y="218654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139321" y="218654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3769" y="1304449"/>
            <a:ext cx="1324633" cy="920354"/>
          </a:xfrm>
          <a:custGeom>
            <a:avLst/>
            <a:gdLst/>
            <a:ahLst/>
            <a:cxnLst/>
            <a:rect l="l" t="t" r="r" b="b"/>
            <a:pathLst>
              <a:path w="1324633" h="920354">
                <a:moveTo>
                  <a:pt x="44718" y="0"/>
                </a:moveTo>
                <a:lnTo>
                  <a:pt x="1324633" y="67077"/>
                </a:lnTo>
                <a:lnTo>
                  <a:pt x="1279914" y="920354"/>
                </a:lnTo>
                <a:lnTo>
                  <a:pt x="0" y="853276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128925" y="16274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616483" y="1272445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96398" y="1339522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851679" y="2192798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571765" y="2125721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27134" y="2394111"/>
            <a:ext cx="782621" cy="449923"/>
          </a:xfrm>
          <a:custGeom>
            <a:avLst/>
            <a:gdLst/>
            <a:ahLst/>
            <a:cxnLst/>
            <a:rect l="l" t="t" r="r" b="b"/>
            <a:pathLst>
              <a:path w="782621" h="449923">
                <a:moveTo>
                  <a:pt x="0" y="78150"/>
                </a:moveTo>
                <a:lnTo>
                  <a:pt x="743546" y="0"/>
                </a:lnTo>
                <a:lnTo>
                  <a:pt x="782621" y="371773"/>
                </a:lnTo>
                <a:lnTo>
                  <a:pt x="39075" y="449923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381284" y="24819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095130" y="244025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38675" y="236210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877750" y="2733880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34205" y="2812030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06060" y="2321366"/>
            <a:ext cx="521095" cy="809025"/>
          </a:xfrm>
          <a:custGeom>
            <a:avLst/>
            <a:gdLst/>
            <a:ahLst/>
            <a:cxnLst/>
            <a:rect l="l" t="t" r="r" b="b"/>
            <a:pathLst>
              <a:path w="521095" h="809025">
                <a:moveTo>
                  <a:pt x="0" y="77722"/>
                </a:moveTo>
                <a:lnTo>
                  <a:pt x="365652" y="0"/>
                </a:lnTo>
                <a:lnTo>
                  <a:pt x="521095" y="731304"/>
                </a:lnTo>
                <a:lnTo>
                  <a:pt x="155443" y="809025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0529447" y="25887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374056" y="236708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739708" y="2289362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895151" y="3020666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529499" y="3098387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27768" y="1194721"/>
            <a:ext cx="0" cy="2045399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91" name="Shape 89"/>
          <p:cNvSpPr/>
          <p:nvPr/>
        </p:nvSpPr>
        <p:spPr>
          <a:xfrm>
            <a:off x="8450428" y="1167289"/>
            <a:ext cx="65841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H="1">
            <a:off x="10946690" y="1167289"/>
            <a:ext cx="65841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3" name="Text 91"/>
          <p:cNvSpPr txBox="1"/>
          <p:nvPr/>
        </p:nvSpPr>
        <p:spPr>
          <a:xfrm>
            <a:off x="9844888" y="319439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11623396" y="20802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8647074" y="3432143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0.5 − </a:t>
            </a:r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539782" y="3432143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 + </a:t>
            </a:r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924148" y="2240280"/>
            <a:ext cx="41148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7856068" y="2240280"/>
            <a:ext cx="41148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449428" y="4160520"/>
            <a:ext cx="3429000" cy="1874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59156" y="4251960"/>
            <a:ext cx="3209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정점의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min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max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min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max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4381348" y="4160520"/>
            <a:ext cx="3429000" cy="1874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491076" y="4251960"/>
            <a:ext cx="3209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축별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û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/ (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̂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/ (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8313268" y="4160520"/>
            <a:ext cx="3429000" cy="18745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422996" y="4251960"/>
            <a:ext cx="3209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/ (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),  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세로로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&lt;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): 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ũ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0.5 + 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(û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4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− 0.5)</a:t>
            </a:r>
            <a:endParaRPr lang="en-US" sz="14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가로로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ṽ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0.5 + (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video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(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̂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500"/>
              </a:spcAft>
              <a:buNone/>
            </a:pPr>
            <a:r>
              <a:rPr lang="en-US" sz="12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500"/>
              </a:spcAft>
              <a:buNone/>
            </a:pPr>
            <a:r>
              <a:rPr lang="en-US" sz="12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− 0.5)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5.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[0, 1]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정규화와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종횡비에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따른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서버: 송출 영상과 디바이스별 할당 영역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클라이언트: 할당 영역 출력 결과</a:t>
            </a:r>
            <a:endParaRPr lang="en-US" sz="1400" dirty="0"/>
          </a:p>
        </p:txBody>
      </p:sp>
      <p:pic>
        <p:nvPicPr>
          <p:cNvPr id="4" name="Image 0" descr="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5486400" cy="3086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14400"/>
            <a:ext cx="5486400" cy="3086100"/>
          </a:xfrm>
          <a:prstGeom prst="rect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44331" y="1195742"/>
            <a:ext cx="631810" cy="1263619"/>
          </a:xfrm>
          <a:custGeom>
            <a:avLst/>
            <a:gdLst/>
            <a:ahLst/>
            <a:cxnLst/>
            <a:rect l="l" t="t" r="r" b="b"/>
            <a:pathLst>
              <a:path w="631810" h="1263619">
                <a:moveTo>
                  <a:pt x="0" y="0"/>
                </a:moveTo>
                <a:lnTo>
                  <a:pt x="631810" y="0"/>
                </a:lnTo>
                <a:lnTo>
                  <a:pt x="631810" y="1263619"/>
                </a:lnTo>
                <a:lnTo>
                  <a:pt x="0" y="1263619"/>
                </a:lnTo>
                <a:close/>
              </a:path>
            </a:pathLst>
          </a:custGeom>
          <a:ln w="508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44331" y="1195742"/>
            <a:ext cx="631810" cy="1263619"/>
          </a:xfrm>
          <a:custGeom>
            <a:avLst/>
            <a:gdLst/>
            <a:ahLst/>
            <a:cxnLst/>
            <a:rect l="l" t="t" r="r" b="b"/>
            <a:pathLst>
              <a:path w="631810" h="1263619">
                <a:moveTo>
                  <a:pt x="0" y="0"/>
                </a:moveTo>
                <a:lnTo>
                  <a:pt x="631810" y="0"/>
                </a:lnTo>
                <a:lnTo>
                  <a:pt x="631810" y="1263619"/>
                </a:lnTo>
                <a:lnTo>
                  <a:pt x="0" y="1263619"/>
                </a:lnTo>
                <a:close/>
              </a:path>
            </a:pathLst>
          </a:custGeom>
          <a:ln w="22225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4788" y="16721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04788" y="167210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75223" y="914400"/>
            <a:ext cx="2238816" cy="1555527"/>
          </a:xfrm>
          <a:custGeom>
            <a:avLst/>
            <a:gdLst/>
            <a:ahLst/>
            <a:cxnLst/>
            <a:rect l="l" t="t" r="r" b="b"/>
            <a:pathLst>
              <a:path w="2238816" h="1555527">
                <a:moveTo>
                  <a:pt x="75580" y="0"/>
                </a:moveTo>
                <a:lnTo>
                  <a:pt x="2238816" y="113370"/>
                </a:lnTo>
                <a:lnTo>
                  <a:pt x="2163235" y="1555527"/>
                </a:lnTo>
                <a:lnTo>
                  <a:pt x="0" y="1442157"/>
                </a:lnTo>
                <a:close/>
              </a:path>
            </a:pathLst>
          </a:custGeom>
          <a:ln w="508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75223" y="914400"/>
            <a:ext cx="2238816" cy="1555527"/>
          </a:xfrm>
          <a:custGeom>
            <a:avLst/>
            <a:gdLst/>
            <a:ahLst/>
            <a:cxnLst/>
            <a:rect l="l" t="t" r="r" b="b"/>
            <a:pathLst>
              <a:path w="2238816" h="1555527">
                <a:moveTo>
                  <a:pt x="75580" y="0"/>
                </a:moveTo>
                <a:lnTo>
                  <a:pt x="2238816" y="113370"/>
                </a:lnTo>
                <a:lnTo>
                  <a:pt x="2163235" y="1555527"/>
                </a:lnTo>
                <a:lnTo>
                  <a:pt x="0" y="1442157"/>
                </a:lnTo>
                <a:close/>
              </a:path>
            </a:pathLst>
          </a:custGeom>
          <a:ln w="22225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39182" y="15367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39182" y="15367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769642" y="2756083"/>
            <a:ext cx="1322739" cy="760433"/>
          </a:xfrm>
          <a:custGeom>
            <a:avLst/>
            <a:gdLst/>
            <a:ahLst/>
            <a:cxnLst/>
            <a:rect l="l" t="t" r="r" b="b"/>
            <a:pathLst>
              <a:path w="1322739" h="760433">
                <a:moveTo>
                  <a:pt x="0" y="132084"/>
                </a:moveTo>
                <a:lnTo>
                  <a:pt x="1256697" y="0"/>
                </a:lnTo>
                <a:lnTo>
                  <a:pt x="1322739" y="628348"/>
                </a:lnTo>
                <a:lnTo>
                  <a:pt x="66042" y="760433"/>
                </a:lnTo>
                <a:close/>
              </a:path>
            </a:pathLst>
          </a:custGeom>
          <a:ln w="508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69642" y="2756083"/>
            <a:ext cx="1322739" cy="760433"/>
          </a:xfrm>
          <a:custGeom>
            <a:avLst/>
            <a:gdLst/>
            <a:ahLst/>
            <a:cxnLst/>
            <a:rect l="l" t="t" r="r" b="b"/>
            <a:pathLst>
              <a:path w="1322739" h="760433">
                <a:moveTo>
                  <a:pt x="0" y="132084"/>
                </a:moveTo>
                <a:lnTo>
                  <a:pt x="1256697" y="0"/>
                </a:lnTo>
                <a:lnTo>
                  <a:pt x="1322739" y="628348"/>
                </a:lnTo>
                <a:lnTo>
                  <a:pt x="66042" y="760433"/>
                </a:lnTo>
                <a:close/>
              </a:path>
            </a:pathLst>
          </a:custGeom>
          <a:ln w="22225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75563" y="298085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75563" y="2980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207" y="2633133"/>
            <a:ext cx="880724" cy="1367367"/>
          </a:xfrm>
          <a:custGeom>
            <a:avLst/>
            <a:gdLst/>
            <a:ahLst/>
            <a:cxnLst/>
            <a:rect l="l" t="t" r="r" b="b"/>
            <a:pathLst>
              <a:path w="880724" h="1367367">
                <a:moveTo>
                  <a:pt x="0" y="131361"/>
                </a:moveTo>
                <a:lnTo>
                  <a:pt x="618003" y="0"/>
                </a:lnTo>
                <a:lnTo>
                  <a:pt x="880724" y="1236006"/>
                </a:lnTo>
                <a:lnTo>
                  <a:pt x="262721" y="1367367"/>
                </a:lnTo>
                <a:close/>
              </a:path>
            </a:pathLst>
          </a:custGeom>
          <a:ln w="508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31207" y="2633133"/>
            <a:ext cx="880724" cy="1367367"/>
          </a:xfrm>
          <a:custGeom>
            <a:avLst/>
            <a:gdLst/>
            <a:ahLst/>
            <a:cxnLst/>
            <a:rect l="l" t="t" r="r" b="b"/>
            <a:pathLst>
              <a:path w="880724" h="1367367">
                <a:moveTo>
                  <a:pt x="0" y="131361"/>
                </a:moveTo>
                <a:lnTo>
                  <a:pt x="618003" y="0"/>
                </a:lnTo>
                <a:lnTo>
                  <a:pt x="880724" y="1236006"/>
                </a:lnTo>
                <a:lnTo>
                  <a:pt x="262721" y="1367367"/>
                </a:lnTo>
                <a:close/>
              </a:path>
            </a:pathLst>
          </a:custGeom>
          <a:ln w="22225">
            <a:solidFill>
              <a:srgbClr val="000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16121" y="3161369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16121" y="31613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595939" y="8595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9174" y="97290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83594" y="2415063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20359" y="2301693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13643" y="594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(ũ</a:t>
            </a:r>
            <a:pPr algn="ctr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2,TL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ṽ</a:t>
            </a:r>
            <a:pPr algn="ctr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2,TL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2748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 { (ũ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ṽ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| </a:t>
            </a:r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∈ {TL, TR, BR, BL} }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47320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정점이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이루는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영역을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17920" y="2468880"/>
            <a:ext cx="54864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161303" y="1304579"/>
            <a:ext cx="1045310" cy="1962604"/>
          </a:xfrm>
          <a:prstGeom prst="roundRect">
            <a:avLst>
              <a:gd name="adj" fmla="val 5249"/>
            </a:avLst>
          </a:prstGeom>
          <a:solidFill>
            <a:srgbClr val="262626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31" name="Image 1" descr="cro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311" y="1368587"/>
            <a:ext cx="917294" cy="1834588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 rot="180000">
            <a:off x="8275160" y="976974"/>
            <a:ext cx="3273023" cy="2224688"/>
          </a:xfrm>
          <a:prstGeom prst="roundRect">
            <a:avLst>
              <a:gd name="adj" fmla="val 2466"/>
            </a:avLst>
          </a:prstGeom>
          <a:solidFill>
            <a:srgbClr val="262626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33" name="Image 2" descr="cro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8339168" y="1040982"/>
            <a:ext cx="3145007" cy="2096672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 rot="-360000">
            <a:off x="7095782" y="3663334"/>
            <a:ext cx="1962604" cy="1045310"/>
          </a:xfrm>
          <a:prstGeom prst="roundRect">
            <a:avLst>
              <a:gd name="adj" fmla="val 5249"/>
            </a:avLst>
          </a:prstGeom>
          <a:solidFill>
            <a:srgbClr val="262626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35" name="Image 3" descr="cro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360000">
            <a:off x="7159790" y="3727342"/>
            <a:ext cx="1834588" cy="91729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 rot="-720000">
            <a:off x="10371832" y="3466771"/>
            <a:ext cx="1045310" cy="1962604"/>
          </a:xfrm>
          <a:prstGeom prst="roundRect">
            <a:avLst>
              <a:gd name="adj" fmla="val 5249"/>
            </a:avLst>
          </a:prstGeom>
          <a:solidFill>
            <a:srgbClr val="262626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37" name="Image 4" descr="crop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0">
            <a:off x="10435840" y="3530779"/>
            <a:ext cx="917294" cy="183458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6.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할당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3D 도형 (편집 가능한 도형 · 복사하여 재사용)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692978" y="3184614"/>
            <a:ext cx="230134" cy="166848"/>
          </a:xfrm>
          <a:custGeom>
            <a:avLst/>
            <a:gdLst/>
            <a:ahLst/>
            <a:cxnLst/>
            <a:rect l="l" t="t" r="r" b="b"/>
            <a:pathLst>
              <a:path w="230134" h="166848">
                <a:moveTo>
                  <a:pt x="6803" y="166848"/>
                </a:moveTo>
                <a:lnTo>
                  <a:pt x="0" y="58978"/>
                </a:lnTo>
                <a:lnTo>
                  <a:pt x="223331" y="0"/>
                </a:lnTo>
                <a:lnTo>
                  <a:pt x="230134" y="107871"/>
                </a:lnTo>
                <a:close/>
              </a:path>
            </a:pathLst>
          </a:custGeom>
          <a:solidFill>
            <a:srgbClr val="484848"/>
          </a:solidFill>
          <a:ln w="6350">
            <a:solidFill>
              <a:srgbClr val="4848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72909" y="3072949"/>
            <a:ext cx="243400" cy="170642"/>
          </a:xfrm>
          <a:custGeom>
            <a:avLst/>
            <a:gdLst/>
            <a:ahLst/>
            <a:cxnLst/>
            <a:rect l="l" t="t" r="r" b="b"/>
            <a:pathLst>
              <a:path w="243400" h="170642">
                <a:moveTo>
                  <a:pt x="20069" y="170642"/>
                </a:moveTo>
                <a:lnTo>
                  <a:pt x="0" y="58978"/>
                </a:lnTo>
                <a:lnTo>
                  <a:pt x="223331" y="0"/>
                </a:lnTo>
                <a:lnTo>
                  <a:pt x="243400" y="111664"/>
                </a:lnTo>
                <a:close/>
              </a:path>
            </a:pathLst>
          </a:custGeom>
          <a:solidFill>
            <a:srgbClr val="595959"/>
          </a:solidFill>
          <a:ln w="635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0581" y="2963091"/>
            <a:ext cx="255659" cy="168836"/>
          </a:xfrm>
          <a:custGeom>
            <a:avLst/>
            <a:gdLst/>
            <a:ahLst/>
            <a:cxnLst/>
            <a:rect l="l" t="t" r="r" b="b"/>
            <a:pathLst>
              <a:path w="255659" h="168836">
                <a:moveTo>
                  <a:pt x="32328" y="168836"/>
                </a:moveTo>
                <a:lnTo>
                  <a:pt x="0" y="58978"/>
                </a:lnTo>
                <a:lnTo>
                  <a:pt x="223331" y="0"/>
                </a:lnTo>
                <a:lnTo>
                  <a:pt x="255659" y="109858"/>
                </a:lnTo>
                <a:close/>
              </a:path>
            </a:pathLst>
          </a:custGeom>
          <a:solidFill>
            <a:srgbClr val="6A6A6A"/>
          </a:solidFill>
          <a:ln w="6350">
            <a:solidFill>
              <a:srgbClr val="6A6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97614" y="2860547"/>
            <a:ext cx="266298" cy="161521"/>
          </a:xfrm>
          <a:custGeom>
            <a:avLst/>
            <a:gdLst/>
            <a:ahLst/>
            <a:cxnLst/>
            <a:rect l="l" t="t" r="r" b="b"/>
            <a:pathLst>
              <a:path w="266298" h="161521">
                <a:moveTo>
                  <a:pt x="42966" y="161521"/>
                </a:moveTo>
                <a:lnTo>
                  <a:pt x="0" y="58978"/>
                </a:lnTo>
                <a:lnTo>
                  <a:pt x="223331" y="0"/>
                </a:lnTo>
                <a:lnTo>
                  <a:pt x="266298" y="102544"/>
                </a:lnTo>
                <a:close/>
              </a:path>
            </a:pathLst>
          </a:custGeom>
          <a:solidFill>
            <a:srgbClr val="797979"/>
          </a:solidFill>
          <a:ln w="6350">
            <a:solidFill>
              <a:srgbClr val="7979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46164" y="2770460"/>
            <a:ext cx="274781" cy="149065"/>
          </a:xfrm>
          <a:custGeom>
            <a:avLst/>
            <a:gdLst/>
            <a:ahLst/>
            <a:cxnLst/>
            <a:rect l="l" t="t" r="r" b="b"/>
            <a:pathLst>
              <a:path w="274781" h="149065">
                <a:moveTo>
                  <a:pt x="51450" y="149065"/>
                </a:moveTo>
                <a:lnTo>
                  <a:pt x="0" y="58978"/>
                </a:lnTo>
                <a:lnTo>
                  <a:pt x="223331" y="0"/>
                </a:lnTo>
                <a:lnTo>
                  <a:pt x="274781" y="90087"/>
                </a:lnTo>
                <a:close/>
              </a:path>
            </a:pathLst>
          </a:custGeom>
          <a:solidFill>
            <a:srgbClr val="858585"/>
          </a:solidFill>
          <a:ln w="6350">
            <a:solidFill>
              <a:srgbClr val="8585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8811" y="2697346"/>
            <a:ext cx="280685" cy="132091"/>
          </a:xfrm>
          <a:custGeom>
            <a:avLst/>
            <a:gdLst/>
            <a:ahLst/>
            <a:cxnLst/>
            <a:rect l="l" t="t" r="r" b="b"/>
            <a:pathLst>
              <a:path w="280685" h="132091">
                <a:moveTo>
                  <a:pt x="57354" y="132091"/>
                </a:moveTo>
                <a:lnTo>
                  <a:pt x="0" y="58978"/>
                </a:lnTo>
                <a:lnTo>
                  <a:pt x="223331" y="0"/>
                </a:lnTo>
                <a:lnTo>
                  <a:pt x="280685" y="73114"/>
                </a:lnTo>
                <a:close/>
              </a:path>
            </a:pathLst>
          </a:custGeom>
          <a:solidFill>
            <a:srgbClr val="8E8E8E"/>
          </a:solidFill>
          <a:ln w="6350">
            <a:solidFill>
              <a:srgbClr val="8E8E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8429" y="2644872"/>
            <a:ext cx="283713" cy="111451"/>
          </a:xfrm>
          <a:custGeom>
            <a:avLst/>
            <a:gdLst/>
            <a:ahLst/>
            <a:cxnLst/>
            <a:rect l="l" t="t" r="r" b="b"/>
            <a:pathLst>
              <a:path w="283713" h="111451">
                <a:moveTo>
                  <a:pt x="60382" y="111451"/>
                </a:moveTo>
                <a:lnTo>
                  <a:pt x="0" y="58978"/>
                </a:lnTo>
                <a:lnTo>
                  <a:pt x="223331" y="0"/>
                </a:lnTo>
                <a:lnTo>
                  <a:pt x="283713" y="52474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8047" y="2615670"/>
            <a:ext cx="283713" cy="88180"/>
          </a:xfrm>
          <a:custGeom>
            <a:avLst/>
            <a:gdLst/>
            <a:ahLst/>
            <a:cxnLst/>
            <a:rect l="l" t="t" r="r" b="b"/>
            <a:pathLst>
              <a:path w="283713" h="88180">
                <a:moveTo>
                  <a:pt x="60382" y="88180"/>
                </a:moveTo>
                <a:lnTo>
                  <a:pt x="0" y="58978"/>
                </a:lnTo>
                <a:lnTo>
                  <a:pt x="223331" y="0"/>
                </a:lnTo>
                <a:lnTo>
                  <a:pt x="283713" y="29202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0693" y="2611203"/>
            <a:ext cx="280685" cy="63444"/>
          </a:xfrm>
          <a:custGeom>
            <a:avLst/>
            <a:gdLst/>
            <a:ahLst/>
            <a:cxnLst/>
            <a:rect l="l" t="t" r="r" b="b"/>
            <a:pathLst>
              <a:path w="280685" h="63444">
                <a:moveTo>
                  <a:pt x="57354" y="63444"/>
                </a:moveTo>
                <a:lnTo>
                  <a:pt x="0" y="58978"/>
                </a:lnTo>
                <a:lnTo>
                  <a:pt x="223331" y="0"/>
                </a:lnTo>
                <a:lnTo>
                  <a:pt x="280685" y="4467"/>
                </a:lnTo>
                <a:close/>
              </a:path>
            </a:pathLst>
          </a:custGeom>
          <a:solidFill>
            <a:srgbClr val="929292"/>
          </a:solidFill>
          <a:ln w="6350">
            <a:solidFill>
              <a:srgbClr val="9292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6164" y="3586224"/>
            <a:ext cx="274781" cy="79470"/>
          </a:xfrm>
          <a:custGeom>
            <a:avLst/>
            <a:gdLst/>
            <a:ahLst/>
            <a:cxnLst/>
            <a:rect l="l" t="t" r="r" b="b"/>
            <a:pathLst>
              <a:path w="274781" h="79470">
                <a:moveTo>
                  <a:pt x="0" y="79470"/>
                </a:moveTo>
                <a:lnTo>
                  <a:pt x="51450" y="58978"/>
                </a:lnTo>
                <a:lnTo>
                  <a:pt x="274781" y="0"/>
                </a:lnTo>
                <a:lnTo>
                  <a:pt x="223331" y="20493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97614" y="3541799"/>
            <a:ext cx="266298" cy="103402"/>
          </a:xfrm>
          <a:custGeom>
            <a:avLst/>
            <a:gdLst/>
            <a:ahLst/>
            <a:cxnLst/>
            <a:rect l="l" t="t" r="r" b="b"/>
            <a:pathLst>
              <a:path w="266298" h="103402">
                <a:moveTo>
                  <a:pt x="0" y="103402"/>
                </a:moveTo>
                <a:lnTo>
                  <a:pt x="42966" y="58978"/>
                </a:lnTo>
                <a:lnTo>
                  <a:pt x="266298" y="0"/>
                </a:lnTo>
                <a:lnTo>
                  <a:pt x="223331" y="44425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40581" y="3475670"/>
            <a:ext cx="255659" cy="125107"/>
          </a:xfrm>
          <a:custGeom>
            <a:avLst/>
            <a:gdLst/>
            <a:ahLst/>
            <a:cxnLst/>
            <a:rect l="l" t="t" r="r" b="b"/>
            <a:pathLst>
              <a:path w="255659" h="125107">
                <a:moveTo>
                  <a:pt x="0" y="125107"/>
                </a:moveTo>
                <a:lnTo>
                  <a:pt x="32328" y="58978"/>
                </a:lnTo>
                <a:lnTo>
                  <a:pt x="255659" y="0"/>
                </a:lnTo>
                <a:lnTo>
                  <a:pt x="223331" y="66129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2909" y="3391152"/>
            <a:ext cx="243400" cy="143495"/>
          </a:xfrm>
          <a:custGeom>
            <a:avLst/>
            <a:gdLst/>
            <a:ahLst/>
            <a:cxnLst/>
            <a:rect l="l" t="t" r="r" b="b"/>
            <a:pathLst>
              <a:path w="243400" h="143495">
                <a:moveTo>
                  <a:pt x="0" y="143495"/>
                </a:moveTo>
                <a:lnTo>
                  <a:pt x="20069" y="58978"/>
                </a:lnTo>
                <a:lnTo>
                  <a:pt x="243400" y="0"/>
                </a:lnTo>
                <a:lnTo>
                  <a:pt x="223331" y="84518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2978" y="3292484"/>
            <a:ext cx="230134" cy="157645"/>
          </a:xfrm>
          <a:custGeom>
            <a:avLst/>
            <a:gdLst/>
            <a:ahLst/>
            <a:cxnLst/>
            <a:rect l="l" t="t" r="r" b="b"/>
            <a:pathLst>
              <a:path w="230134" h="157645">
                <a:moveTo>
                  <a:pt x="0" y="157645"/>
                </a:moveTo>
                <a:lnTo>
                  <a:pt x="6803" y="58978"/>
                </a:lnTo>
                <a:lnTo>
                  <a:pt x="230134" y="0"/>
                </a:lnTo>
                <a:lnTo>
                  <a:pt x="223331" y="98668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57076" y="2611203"/>
            <a:ext cx="766036" cy="1054491"/>
          </a:xfrm>
          <a:custGeom>
            <a:avLst/>
            <a:gdLst/>
            <a:ahLst/>
            <a:cxnLst/>
            <a:rect l="l" t="t" r="r" b="b"/>
            <a:pathLst>
              <a:path w="766036" h="1054491">
                <a:moveTo>
                  <a:pt x="0" y="373210"/>
                </a:moveTo>
                <a:lnTo>
                  <a:pt x="6803" y="274542"/>
                </a:lnTo>
                <a:lnTo>
                  <a:pt x="26872" y="190025"/>
                </a:lnTo>
                <a:lnTo>
                  <a:pt x="59201" y="123895"/>
                </a:lnTo>
                <a:lnTo>
                  <a:pt x="102167" y="79470"/>
                </a:lnTo>
                <a:lnTo>
                  <a:pt x="153617" y="58978"/>
                </a:lnTo>
                <a:lnTo>
                  <a:pt x="376948" y="0"/>
                </a:lnTo>
                <a:lnTo>
                  <a:pt x="434302" y="4467"/>
                </a:lnTo>
                <a:lnTo>
                  <a:pt x="494684" y="33669"/>
                </a:lnTo>
                <a:lnTo>
                  <a:pt x="555065" y="86143"/>
                </a:lnTo>
                <a:lnTo>
                  <a:pt x="612419" y="159256"/>
                </a:lnTo>
                <a:lnTo>
                  <a:pt x="663869" y="249344"/>
                </a:lnTo>
                <a:lnTo>
                  <a:pt x="706836" y="351888"/>
                </a:lnTo>
                <a:lnTo>
                  <a:pt x="739164" y="461746"/>
                </a:lnTo>
                <a:lnTo>
                  <a:pt x="759233" y="573410"/>
                </a:lnTo>
                <a:lnTo>
                  <a:pt x="766036" y="681281"/>
                </a:lnTo>
                <a:lnTo>
                  <a:pt x="759233" y="779948"/>
                </a:lnTo>
                <a:lnTo>
                  <a:pt x="739164" y="864466"/>
                </a:lnTo>
                <a:lnTo>
                  <a:pt x="706836" y="930595"/>
                </a:lnTo>
                <a:lnTo>
                  <a:pt x="663869" y="975020"/>
                </a:lnTo>
                <a:lnTo>
                  <a:pt x="612419" y="995513"/>
                </a:lnTo>
                <a:lnTo>
                  <a:pt x="389088" y="1054491"/>
                </a:lnTo>
                <a:lnTo>
                  <a:pt x="331734" y="1050024"/>
                </a:lnTo>
                <a:lnTo>
                  <a:pt x="271353" y="1020822"/>
                </a:lnTo>
                <a:lnTo>
                  <a:pt x="210971" y="968348"/>
                </a:lnTo>
                <a:lnTo>
                  <a:pt x="153617" y="895234"/>
                </a:lnTo>
                <a:lnTo>
                  <a:pt x="102167" y="805147"/>
                </a:lnTo>
                <a:lnTo>
                  <a:pt x="59201" y="702603"/>
                </a:lnTo>
                <a:lnTo>
                  <a:pt x="26872" y="592745"/>
                </a:lnTo>
                <a:lnTo>
                  <a:pt x="6803" y="481081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57076" y="2670181"/>
            <a:ext cx="542705" cy="995513"/>
          </a:xfrm>
          <a:custGeom>
            <a:avLst/>
            <a:gdLst/>
            <a:ahLst/>
            <a:cxnLst/>
            <a:rect l="l" t="t" r="r" b="b"/>
            <a:pathLst>
              <a:path w="542705" h="995513">
                <a:moveTo>
                  <a:pt x="542705" y="681281"/>
                </a:moveTo>
                <a:lnTo>
                  <a:pt x="535902" y="573410"/>
                </a:lnTo>
                <a:lnTo>
                  <a:pt x="515833" y="461746"/>
                </a:lnTo>
                <a:lnTo>
                  <a:pt x="483505" y="351888"/>
                </a:lnTo>
                <a:lnTo>
                  <a:pt x="440538" y="249344"/>
                </a:lnTo>
                <a:lnTo>
                  <a:pt x="389088" y="159256"/>
                </a:lnTo>
                <a:lnTo>
                  <a:pt x="331734" y="86143"/>
                </a:lnTo>
                <a:lnTo>
                  <a:pt x="271353" y="33669"/>
                </a:lnTo>
                <a:lnTo>
                  <a:pt x="210971" y="4467"/>
                </a:lnTo>
                <a:lnTo>
                  <a:pt x="153617" y="0"/>
                </a:lnTo>
                <a:lnTo>
                  <a:pt x="102167" y="20493"/>
                </a:lnTo>
                <a:lnTo>
                  <a:pt x="59201" y="64918"/>
                </a:lnTo>
                <a:lnTo>
                  <a:pt x="26872" y="131047"/>
                </a:lnTo>
                <a:lnTo>
                  <a:pt x="6803" y="215565"/>
                </a:lnTo>
                <a:lnTo>
                  <a:pt x="0" y="314233"/>
                </a:lnTo>
                <a:lnTo>
                  <a:pt x="6803" y="422103"/>
                </a:lnTo>
                <a:lnTo>
                  <a:pt x="26872" y="533767"/>
                </a:lnTo>
                <a:lnTo>
                  <a:pt x="59201" y="643626"/>
                </a:lnTo>
                <a:lnTo>
                  <a:pt x="102167" y="746169"/>
                </a:lnTo>
                <a:lnTo>
                  <a:pt x="153617" y="836257"/>
                </a:lnTo>
                <a:lnTo>
                  <a:pt x="210971" y="909371"/>
                </a:lnTo>
                <a:lnTo>
                  <a:pt x="271353" y="961844"/>
                </a:lnTo>
                <a:lnTo>
                  <a:pt x="331734" y="991046"/>
                </a:lnTo>
                <a:lnTo>
                  <a:pt x="389088" y="995513"/>
                </a:lnTo>
                <a:lnTo>
                  <a:pt x="440538" y="975020"/>
                </a:lnTo>
                <a:lnTo>
                  <a:pt x="483505" y="930595"/>
                </a:lnTo>
                <a:lnTo>
                  <a:pt x="515833" y="864466"/>
                </a:lnTo>
                <a:lnTo>
                  <a:pt x="535902" y="779948"/>
                </a:lnTo>
                <a:close/>
              </a:path>
            </a:pathLst>
          </a:custGeom>
          <a:solidFill>
            <a:srgbClr val="72727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16774" y="2779687"/>
            <a:ext cx="423310" cy="776500"/>
          </a:xfrm>
          <a:custGeom>
            <a:avLst/>
            <a:gdLst/>
            <a:ahLst/>
            <a:cxnLst/>
            <a:rect l="l" t="t" r="r" b="b"/>
            <a:pathLst>
              <a:path w="423310" h="776500">
                <a:moveTo>
                  <a:pt x="423310" y="531399"/>
                </a:moveTo>
                <a:lnTo>
                  <a:pt x="418003" y="447260"/>
                </a:lnTo>
                <a:lnTo>
                  <a:pt x="402350" y="360162"/>
                </a:lnTo>
                <a:lnTo>
                  <a:pt x="377134" y="274472"/>
                </a:lnTo>
                <a:lnTo>
                  <a:pt x="343620" y="194488"/>
                </a:lnTo>
                <a:lnTo>
                  <a:pt x="303489" y="124220"/>
                </a:lnTo>
                <a:lnTo>
                  <a:pt x="258753" y="67191"/>
                </a:lnTo>
                <a:lnTo>
                  <a:pt x="211655" y="26262"/>
                </a:lnTo>
                <a:lnTo>
                  <a:pt x="164557" y="3484"/>
                </a:lnTo>
                <a:lnTo>
                  <a:pt x="119821" y="0"/>
                </a:lnTo>
                <a:lnTo>
                  <a:pt x="79690" y="15984"/>
                </a:lnTo>
                <a:lnTo>
                  <a:pt x="46176" y="50636"/>
                </a:lnTo>
                <a:lnTo>
                  <a:pt x="20960" y="102217"/>
                </a:lnTo>
                <a:lnTo>
                  <a:pt x="5307" y="168140"/>
                </a:lnTo>
                <a:lnTo>
                  <a:pt x="0" y="245101"/>
                </a:lnTo>
                <a:lnTo>
                  <a:pt x="5307" y="329240"/>
                </a:lnTo>
                <a:lnTo>
                  <a:pt x="20960" y="416338"/>
                </a:lnTo>
                <a:lnTo>
                  <a:pt x="46176" y="502028"/>
                </a:lnTo>
                <a:lnTo>
                  <a:pt x="79690" y="582012"/>
                </a:lnTo>
                <a:lnTo>
                  <a:pt x="119821" y="652280"/>
                </a:lnTo>
                <a:lnTo>
                  <a:pt x="164557" y="709309"/>
                </a:lnTo>
                <a:lnTo>
                  <a:pt x="211655" y="750238"/>
                </a:lnTo>
                <a:lnTo>
                  <a:pt x="258753" y="773016"/>
                </a:lnTo>
                <a:lnTo>
                  <a:pt x="303489" y="776500"/>
                </a:lnTo>
                <a:lnTo>
                  <a:pt x="343620" y="760516"/>
                </a:lnTo>
                <a:lnTo>
                  <a:pt x="377134" y="725864"/>
                </a:lnTo>
                <a:lnTo>
                  <a:pt x="402350" y="674284"/>
                </a:lnTo>
                <a:lnTo>
                  <a:pt x="418003" y="608360"/>
                </a:lnTo>
                <a:close/>
              </a:path>
            </a:pathLst>
          </a:cu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92753" y="2919059"/>
            <a:ext cx="271353" cy="497757"/>
          </a:xfrm>
          <a:custGeom>
            <a:avLst/>
            <a:gdLst/>
            <a:ahLst/>
            <a:cxnLst/>
            <a:rect l="l" t="t" r="r" b="b"/>
            <a:pathLst>
              <a:path w="271353" h="497757">
                <a:moveTo>
                  <a:pt x="271353" y="340640"/>
                </a:moveTo>
                <a:lnTo>
                  <a:pt x="267951" y="286705"/>
                </a:lnTo>
                <a:lnTo>
                  <a:pt x="257916" y="230873"/>
                </a:lnTo>
                <a:lnTo>
                  <a:pt x="241752" y="175944"/>
                </a:lnTo>
                <a:lnTo>
                  <a:pt x="220269" y="124672"/>
                </a:lnTo>
                <a:lnTo>
                  <a:pt x="194544" y="79628"/>
                </a:lnTo>
                <a:lnTo>
                  <a:pt x="165867" y="43071"/>
                </a:lnTo>
                <a:lnTo>
                  <a:pt x="135676" y="16834"/>
                </a:lnTo>
                <a:lnTo>
                  <a:pt x="105485" y="2233"/>
                </a:lnTo>
                <a:lnTo>
                  <a:pt x="76809" y="0"/>
                </a:lnTo>
                <a:lnTo>
                  <a:pt x="51084" y="10246"/>
                </a:lnTo>
                <a:lnTo>
                  <a:pt x="29600" y="32459"/>
                </a:lnTo>
                <a:lnTo>
                  <a:pt x="13436" y="65524"/>
                </a:lnTo>
                <a:lnTo>
                  <a:pt x="3402" y="107782"/>
                </a:lnTo>
                <a:lnTo>
                  <a:pt x="0" y="157116"/>
                </a:lnTo>
                <a:lnTo>
                  <a:pt x="3402" y="211052"/>
                </a:lnTo>
                <a:lnTo>
                  <a:pt x="13436" y="266884"/>
                </a:lnTo>
                <a:lnTo>
                  <a:pt x="29600" y="321813"/>
                </a:lnTo>
                <a:lnTo>
                  <a:pt x="51084" y="373085"/>
                </a:lnTo>
                <a:lnTo>
                  <a:pt x="76809" y="418128"/>
                </a:lnTo>
                <a:lnTo>
                  <a:pt x="105485" y="454685"/>
                </a:lnTo>
                <a:lnTo>
                  <a:pt x="135676" y="480922"/>
                </a:lnTo>
                <a:lnTo>
                  <a:pt x="165867" y="495523"/>
                </a:lnTo>
                <a:lnTo>
                  <a:pt x="194544" y="497757"/>
                </a:lnTo>
                <a:lnTo>
                  <a:pt x="220269" y="487510"/>
                </a:lnTo>
                <a:lnTo>
                  <a:pt x="241752" y="465298"/>
                </a:lnTo>
                <a:lnTo>
                  <a:pt x="257916" y="432233"/>
                </a:lnTo>
                <a:lnTo>
                  <a:pt x="267951" y="389974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260216" y="2858835"/>
            <a:ext cx="141895" cy="241730"/>
          </a:xfrm>
          <a:custGeom>
            <a:avLst/>
            <a:gdLst/>
            <a:ahLst/>
            <a:cxnLst/>
            <a:rect l="l" t="t" r="r" b="b"/>
            <a:pathLst>
              <a:path w="141895" h="241730">
                <a:moveTo>
                  <a:pt x="141895" y="7111"/>
                </a:moveTo>
                <a:lnTo>
                  <a:pt x="113440" y="0"/>
                </a:lnTo>
                <a:lnTo>
                  <a:pt x="86649" y="2281"/>
                </a:lnTo>
                <a:lnTo>
                  <a:pt x="62337" y="13884"/>
                </a:lnTo>
                <a:lnTo>
                  <a:pt x="41242" y="34458"/>
                </a:lnTo>
                <a:lnTo>
                  <a:pt x="24004" y="63376"/>
                </a:lnTo>
                <a:lnTo>
                  <a:pt x="11149" y="99761"/>
                </a:lnTo>
                <a:lnTo>
                  <a:pt x="3065" y="142506"/>
                </a:lnTo>
                <a:lnTo>
                  <a:pt x="0" y="190314"/>
                </a:lnTo>
                <a:lnTo>
                  <a:pt x="2046" y="241730"/>
                </a:lnTo>
                <a:close/>
              </a:path>
            </a:pathLst>
          </a:cu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2233338" y="3232783"/>
            <a:ext cx="427679" cy="203862"/>
          </a:xfrm>
          <a:custGeom>
            <a:avLst/>
            <a:gdLst/>
            <a:ahLst/>
            <a:cxnLst/>
            <a:rect l="l" t="t" r="r" b="b"/>
            <a:pathLst>
              <a:path w="427679" h="203862">
                <a:moveTo>
                  <a:pt x="5831" y="203862"/>
                </a:moveTo>
                <a:lnTo>
                  <a:pt x="0" y="111402"/>
                </a:lnTo>
                <a:lnTo>
                  <a:pt x="421848" y="0"/>
                </a:lnTo>
                <a:lnTo>
                  <a:pt x="427679" y="92460"/>
                </a:lnTo>
                <a:close/>
              </a:path>
            </a:pathLst>
          </a:custGeom>
          <a:solidFill>
            <a:srgbClr val="676767"/>
          </a:solidFill>
          <a:ln w="6350">
            <a:solidFill>
              <a:srgbClr val="6767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16136" y="3137071"/>
            <a:ext cx="439050" cy="207114"/>
          </a:xfrm>
          <a:custGeom>
            <a:avLst/>
            <a:gdLst/>
            <a:ahLst/>
            <a:cxnLst/>
            <a:rect l="l" t="t" r="r" b="b"/>
            <a:pathLst>
              <a:path w="439050" h="207114">
                <a:moveTo>
                  <a:pt x="17202" y="207114"/>
                </a:moveTo>
                <a:lnTo>
                  <a:pt x="0" y="111402"/>
                </a:lnTo>
                <a:lnTo>
                  <a:pt x="421848" y="0"/>
                </a:lnTo>
                <a:lnTo>
                  <a:pt x="439050" y="95712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88426" y="3042907"/>
            <a:ext cx="449558" cy="205566"/>
          </a:xfrm>
          <a:custGeom>
            <a:avLst/>
            <a:gdLst/>
            <a:ahLst/>
            <a:cxnLst/>
            <a:rect l="l" t="t" r="r" b="b"/>
            <a:pathLst>
              <a:path w="449558" h="205566">
                <a:moveTo>
                  <a:pt x="27710" y="205566"/>
                </a:moveTo>
                <a:lnTo>
                  <a:pt x="0" y="111402"/>
                </a:lnTo>
                <a:lnTo>
                  <a:pt x="421848" y="0"/>
                </a:lnTo>
                <a:lnTo>
                  <a:pt x="449558" y="94164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51597" y="2955012"/>
            <a:ext cx="458676" cy="199297"/>
          </a:xfrm>
          <a:custGeom>
            <a:avLst/>
            <a:gdLst/>
            <a:ahLst/>
            <a:cxnLst/>
            <a:rect l="l" t="t" r="r" b="b"/>
            <a:pathLst>
              <a:path w="458676" h="199297">
                <a:moveTo>
                  <a:pt x="36828" y="199297"/>
                </a:moveTo>
                <a:lnTo>
                  <a:pt x="0" y="111402"/>
                </a:lnTo>
                <a:lnTo>
                  <a:pt x="421848" y="0"/>
                </a:lnTo>
                <a:lnTo>
                  <a:pt x="458676" y="87895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7497" y="2877794"/>
            <a:ext cx="465948" cy="188620"/>
          </a:xfrm>
          <a:custGeom>
            <a:avLst/>
            <a:gdLst/>
            <a:ahLst/>
            <a:cxnLst/>
            <a:rect l="l" t="t" r="r" b="b"/>
            <a:pathLst>
              <a:path w="465948" h="188620">
                <a:moveTo>
                  <a:pt x="44100" y="188620"/>
                </a:moveTo>
                <a:lnTo>
                  <a:pt x="0" y="111402"/>
                </a:lnTo>
                <a:lnTo>
                  <a:pt x="421848" y="0"/>
                </a:lnTo>
                <a:lnTo>
                  <a:pt x="465948" y="77218"/>
                </a:lnTo>
                <a:close/>
              </a:path>
            </a:pathLst>
          </a:custGeom>
          <a:solidFill>
            <a:srgbClr val="AEAEAE"/>
          </a:solidFill>
          <a:ln w="6350">
            <a:solidFill>
              <a:srgbClr val="AEAE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8337" y="2815126"/>
            <a:ext cx="471008" cy="174071"/>
          </a:xfrm>
          <a:custGeom>
            <a:avLst/>
            <a:gdLst/>
            <a:ahLst/>
            <a:cxnLst/>
            <a:rect l="l" t="t" r="r" b="b"/>
            <a:pathLst>
              <a:path w="471008" h="174071">
                <a:moveTo>
                  <a:pt x="49160" y="174071"/>
                </a:moveTo>
                <a:lnTo>
                  <a:pt x="0" y="111402"/>
                </a:lnTo>
                <a:lnTo>
                  <a:pt x="421848" y="0"/>
                </a:lnTo>
                <a:lnTo>
                  <a:pt x="471008" y="62669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6581" y="2770148"/>
            <a:ext cx="473603" cy="156379"/>
          </a:xfrm>
          <a:custGeom>
            <a:avLst/>
            <a:gdLst/>
            <a:ahLst/>
            <a:cxnLst/>
            <a:rect l="l" t="t" r="r" b="b"/>
            <a:pathLst>
              <a:path w="473603" h="156379">
                <a:moveTo>
                  <a:pt x="51756" y="156379"/>
                </a:moveTo>
                <a:lnTo>
                  <a:pt x="0" y="111402"/>
                </a:lnTo>
                <a:lnTo>
                  <a:pt x="421848" y="0"/>
                </a:lnTo>
                <a:lnTo>
                  <a:pt x="473603" y="44977"/>
                </a:lnTo>
                <a:close/>
              </a:path>
            </a:pathLst>
          </a:custGeom>
          <a:solidFill>
            <a:srgbClr val="BEBEBE"/>
          </a:solidFill>
          <a:ln w="6350">
            <a:solidFill>
              <a:srgbClr val="BEBE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54826" y="2745118"/>
            <a:ext cx="473603" cy="136433"/>
          </a:xfrm>
          <a:custGeom>
            <a:avLst/>
            <a:gdLst/>
            <a:ahLst/>
            <a:cxnLst/>
            <a:rect l="l" t="t" r="r" b="b"/>
            <a:pathLst>
              <a:path w="473603" h="136433">
                <a:moveTo>
                  <a:pt x="51756" y="136433"/>
                </a:moveTo>
                <a:lnTo>
                  <a:pt x="0" y="111402"/>
                </a:lnTo>
                <a:lnTo>
                  <a:pt x="421848" y="0"/>
                </a:lnTo>
                <a:lnTo>
                  <a:pt x="473603" y="25031"/>
                </a:lnTo>
                <a:close/>
              </a:path>
            </a:pathLst>
          </a:custGeom>
          <a:solidFill>
            <a:srgbClr val="BFBFB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665" y="2741289"/>
            <a:ext cx="471008" cy="115231"/>
          </a:xfrm>
          <a:custGeom>
            <a:avLst/>
            <a:gdLst/>
            <a:ahLst/>
            <a:cxnLst/>
            <a:rect l="l" t="t" r="r" b="b"/>
            <a:pathLst>
              <a:path w="471008" h="115231">
                <a:moveTo>
                  <a:pt x="49160" y="115231"/>
                </a:moveTo>
                <a:lnTo>
                  <a:pt x="0" y="111402"/>
                </a:lnTo>
                <a:lnTo>
                  <a:pt x="421848" y="0"/>
                </a:lnTo>
                <a:lnTo>
                  <a:pt x="471008" y="3829"/>
                </a:lnTo>
                <a:close/>
              </a:path>
            </a:pathLst>
          </a:custGeom>
          <a:solidFill>
            <a:srgbClr val="BCBCBC"/>
          </a:solidFill>
          <a:ln w="6350">
            <a:solidFill>
              <a:srgbClr val="BCBC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7497" y="3577021"/>
            <a:ext cx="465948" cy="128967"/>
          </a:xfrm>
          <a:custGeom>
            <a:avLst/>
            <a:gdLst/>
            <a:ahLst/>
            <a:cxnLst/>
            <a:rect l="l" t="t" r="r" b="b"/>
            <a:pathLst>
              <a:path w="465948" h="128967">
                <a:moveTo>
                  <a:pt x="0" y="128967"/>
                </a:moveTo>
                <a:lnTo>
                  <a:pt x="44100" y="111402"/>
                </a:lnTo>
                <a:lnTo>
                  <a:pt x="465948" y="0"/>
                </a:lnTo>
                <a:lnTo>
                  <a:pt x="421848" y="17565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51597" y="3538942"/>
            <a:ext cx="458676" cy="149481"/>
          </a:xfrm>
          <a:custGeom>
            <a:avLst/>
            <a:gdLst/>
            <a:ahLst/>
            <a:cxnLst/>
            <a:rect l="l" t="t" r="r" b="b"/>
            <a:pathLst>
              <a:path w="458676" h="149481">
                <a:moveTo>
                  <a:pt x="0" y="149481"/>
                </a:moveTo>
                <a:lnTo>
                  <a:pt x="36828" y="111402"/>
                </a:lnTo>
                <a:lnTo>
                  <a:pt x="458676" y="0"/>
                </a:lnTo>
                <a:lnTo>
                  <a:pt x="421848" y="38078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88426" y="3482260"/>
            <a:ext cx="449558" cy="168084"/>
          </a:xfrm>
          <a:custGeom>
            <a:avLst/>
            <a:gdLst/>
            <a:ahLst/>
            <a:cxnLst/>
            <a:rect l="l" t="t" r="r" b="b"/>
            <a:pathLst>
              <a:path w="449558" h="168084">
                <a:moveTo>
                  <a:pt x="0" y="168084"/>
                </a:moveTo>
                <a:lnTo>
                  <a:pt x="27710" y="111402"/>
                </a:lnTo>
                <a:lnTo>
                  <a:pt x="449558" y="0"/>
                </a:lnTo>
                <a:lnTo>
                  <a:pt x="421848" y="56682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16136" y="3409816"/>
            <a:ext cx="439050" cy="183846"/>
          </a:xfrm>
          <a:custGeom>
            <a:avLst/>
            <a:gdLst/>
            <a:ahLst/>
            <a:cxnLst/>
            <a:rect l="l" t="t" r="r" b="b"/>
            <a:pathLst>
              <a:path w="439050" h="183846">
                <a:moveTo>
                  <a:pt x="0" y="183846"/>
                </a:moveTo>
                <a:lnTo>
                  <a:pt x="17202" y="111402"/>
                </a:lnTo>
                <a:lnTo>
                  <a:pt x="439050" y="0"/>
                </a:lnTo>
                <a:lnTo>
                  <a:pt x="421848" y="72444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33338" y="3325244"/>
            <a:ext cx="427679" cy="195974"/>
          </a:xfrm>
          <a:custGeom>
            <a:avLst/>
            <a:gdLst/>
            <a:ahLst/>
            <a:cxnLst/>
            <a:rect l="l" t="t" r="r" b="b"/>
            <a:pathLst>
              <a:path w="427679" h="195974">
                <a:moveTo>
                  <a:pt x="0" y="195974"/>
                </a:moveTo>
                <a:lnTo>
                  <a:pt x="5831" y="111402"/>
                </a:lnTo>
                <a:lnTo>
                  <a:pt x="427679" y="0"/>
                </a:lnTo>
                <a:lnTo>
                  <a:pt x="421848" y="84572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73993" y="2741289"/>
            <a:ext cx="887023" cy="964699"/>
          </a:xfrm>
          <a:custGeom>
            <a:avLst/>
            <a:gdLst/>
            <a:ahLst/>
            <a:cxnLst/>
            <a:rect l="l" t="t" r="r" b="b"/>
            <a:pathLst>
              <a:path w="887023" h="964699">
                <a:moveTo>
                  <a:pt x="0" y="380744"/>
                </a:moveTo>
                <a:lnTo>
                  <a:pt x="5831" y="296172"/>
                </a:lnTo>
                <a:lnTo>
                  <a:pt x="23033" y="223728"/>
                </a:lnTo>
                <a:lnTo>
                  <a:pt x="50743" y="167046"/>
                </a:lnTo>
                <a:lnTo>
                  <a:pt x="87572" y="128967"/>
                </a:lnTo>
                <a:lnTo>
                  <a:pt x="131672" y="111402"/>
                </a:lnTo>
                <a:lnTo>
                  <a:pt x="553519" y="0"/>
                </a:lnTo>
                <a:lnTo>
                  <a:pt x="602680" y="3829"/>
                </a:lnTo>
                <a:lnTo>
                  <a:pt x="654436" y="28859"/>
                </a:lnTo>
                <a:lnTo>
                  <a:pt x="706191" y="73836"/>
                </a:lnTo>
                <a:lnTo>
                  <a:pt x="755352" y="136505"/>
                </a:lnTo>
                <a:lnTo>
                  <a:pt x="799452" y="213723"/>
                </a:lnTo>
                <a:lnTo>
                  <a:pt x="836280" y="301618"/>
                </a:lnTo>
                <a:lnTo>
                  <a:pt x="863990" y="395782"/>
                </a:lnTo>
                <a:lnTo>
                  <a:pt x="881192" y="491494"/>
                </a:lnTo>
                <a:lnTo>
                  <a:pt x="887023" y="583955"/>
                </a:lnTo>
                <a:lnTo>
                  <a:pt x="881192" y="668527"/>
                </a:lnTo>
                <a:lnTo>
                  <a:pt x="863990" y="740971"/>
                </a:lnTo>
                <a:lnTo>
                  <a:pt x="836280" y="797653"/>
                </a:lnTo>
                <a:lnTo>
                  <a:pt x="799452" y="835732"/>
                </a:lnTo>
                <a:lnTo>
                  <a:pt x="755352" y="853297"/>
                </a:lnTo>
                <a:lnTo>
                  <a:pt x="333504" y="964699"/>
                </a:lnTo>
                <a:lnTo>
                  <a:pt x="284344" y="960870"/>
                </a:lnTo>
                <a:lnTo>
                  <a:pt x="232588" y="935840"/>
                </a:lnTo>
                <a:lnTo>
                  <a:pt x="180832" y="890863"/>
                </a:lnTo>
                <a:lnTo>
                  <a:pt x="131672" y="828194"/>
                </a:lnTo>
                <a:lnTo>
                  <a:pt x="87572" y="750976"/>
                </a:lnTo>
                <a:lnTo>
                  <a:pt x="50743" y="663081"/>
                </a:lnTo>
                <a:lnTo>
                  <a:pt x="23033" y="568917"/>
                </a:lnTo>
                <a:lnTo>
                  <a:pt x="5831" y="473205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73993" y="2852691"/>
            <a:ext cx="465176" cy="853297"/>
          </a:xfrm>
          <a:custGeom>
            <a:avLst/>
            <a:gdLst/>
            <a:ahLst/>
            <a:cxnLst/>
            <a:rect l="l" t="t" r="r" b="b"/>
            <a:pathLst>
              <a:path w="465176" h="853297">
                <a:moveTo>
                  <a:pt x="465176" y="583955"/>
                </a:moveTo>
                <a:lnTo>
                  <a:pt x="459344" y="491494"/>
                </a:lnTo>
                <a:lnTo>
                  <a:pt x="442142" y="395782"/>
                </a:lnTo>
                <a:lnTo>
                  <a:pt x="414432" y="301618"/>
                </a:lnTo>
                <a:lnTo>
                  <a:pt x="377604" y="213723"/>
                </a:lnTo>
                <a:lnTo>
                  <a:pt x="333504" y="136505"/>
                </a:lnTo>
                <a:lnTo>
                  <a:pt x="284344" y="73836"/>
                </a:lnTo>
                <a:lnTo>
                  <a:pt x="232588" y="28859"/>
                </a:lnTo>
                <a:lnTo>
                  <a:pt x="180832" y="3829"/>
                </a:lnTo>
                <a:lnTo>
                  <a:pt x="131672" y="0"/>
                </a:lnTo>
                <a:lnTo>
                  <a:pt x="87572" y="17565"/>
                </a:lnTo>
                <a:lnTo>
                  <a:pt x="50743" y="55644"/>
                </a:lnTo>
                <a:lnTo>
                  <a:pt x="23033" y="112326"/>
                </a:lnTo>
                <a:lnTo>
                  <a:pt x="5831" y="184770"/>
                </a:lnTo>
                <a:lnTo>
                  <a:pt x="0" y="269342"/>
                </a:lnTo>
                <a:lnTo>
                  <a:pt x="5831" y="361803"/>
                </a:lnTo>
                <a:lnTo>
                  <a:pt x="23033" y="457515"/>
                </a:lnTo>
                <a:lnTo>
                  <a:pt x="50743" y="551679"/>
                </a:lnTo>
                <a:lnTo>
                  <a:pt x="87572" y="639574"/>
                </a:lnTo>
                <a:lnTo>
                  <a:pt x="131672" y="716792"/>
                </a:lnTo>
                <a:lnTo>
                  <a:pt x="180832" y="779460"/>
                </a:lnTo>
                <a:lnTo>
                  <a:pt x="232588" y="824438"/>
                </a:lnTo>
                <a:lnTo>
                  <a:pt x="284344" y="849468"/>
                </a:lnTo>
                <a:lnTo>
                  <a:pt x="333504" y="853297"/>
                </a:lnTo>
                <a:lnTo>
                  <a:pt x="377604" y="835732"/>
                </a:lnTo>
                <a:lnTo>
                  <a:pt x="414432" y="797653"/>
                </a:lnTo>
                <a:lnTo>
                  <a:pt x="442142" y="740971"/>
                </a:lnTo>
                <a:lnTo>
                  <a:pt x="459344" y="668527"/>
                </a:lnTo>
                <a:close/>
              </a:path>
            </a:pathLst>
          </a:custGeom>
          <a:solidFill>
            <a:srgbClr val="979797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833" y="2607033"/>
            <a:ext cx="961363" cy="1764010"/>
          </a:xfrm>
          <a:custGeom>
            <a:avLst/>
            <a:gdLst/>
            <a:ahLst/>
            <a:cxnLst/>
            <a:rect l="l" t="t" r="r" b="b"/>
            <a:pathLst>
              <a:path w="961363" h="1764010">
                <a:moveTo>
                  <a:pt x="0" y="1113810"/>
                </a:moveTo>
                <a:lnTo>
                  <a:pt x="961363" y="1764010"/>
                </a:lnTo>
                <a:lnTo>
                  <a:pt x="961363" y="650199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93197" y="3047534"/>
            <a:ext cx="794066" cy="1323508"/>
          </a:xfrm>
          <a:custGeom>
            <a:avLst/>
            <a:gdLst/>
            <a:ahLst/>
            <a:cxnLst/>
            <a:rect l="l" t="t" r="r" b="b"/>
            <a:pathLst>
              <a:path w="794066" h="1323508">
                <a:moveTo>
                  <a:pt x="0" y="1323508"/>
                </a:moveTo>
                <a:lnTo>
                  <a:pt x="794066" y="1113810"/>
                </a:lnTo>
                <a:lnTo>
                  <a:pt x="794066" y="0"/>
                </a:lnTo>
                <a:lnTo>
                  <a:pt x="0" y="209698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833" y="2397335"/>
            <a:ext cx="1755430" cy="859897"/>
          </a:xfrm>
          <a:custGeom>
            <a:avLst/>
            <a:gdLst/>
            <a:ahLst/>
            <a:cxnLst/>
            <a:rect l="l" t="t" r="r" b="b"/>
            <a:pathLst>
              <a:path w="1755430" h="859897">
                <a:moveTo>
                  <a:pt x="0" y="209698"/>
                </a:moveTo>
                <a:lnTo>
                  <a:pt x="961363" y="859897"/>
                </a:lnTo>
                <a:lnTo>
                  <a:pt x="1755430" y="650199"/>
                </a:lnTo>
                <a:lnTo>
                  <a:pt x="794066" y="0"/>
                </a:lnTo>
                <a:close/>
              </a:path>
            </a:pathLst>
          </a:custGeom>
          <a:solidFill>
            <a:srgbClr val="A7A7A7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5459" y="2456497"/>
            <a:ext cx="434164" cy="505793"/>
          </a:xfrm>
          <a:custGeom>
            <a:avLst/>
            <a:gdLst/>
            <a:ahLst/>
            <a:cxnLst/>
            <a:rect l="l" t="t" r="r" b="b"/>
            <a:pathLst>
              <a:path w="434164" h="505793">
                <a:moveTo>
                  <a:pt x="0" y="212154"/>
                </a:moveTo>
                <a:lnTo>
                  <a:pt x="434164" y="505793"/>
                </a:lnTo>
                <a:lnTo>
                  <a:pt x="434164" y="293638"/>
                </a:lnTo>
                <a:lnTo>
                  <a:pt x="0" y="0"/>
                </a:lnTo>
                <a:close/>
              </a:path>
            </a:pathLst>
          </a:custGeom>
          <a:solidFill>
            <a:srgbClr val="82828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9623" y="2605968"/>
            <a:ext cx="545920" cy="356322"/>
          </a:xfrm>
          <a:custGeom>
            <a:avLst/>
            <a:gdLst/>
            <a:ahLst/>
            <a:cxnLst/>
            <a:rect l="l" t="t" r="r" b="b"/>
            <a:pathLst>
              <a:path w="545920" h="356322">
                <a:moveTo>
                  <a:pt x="0" y="356322"/>
                </a:moveTo>
                <a:lnTo>
                  <a:pt x="545920" y="212154"/>
                </a:lnTo>
                <a:lnTo>
                  <a:pt x="545920" y="0"/>
                </a:lnTo>
                <a:lnTo>
                  <a:pt x="0" y="144167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5459" y="2312329"/>
            <a:ext cx="980085" cy="437806"/>
          </a:xfrm>
          <a:custGeom>
            <a:avLst/>
            <a:gdLst/>
            <a:ahLst/>
            <a:cxnLst/>
            <a:rect l="l" t="t" r="r" b="b"/>
            <a:pathLst>
              <a:path w="980085" h="437806">
                <a:moveTo>
                  <a:pt x="0" y="144167"/>
                </a:moveTo>
                <a:lnTo>
                  <a:pt x="434164" y="437806"/>
                </a:lnTo>
                <a:lnTo>
                  <a:pt x="980085" y="293638"/>
                </a:lnTo>
                <a:lnTo>
                  <a:pt x="545920" y="0"/>
                </a:lnTo>
                <a:close/>
              </a:path>
            </a:pathLst>
          </a:custGeom>
          <a:solidFill>
            <a:srgbClr val="A7A7A7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63886" y="2897697"/>
            <a:ext cx="23098" cy="166861"/>
          </a:xfrm>
          <a:custGeom>
            <a:avLst/>
            <a:gdLst/>
            <a:ahLst/>
            <a:cxnLst/>
            <a:rect l="l" t="t" r="r" b="b"/>
            <a:pathLst>
              <a:path w="23098" h="166861">
                <a:moveTo>
                  <a:pt x="0" y="166861"/>
                </a:moveTo>
                <a:lnTo>
                  <a:pt x="23098" y="159116"/>
                </a:lnTo>
                <a:lnTo>
                  <a:pt x="23098" y="0"/>
                </a:lnTo>
                <a:lnTo>
                  <a:pt x="0" y="7745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86984" y="2887974"/>
            <a:ext cx="18441" cy="168839"/>
          </a:xfrm>
          <a:custGeom>
            <a:avLst/>
            <a:gdLst/>
            <a:ahLst/>
            <a:cxnLst/>
            <a:rect l="l" t="t" r="r" b="b"/>
            <a:pathLst>
              <a:path w="18441" h="168839">
                <a:moveTo>
                  <a:pt x="0" y="168839"/>
                </a:moveTo>
                <a:lnTo>
                  <a:pt x="18441" y="159116"/>
                </a:lnTo>
                <a:lnTo>
                  <a:pt x="18441" y="0"/>
                </a:lnTo>
                <a:lnTo>
                  <a:pt x="0" y="9723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05425" y="2876760"/>
            <a:ext cx="12859" cy="170329"/>
          </a:xfrm>
          <a:custGeom>
            <a:avLst/>
            <a:gdLst/>
            <a:ahLst/>
            <a:cxnLst/>
            <a:rect l="l" t="t" r="r" b="b"/>
            <a:pathLst>
              <a:path w="12859" h="170329">
                <a:moveTo>
                  <a:pt x="0" y="170329"/>
                </a:moveTo>
                <a:lnTo>
                  <a:pt x="12859" y="159116"/>
                </a:lnTo>
                <a:lnTo>
                  <a:pt x="12859" y="0"/>
                </a:lnTo>
                <a:lnTo>
                  <a:pt x="0" y="11214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18285" y="2864619"/>
            <a:ext cx="6633" cy="171257"/>
          </a:xfrm>
          <a:custGeom>
            <a:avLst/>
            <a:gdLst/>
            <a:ahLst/>
            <a:cxnLst/>
            <a:rect l="l" t="t" r="r" b="b"/>
            <a:pathLst>
              <a:path w="6633" h="171257">
                <a:moveTo>
                  <a:pt x="0" y="171257"/>
                </a:moveTo>
                <a:lnTo>
                  <a:pt x="6633" y="159116"/>
                </a:lnTo>
                <a:lnTo>
                  <a:pt x="6633" y="0"/>
                </a:lnTo>
                <a:lnTo>
                  <a:pt x="0" y="12142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24918" y="2852158"/>
            <a:ext cx="74" cy="171577"/>
          </a:xfrm>
          <a:custGeom>
            <a:avLst/>
            <a:gdLst/>
            <a:ahLst/>
            <a:cxnLst/>
            <a:rect l="l" t="t" r="r" b="b"/>
            <a:pathLst>
              <a:path w="74" h="171577">
                <a:moveTo>
                  <a:pt x="0" y="171577"/>
                </a:moveTo>
                <a:lnTo>
                  <a:pt x="74" y="159116"/>
                </a:lnTo>
                <a:lnTo>
                  <a:pt x="74" y="0"/>
                </a:lnTo>
                <a:lnTo>
                  <a:pt x="0" y="12461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63227" y="2864343"/>
            <a:ext cx="6489" cy="171271"/>
          </a:xfrm>
          <a:custGeom>
            <a:avLst/>
            <a:gdLst/>
            <a:ahLst/>
            <a:cxnLst/>
            <a:rect l="l" t="t" r="r" b="b"/>
            <a:pathLst>
              <a:path w="6489" h="171271">
                <a:moveTo>
                  <a:pt x="0" y="159116"/>
                </a:moveTo>
                <a:lnTo>
                  <a:pt x="6489" y="171271"/>
                </a:lnTo>
                <a:lnTo>
                  <a:pt x="6489" y="12156"/>
                </a:lnTo>
                <a:lnTo>
                  <a:pt x="0" y="0"/>
                </a:lnTo>
                <a:close/>
              </a:path>
            </a:pathLst>
          </a:custGeom>
          <a:solidFill>
            <a:srgbClr val="BABABA"/>
          </a:solidFill>
          <a:ln w="6350">
            <a:solidFill>
              <a:srgbClr val="BABAB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69717" y="2876499"/>
            <a:ext cx="12727" cy="170356"/>
          </a:xfrm>
          <a:custGeom>
            <a:avLst/>
            <a:gdLst/>
            <a:ahLst/>
            <a:cxnLst/>
            <a:rect l="l" t="t" r="r" b="b"/>
            <a:pathLst>
              <a:path w="12727" h="170356">
                <a:moveTo>
                  <a:pt x="0" y="159116"/>
                </a:moveTo>
                <a:lnTo>
                  <a:pt x="12727" y="170356"/>
                </a:lnTo>
                <a:lnTo>
                  <a:pt x="12727" y="11241"/>
                </a:lnTo>
                <a:lnTo>
                  <a:pt x="0" y="0"/>
                </a:lnTo>
                <a:close/>
              </a:path>
            </a:pathLst>
          </a:custGeom>
          <a:solidFill>
            <a:srgbClr val="BBBBBB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82444" y="2887739"/>
            <a:ext cx="18326" cy="168878"/>
          </a:xfrm>
          <a:custGeom>
            <a:avLst/>
            <a:gdLst/>
            <a:ahLst/>
            <a:cxnLst/>
            <a:rect l="l" t="t" r="r" b="b"/>
            <a:pathLst>
              <a:path w="18326" h="168878">
                <a:moveTo>
                  <a:pt x="0" y="159116"/>
                </a:moveTo>
                <a:lnTo>
                  <a:pt x="18326" y="168878"/>
                </a:lnTo>
                <a:lnTo>
                  <a:pt x="18326" y="9762"/>
                </a:lnTo>
                <a:lnTo>
                  <a:pt x="0" y="0"/>
                </a:lnTo>
                <a:close/>
              </a:path>
            </a:pathLst>
          </a:custGeom>
          <a:solidFill>
            <a:srgbClr val="B9B9B9"/>
          </a:solidFill>
          <a:ln w="6350">
            <a:solidFill>
              <a:srgbClr val="B9B9B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00770" y="2897501"/>
            <a:ext cx="23007" cy="166909"/>
          </a:xfrm>
          <a:custGeom>
            <a:avLst/>
            <a:gdLst/>
            <a:ahLst/>
            <a:cxnLst/>
            <a:rect l="l" t="t" r="r" b="b"/>
            <a:pathLst>
              <a:path w="23007" h="166909">
                <a:moveTo>
                  <a:pt x="0" y="159116"/>
                </a:moveTo>
                <a:lnTo>
                  <a:pt x="23007" y="166909"/>
                </a:lnTo>
                <a:lnTo>
                  <a:pt x="23007" y="7794"/>
                </a:lnTo>
                <a:lnTo>
                  <a:pt x="0" y="0"/>
                </a:lnTo>
                <a:close/>
              </a:path>
            </a:pathLst>
          </a:custGeom>
          <a:solidFill>
            <a:srgbClr val="B5B5B5"/>
          </a:solidFill>
          <a:ln w="6350">
            <a:solidFill>
              <a:srgbClr val="B5B5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23777" y="2905295"/>
            <a:ext cx="26534" cy="164550"/>
          </a:xfrm>
          <a:custGeom>
            <a:avLst/>
            <a:gdLst/>
            <a:ahLst/>
            <a:cxnLst/>
            <a:rect l="l" t="t" r="r" b="b"/>
            <a:pathLst>
              <a:path w="26534" h="164550">
                <a:moveTo>
                  <a:pt x="0" y="159116"/>
                </a:moveTo>
                <a:lnTo>
                  <a:pt x="26534" y="164550"/>
                </a:lnTo>
                <a:lnTo>
                  <a:pt x="26534" y="5435"/>
                </a:lnTo>
                <a:lnTo>
                  <a:pt x="0" y="0"/>
                </a:lnTo>
                <a:close/>
              </a:path>
            </a:pathLst>
          </a:custGeom>
          <a:solidFill>
            <a:srgbClr val="AFAFAF"/>
          </a:solidFill>
          <a:ln w="6350">
            <a:solidFill>
              <a:srgbClr val="AFAFA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50310" y="2910729"/>
            <a:ext cx="28730" cy="161919"/>
          </a:xfrm>
          <a:custGeom>
            <a:avLst/>
            <a:gdLst/>
            <a:ahLst/>
            <a:cxnLst/>
            <a:rect l="l" t="t" r="r" b="b"/>
            <a:pathLst>
              <a:path w="28730" h="161919">
                <a:moveTo>
                  <a:pt x="0" y="159116"/>
                </a:moveTo>
                <a:lnTo>
                  <a:pt x="28730" y="161919"/>
                </a:lnTo>
                <a:lnTo>
                  <a:pt x="28730" y="2803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79040" y="2913532"/>
            <a:ext cx="29485" cy="159147"/>
          </a:xfrm>
          <a:custGeom>
            <a:avLst/>
            <a:gdLst/>
            <a:ahLst/>
            <a:cxnLst/>
            <a:rect l="l" t="t" r="r" b="b"/>
            <a:pathLst>
              <a:path w="29485" h="159147">
                <a:moveTo>
                  <a:pt x="0" y="159116"/>
                </a:moveTo>
                <a:lnTo>
                  <a:pt x="29485" y="159147"/>
                </a:lnTo>
                <a:lnTo>
                  <a:pt x="29485" y="31"/>
                </a:lnTo>
                <a:lnTo>
                  <a:pt x="0" y="0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08526" y="2910821"/>
            <a:ext cx="28763" cy="161858"/>
          </a:xfrm>
          <a:custGeom>
            <a:avLst/>
            <a:gdLst/>
            <a:ahLst/>
            <a:cxnLst/>
            <a:rect l="l" t="t" r="r" b="b"/>
            <a:pathLst>
              <a:path w="28763" h="161858">
                <a:moveTo>
                  <a:pt x="0" y="161858"/>
                </a:moveTo>
                <a:lnTo>
                  <a:pt x="28763" y="159116"/>
                </a:lnTo>
                <a:lnTo>
                  <a:pt x="28763" y="0"/>
                </a:lnTo>
                <a:lnTo>
                  <a:pt x="0" y="2743"/>
                </a:lnTo>
                <a:close/>
              </a:path>
            </a:pathLst>
          </a:custGeom>
          <a:solidFill>
            <a:srgbClr val="919191"/>
          </a:solidFill>
          <a:ln w="6350">
            <a:solidFill>
              <a:srgbClr val="91919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37288" y="2905442"/>
            <a:ext cx="26597" cy="164494"/>
          </a:xfrm>
          <a:custGeom>
            <a:avLst/>
            <a:gdLst/>
            <a:ahLst/>
            <a:cxnLst/>
            <a:rect l="l" t="t" r="r" b="b"/>
            <a:pathLst>
              <a:path w="26597" h="164494">
                <a:moveTo>
                  <a:pt x="0" y="164494"/>
                </a:moveTo>
                <a:lnTo>
                  <a:pt x="26597" y="159116"/>
                </a:lnTo>
                <a:lnTo>
                  <a:pt x="26597" y="0"/>
                </a:lnTo>
                <a:lnTo>
                  <a:pt x="0" y="5379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63227" y="2802937"/>
            <a:ext cx="261764" cy="269742"/>
          </a:xfrm>
          <a:custGeom>
            <a:avLst/>
            <a:gdLst/>
            <a:ahLst/>
            <a:cxnLst/>
            <a:rect l="l" t="t" r="r" b="b"/>
            <a:pathLst>
              <a:path w="261764" h="269742">
                <a:moveTo>
                  <a:pt x="0" y="61406"/>
                </a:moveTo>
                <a:lnTo>
                  <a:pt x="74" y="48945"/>
                </a:lnTo>
                <a:lnTo>
                  <a:pt x="6706" y="36803"/>
                </a:lnTo>
                <a:lnTo>
                  <a:pt x="19566" y="25589"/>
                </a:lnTo>
                <a:lnTo>
                  <a:pt x="38007" y="15866"/>
                </a:lnTo>
                <a:lnTo>
                  <a:pt x="61106" y="8121"/>
                </a:lnTo>
                <a:lnTo>
                  <a:pt x="87703" y="2743"/>
                </a:lnTo>
                <a:lnTo>
                  <a:pt x="116466" y="0"/>
                </a:lnTo>
                <a:lnTo>
                  <a:pt x="145951" y="31"/>
                </a:lnTo>
                <a:lnTo>
                  <a:pt x="174681" y="2834"/>
                </a:lnTo>
                <a:lnTo>
                  <a:pt x="201214" y="8269"/>
                </a:lnTo>
                <a:lnTo>
                  <a:pt x="224221" y="16063"/>
                </a:lnTo>
                <a:lnTo>
                  <a:pt x="242548" y="25824"/>
                </a:lnTo>
                <a:lnTo>
                  <a:pt x="255275" y="37065"/>
                </a:lnTo>
                <a:lnTo>
                  <a:pt x="261764" y="49220"/>
                </a:lnTo>
                <a:lnTo>
                  <a:pt x="261764" y="208336"/>
                </a:lnTo>
                <a:lnTo>
                  <a:pt x="261691" y="220797"/>
                </a:lnTo>
                <a:lnTo>
                  <a:pt x="255058" y="232939"/>
                </a:lnTo>
                <a:lnTo>
                  <a:pt x="242198" y="244153"/>
                </a:lnTo>
                <a:lnTo>
                  <a:pt x="223757" y="253876"/>
                </a:lnTo>
                <a:lnTo>
                  <a:pt x="200658" y="261621"/>
                </a:lnTo>
                <a:lnTo>
                  <a:pt x="174061" y="266999"/>
                </a:lnTo>
                <a:lnTo>
                  <a:pt x="145298" y="269742"/>
                </a:lnTo>
                <a:lnTo>
                  <a:pt x="115813" y="269711"/>
                </a:lnTo>
                <a:lnTo>
                  <a:pt x="87083" y="266908"/>
                </a:lnTo>
                <a:lnTo>
                  <a:pt x="60550" y="261473"/>
                </a:lnTo>
                <a:lnTo>
                  <a:pt x="37543" y="253679"/>
                </a:lnTo>
                <a:lnTo>
                  <a:pt x="19216" y="243918"/>
                </a:lnTo>
                <a:lnTo>
                  <a:pt x="6489" y="232677"/>
                </a:lnTo>
                <a:lnTo>
                  <a:pt x="0" y="220522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63227" y="2802937"/>
            <a:ext cx="261764" cy="110626"/>
          </a:xfrm>
          <a:custGeom>
            <a:avLst/>
            <a:gdLst/>
            <a:ahLst/>
            <a:cxnLst/>
            <a:rect l="l" t="t" r="r" b="b"/>
            <a:pathLst>
              <a:path w="261764" h="110626">
                <a:moveTo>
                  <a:pt x="200658" y="102505"/>
                </a:moveTo>
                <a:lnTo>
                  <a:pt x="223757" y="94760"/>
                </a:lnTo>
                <a:lnTo>
                  <a:pt x="242198" y="85037"/>
                </a:lnTo>
                <a:lnTo>
                  <a:pt x="255058" y="73823"/>
                </a:lnTo>
                <a:lnTo>
                  <a:pt x="261691" y="61682"/>
                </a:lnTo>
                <a:lnTo>
                  <a:pt x="261764" y="49220"/>
                </a:lnTo>
                <a:lnTo>
                  <a:pt x="255275" y="37065"/>
                </a:lnTo>
                <a:lnTo>
                  <a:pt x="242548" y="25824"/>
                </a:lnTo>
                <a:lnTo>
                  <a:pt x="224221" y="16063"/>
                </a:lnTo>
                <a:lnTo>
                  <a:pt x="201214" y="8269"/>
                </a:lnTo>
                <a:lnTo>
                  <a:pt x="174681" y="2834"/>
                </a:lnTo>
                <a:lnTo>
                  <a:pt x="145951" y="31"/>
                </a:lnTo>
                <a:lnTo>
                  <a:pt x="116466" y="0"/>
                </a:lnTo>
                <a:lnTo>
                  <a:pt x="87703" y="2743"/>
                </a:lnTo>
                <a:lnTo>
                  <a:pt x="61106" y="8121"/>
                </a:lnTo>
                <a:lnTo>
                  <a:pt x="38007" y="15866"/>
                </a:lnTo>
                <a:lnTo>
                  <a:pt x="19566" y="25589"/>
                </a:lnTo>
                <a:lnTo>
                  <a:pt x="6706" y="36803"/>
                </a:lnTo>
                <a:lnTo>
                  <a:pt x="74" y="48945"/>
                </a:lnTo>
                <a:lnTo>
                  <a:pt x="0" y="61406"/>
                </a:lnTo>
                <a:lnTo>
                  <a:pt x="6489" y="73561"/>
                </a:lnTo>
                <a:lnTo>
                  <a:pt x="19216" y="84802"/>
                </a:lnTo>
                <a:lnTo>
                  <a:pt x="37543" y="94564"/>
                </a:lnTo>
                <a:lnTo>
                  <a:pt x="60550" y="102357"/>
                </a:lnTo>
                <a:lnTo>
                  <a:pt x="87083" y="107792"/>
                </a:lnTo>
                <a:lnTo>
                  <a:pt x="115813" y="110595"/>
                </a:lnTo>
                <a:lnTo>
                  <a:pt x="145298" y="110626"/>
                </a:lnTo>
                <a:lnTo>
                  <a:pt x="174061" y="107884"/>
                </a:lnTo>
                <a:close/>
              </a:path>
            </a:pathLst>
          </a:custGeom>
          <a:solidFill>
            <a:srgbClr val="E2E2E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4864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위에서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239037" y="3378912"/>
            <a:ext cx="122931" cy="269021"/>
          </a:xfrm>
          <a:custGeom>
            <a:avLst/>
            <a:gdLst/>
            <a:ahLst/>
            <a:cxnLst/>
            <a:rect l="l" t="t" r="r" b="b"/>
            <a:pathLst>
              <a:path w="122931" h="269021">
                <a:moveTo>
                  <a:pt x="11636" y="269021"/>
                </a:moveTo>
                <a:lnTo>
                  <a:pt x="0" y="210736"/>
                </a:lnTo>
                <a:lnTo>
                  <a:pt x="111295" y="0"/>
                </a:lnTo>
                <a:lnTo>
                  <a:pt x="122931" y="58285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4713" y="3313969"/>
            <a:ext cx="145619" cy="275680"/>
          </a:xfrm>
          <a:custGeom>
            <a:avLst/>
            <a:gdLst/>
            <a:ahLst/>
            <a:cxnLst/>
            <a:rect l="l" t="t" r="r" b="b"/>
            <a:pathLst>
              <a:path w="145619" h="275680">
                <a:moveTo>
                  <a:pt x="34323" y="275680"/>
                </a:moveTo>
                <a:lnTo>
                  <a:pt x="0" y="210736"/>
                </a:lnTo>
                <a:lnTo>
                  <a:pt x="111295" y="0"/>
                </a:lnTo>
                <a:lnTo>
                  <a:pt x="145619" y="64943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49423" y="3245623"/>
            <a:ext cx="166586" cy="279082"/>
          </a:xfrm>
          <a:custGeom>
            <a:avLst/>
            <a:gdLst/>
            <a:ahLst/>
            <a:cxnLst/>
            <a:rect l="l" t="t" r="r" b="b"/>
            <a:pathLst>
              <a:path w="166586" h="279082">
                <a:moveTo>
                  <a:pt x="55290" y="279082"/>
                </a:moveTo>
                <a:lnTo>
                  <a:pt x="0" y="210736"/>
                </a:lnTo>
                <a:lnTo>
                  <a:pt x="111295" y="0"/>
                </a:lnTo>
                <a:lnTo>
                  <a:pt x="166586" y="68346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75939" y="3177302"/>
            <a:ext cx="184780" cy="279057"/>
          </a:xfrm>
          <a:custGeom>
            <a:avLst/>
            <a:gdLst/>
            <a:ahLst/>
            <a:cxnLst/>
            <a:rect l="l" t="t" r="r" b="b"/>
            <a:pathLst>
              <a:path w="184780" h="279057">
                <a:moveTo>
                  <a:pt x="73484" y="279057"/>
                </a:moveTo>
                <a:lnTo>
                  <a:pt x="0" y="210736"/>
                </a:lnTo>
                <a:lnTo>
                  <a:pt x="111295" y="0"/>
                </a:lnTo>
                <a:lnTo>
                  <a:pt x="184780" y="68321"/>
                </a:lnTo>
                <a:close/>
              </a:path>
            </a:pathLst>
          </a:cu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7945" y="3112433"/>
            <a:ext cx="199289" cy="275606"/>
          </a:xfrm>
          <a:custGeom>
            <a:avLst/>
            <a:gdLst/>
            <a:ahLst/>
            <a:cxnLst/>
            <a:rect l="l" t="t" r="r" b="b"/>
            <a:pathLst>
              <a:path w="199289" h="275606">
                <a:moveTo>
                  <a:pt x="87994" y="275606"/>
                </a:moveTo>
                <a:lnTo>
                  <a:pt x="0" y="210736"/>
                </a:lnTo>
                <a:lnTo>
                  <a:pt x="111295" y="0"/>
                </a:lnTo>
                <a:lnTo>
                  <a:pt x="199289" y="64870"/>
                </a:lnTo>
                <a:close/>
              </a:path>
            </a:pathLst>
          </a:custGeom>
          <a:solidFill>
            <a:srgbClr val="696969"/>
          </a:solidFill>
          <a:ln w="6350">
            <a:solidFill>
              <a:srgbClr val="6969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89854" y="3054266"/>
            <a:ext cx="209386" cy="268902"/>
          </a:xfrm>
          <a:custGeom>
            <a:avLst/>
            <a:gdLst/>
            <a:ahLst/>
            <a:cxnLst/>
            <a:rect l="l" t="t" r="r" b="b"/>
            <a:pathLst>
              <a:path w="209386" h="268902">
                <a:moveTo>
                  <a:pt x="98091" y="268902"/>
                </a:moveTo>
                <a:lnTo>
                  <a:pt x="0" y="210736"/>
                </a:lnTo>
                <a:lnTo>
                  <a:pt x="111295" y="0"/>
                </a:lnTo>
                <a:lnTo>
                  <a:pt x="209386" y="58166"/>
                </a:lnTo>
                <a:close/>
              </a:path>
            </a:pathLst>
          </a:custGeom>
          <a:solidFill>
            <a:srgbClr val="7A7A7A"/>
          </a:solidFill>
          <a:ln w="6350">
            <a:solidFill>
              <a:srgbClr val="7A7A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86585" y="3005721"/>
            <a:ext cx="214565" cy="259282"/>
          </a:xfrm>
          <a:custGeom>
            <a:avLst/>
            <a:gdLst/>
            <a:ahLst/>
            <a:cxnLst/>
            <a:rect l="l" t="t" r="r" b="b"/>
            <a:pathLst>
              <a:path w="214565" h="259282">
                <a:moveTo>
                  <a:pt x="103269" y="259282"/>
                </a:moveTo>
                <a:lnTo>
                  <a:pt x="0" y="210736"/>
                </a:lnTo>
                <a:lnTo>
                  <a:pt x="111295" y="0"/>
                </a:lnTo>
                <a:lnTo>
                  <a:pt x="214565" y="48546"/>
                </a:lnTo>
                <a:close/>
              </a:path>
            </a:pathLst>
          </a:custGeom>
          <a:solidFill>
            <a:srgbClr val="898989"/>
          </a:solidFill>
          <a:ln w="6350">
            <a:solidFill>
              <a:srgbClr val="89898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83315" y="2969229"/>
            <a:ext cx="214565" cy="247228"/>
          </a:xfrm>
          <a:custGeom>
            <a:avLst/>
            <a:gdLst/>
            <a:ahLst/>
            <a:cxnLst/>
            <a:rect l="l" t="t" r="r" b="b"/>
            <a:pathLst>
              <a:path w="214565" h="247228">
                <a:moveTo>
                  <a:pt x="103269" y="247228"/>
                </a:moveTo>
                <a:lnTo>
                  <a:pt x="0" y="210736"/>
                </a:lnTo>
                <a:lnTo>
                  <a:pt x="111295" y="0"/>
                </a:lnTo>
                <a:lnTo>
                  <a:pt x="214565" y="36491"/>
                </a:lnTo>
                <a:close/>
              </a:path>
            </a:pathLst>
          </a:custGeom>
          <a:solidFill>
            <a:srgbClr val="959595"/>
          </a:solidFill>
          <a:ln w="6350">
            <a:solidFill>
              <a:srgbClr val="95959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85225" y="2946623"/>
            <a:ext cx="209386" cy="233343"/>
          </a:xfrm>
          <a:custGeom>
            <a:avLst/>
            <a:gdLst/>
            <a:ahLst/>
            <a:cxnLst/>
            <a:rect l="l" t="t" r="r" b="b"/>
            <a:pathLst>
              <a:path w="209386" h="233343">
                <a:moveTo>
                  <a:pt x="98091" y="233343"/>
                </a:moveTo>
                <a:lnTo>
                  <a:pt x="0" y="210736"/>
                </a:lnTo>
                <a:lnTo>
                  <a:pt x="111295" y="0"/>
                </a:lnTo>
                <a:lnTo>
                  <a:pt x="209386" y="22607"/>
                </a:lnTo>
                <a:close/>
              </a:path>
            </a:pathLst>
          </a:custGeom>
          <a:solidFill>
            <a:srgbClr val="9C9C9C"/>
          </a:solidFill>
          <a:ln w="6350">
            <a:solidFill>
              <a:srgbClr val="9C9C9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97231" y="2939034"/>
            <a:ext cx="199289" cy="218325"/>
          </a:xfrm>
          <a:custGeom>
            <a:avLst/>
            <a:gdLst/>
            <a:ahLst/>
            <a:cxnLst/>
            <a:rect l="l" t="t" r="r" b="b"/>
            <a:pathLst>
              <a:path w="199289" h="218325">
                <a:moveTo>
                  <a:pt x="87994" y="218325"/>
                </a:moveTo>
                <a:lnTo>
                  <a:pt x="0" y="210736"/>
                </a:lnTo>
                <a:lnTo>
                  <a:pt x="111295" y="0"/>
                </a:lnTo>
                <a:lnTo>
                  <a:pt x="199289" y="7589"/>
                </a:lnTo>
                <a:close/>
              </a:path>
            </a:pathLst>
          </a:custGeom>
          <a:solidFill>
            <a:srgbClr val="9F9F9F"/>
          </a:solidFill>
          <a:ln w="6350">
            <a:solidFill>
              <a:srgbClr val="9F9F9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23746" y="2939034"/>
            <a:ext cx="184780" cy="218546"/>
          </a:xfrm>
          <a:custGeom>
            <a:avLst/>
            <a:gdLst/>
            <a:ahLst/>
            <a:cxnLst/>
            <a:rect l="l" t="t" r="r" b="b"/>
            <a:pathLst>
              <a:path w="184780" h="218546">
                <a:moveTo>
                  <a:pt x="73484" y="210736"/>
                </a:moveTo>
                <a:lnTo>
                  <a:pt x="0" y="218546"/>
                </a:lnTo>
                <a:lnTo>
                  <a:pt x="111295" y="7810"/>
                </a:lnTo>
                <a:lnTo>
                  <a:pt x="184780" y="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68456" y="2946844"/>
            <a:ext cx="166586" cy="233553"/>
          </a:xfrm>
          <a:custGeom>
            <a:avLst/>
            <a:gdLst/>
            <a:ahLst/>
            <a:cxnLst/>
            <a:rect l="l" t="t" r="r" b="b"/>
            <a:pathLst>
              <a:path w="166586" h="233553">
                <a:moveTo>
                  <a:pt x="55290" y="210736"/>
                </a:moveTo>
                <a:lnTo>
                  <a:pt x="0" y="233553"/>
                </a:lnTo>
                <a:lnTo>
                  <a:pt x="111295" y="22817"/>
                </a:lnTo>
                <a:lnTo>
                  <a:pt x="166586" y="0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34133" y="2969661"/>
            <a:ext cx="145619" cy="247416"/>
          </a:xfrm>
          <a:custGeom>
            <a:avLst/>
            <a:gdLst/>
            <a:ahLst/>
            <a:cxnLst/>
            <a:rect l="l" t="t" r="r" b="b"/>
            <a:pathLst>
              <a:path w="145619" h="247416">
                <a:moveTo>
                  <a:pt x="34323" y="210736"/>
                </a:moveTo>
                <a:lnTo>
                  <a:pt x="0" y="247416"/>
                </a:lnTo>
                <a:lnTo>
                  <a:pt x="111295" y="36680"/>
                </a:lnTo>
                <a:lnTo>
                  <a:pt x="145619" y="0"/>
                </a:lnTo>
                <a:close/>
              </a:path>
            </a:pathLst>
          </a:custGeom>
          <a:solidFill>
            <a:srgbClr val="8E8E8E"/>
          </a:solidFill>
          <a:ln w="6350">
            <a:solidFill>
              <a:srgbClr val="8E8E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39037" y="3437197"/>
            <a:ext cx="122931" cy="259440"/>
          </a:xfrm>
          <a:custGeom>
            <a:avLst/>
            <a:gdLst/>
            <a:ahLst/>
            <a:cxnLst/>
            <a:rect l="l" t="t" r="r" b="b"/>
            <a:pathLst>
              <a:path w="122931" h="259440">
                <a:moveTo>
                  <a:pt x="0" y="259440"/>
                </a:moveTo>
                <a:lnTo>
                  <a:pt x="11636" y="210736"/>
                </a:lnTo>
                <a:lnTo>
                  <a:pt x="122931" y="0"/>
                </a:lnTo>
                <a:lnTo>
                  <a:pt x="111295" y="48703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22497" y="2939034"/>
            <a:ext cx="1039471" cy="824909"/>
          </a:xfrm>
          <a:custGeom>
            <a:avLst/>
            <a:gdLst/>
            <a:ahLst/>
            <a:cxnLst/>
            <a:rect l="l" t="t" r="r" b="b"/>
            <a:pathLst>
              <a:path w="1039471" h="824909">
                <a:moveTo>
                  <a:pt x="0" y="326746"/>
                </a:moveTo>
                <a:lnTo>
                  <a:pt x="11636" y="278043"/>
                </a:lnTo>
                <a:lnTo>
                  <a:pt x="122931" y="67306"/>
                </a:lnTo>
                <a:lnTo>
                  <a:pt x="157254" y="30627"/>
                </a:lnTo>
                <a:lnTo>
                  <a:pt x="212545" y="7810"/>
                </a:lnTo>
                <a:lnTo>
                  <a:pt x="286029" y="0"/>
                </a:lnTo>
                <a:lnTo>
                  <a:pt x="374023" y="7589"/>
                </a:lnTo>
                <a:lnTo>
                  <a:pt x="472114" y="30195"/>
                </a:lnTo>
                <a:lnTo>
                  <a:pt x="575383" y="66687"/>
                </a:lnTo>
                <a:lnTo>
                  <a:pt x="678652" y="115233"/>
                </a:lnTo>
                <a:lnTo>
                  <a:pt x="776743" y="173399"/>
                </a:lnTo>
                <a:lnTo>
                  <a:pt x="864737" y="238269"/>
                </a:lnTo>
                <a:lnTo>
                  <a:pt x="938221" y="306589"/>
                </a:lnTo>
                <a:lnTo>
                  <a:pt x="993511" y="374935"/>
                </a:lnTo>
                <a:lnTo>
                  <a:pt x="1027835" y="439878"/>
                </a:lnTo>
                <a:lnTo>
                  <a:pt x="1039471" y="498163"/>
                </a:lnTo>
                <a:lnTo>
                  <a:pt x="1027835" y="546866"/>
                </a:lnTo>
                <a:lnTo>
                  <a:pt x="916540" y="757602"/>
                </a:lnTo>
                <a:lnTo>
                  <a:pt x="882216" y="794282"/>
                </a:lnTo>
                <a:lnTo>
                  <a:pt x="826926" y="817099"/>
                </a:lnTo>
                <a:lnTo>
                  <a:pt x="753441" y="824909"/>
                </a:lnTo>
                <a:lnTo>
                  <a:pt x="665448" y="817320"/>
                </a:lnTo>
                <a:lnTo>
                  <a:pt x="567357" y="794713"/>
                </a:lnTo>
                <a:lnTo>
                  <a:pt x="464088" y="758222"/>
                </a:lnTo>
                <a:lnTo>
                  <a:pt x="360818" y="709676"/>
                </a:lnTo>
                <a:lnTo>
                  <a:pt x="262728" y="651510"/>
                </a:lnTo>
                <a:lnTo>
                  <a:pt x="174734" y="586640"/>
                </a:lnTo>
                <a:lnTo>
                  <a:pt x="101249" y="518319"/>
                </a:lnTo>
                <a:lnTo>
                  <a:pt x="45959" y="449974"/>
                </a:lnTo>
                <a:lnTo>
                  <a:pt x="11636" y="385031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22497" y="3149770"/>
            <a:ext cx="928175" cy="614172"/>
          </a:xfrm>
          <a:custGeom>
            <a:avLst/>
            <a:gdLst/>
            <a:ahLst/>
            <a:cxnLst/>
            <a:rect l="l" t="t" r="r" b="b"/>
            <a:pathLst>
              <a:path w="928175" h="614172">
                <a:moveTo>
                  <a:pt x="928175" y="498163"/>
                </a:moveTo>
                <a:lnTo>
                  <a:pt x="916540" y="439878"/>
                </a:lnTo>
                <a:lnTo>
                  <a:pt x="882216" y="374935"/>
                </a:lnTo>
                <a:lnTo>
                  <a:pt x="826926" y="306589"/>
                </a:lnTo>
                <a:lnTo>
                  <a:pt x="753441" y="238269"/>
                </a:lnTo>
                <a:lnTo>
                  <a:pt x="665448" y="173399"/>
                </a:lnTo>
                <a:lnTo>
                  <a:pt x="567357" y="115233"/>
                </a:lnTo>
                <a:lnTo>
                  <a:pt x="464088" y="66687"/>
                </a:lnTo>
                <a:lnTo>
                  <a:pt x="360818" y="30195"/>
                </a:lnTo>
                <a:lnTo>
                  <a:pt x="262728" y="7589"/>
                </a:lnTo>
                <a:lnTo>
                  <a:pt x="174734" y="0"/>
                </a:lnTo>
                <a:lnTo>
                  <a:pt x="101249" y="7810"/>
                </a:lnTo>
                <a:lnTo>
                  <a:pt x="45959" y="30627"/>
                </a:lnTo>
                <a:lnTo>
                  <a:pt x="11636" y="67306"/>
                </a:lnTo>
                <a:lnTo>
                  <a:pt x="0" y="116010"/>
                </a:lnTo>
                <a:lnTo>
                  <a:pt x="11636" y="174294"/>
                </a:lnTo>
                <a:lnTo>
                  <a:pt x="45959" y="239238"/>
                </a:lnTo>
                <a:lnTo>
                  <a:pt x="101249" y="307583"/>
                </a:lnTo>
                <a:lnTo>
                  <a:pt x="174734" y="375904"/>
                </a:lnTo>
                <a:lnTo>
                  <a:pt x="262728" y="440774"/>
                </a:lnTo>
                <a:lnTo>
                  <a:pt x="360818" y="498940"/>
                </a:lnTo>
                <a:lnTo>
                  <a:pt x="464088" y="547486"/>
                </a:lnTo>
                <a:lnTo>
                  <a:pt x="567357" y="583977"/>
                </a:lnTo>
                <a:lnTo>
                  <a:pt x="665448" y="606584"/>
                </a:lnTo>
                <a:lnTo>
                  <a:pt x="753441" y="614172"/>
                </a:lnTo>
                <a:lnTo>
                  <a:pt x="826926" y="606362"/>
                </a:lnTo>
                <a:lnTo>
                  <a:pt x="882216" y="583546"/>
                </a:lnTo>
                <a:lnTo>
                  <a:pt x="916540" y="546866"/>
                </a:lnTo>
                <a:close/>
              </a:path>
            </a:pathLst>
          </a:custGeom>
          <a:solidFill>
            <a:srgbClr val="454545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24596" y="3217329"/>
            <a:ext cx="723977" cy="479054"/>
          </a:xfrm>
          <a:custGeom>
            <a:avLst/>
            <a:gdLst/>
            <a:ahLst/>
            <a:cxnLst/>
            <a:rect l="l" t="t" r="r" b="b"/>
            <a:pathLst>
              <a:path w="723977" h="479054">
                <a:moveTo>
                  <a:pt x="723977" y="388567"/>
                </a:moveTo>
                <a:lnTo>
                  <a:pt x="714901" y="343105"/>
                </a:lnTo>
                <a:lnTo>
                  <a:pt x="688129" y="292449"/>
                </a:lnTo>
                <a:lnTo>
                  <a:pt x="645002" y="239140"/>
                </a:lnTo>
                <a:lnTo>
                  <a:pt x="587684" y="185849"/>
                </a:lnTo>
                <a:lnTo>
                  <a:pt x="519049" y="135251"/>
                </a:lnTo>
                <a:lnTo>
                  <a:pt x="442538" y="89881"/>
                </a:lnTo>
                <a:lnTo>
                  <a:pt x="361988" y="52016"/>
                </a:lnTo>
                <a:lnTo>
                  <a:pt x="281438" y="23552"/>
                </a:lnTo>
                <a:lnTo>
                  <a:pt x="204927" y="5919"/>
                </a:lnTo>
                <a:lnTo>
                  <a:pt x="136292" y="0"/>
                </a:lnTo>
                <a:lnTo>
                  <a:pt x="78974" y="6092"/>
                </a:lnTo>
                <a:lnTo>
                  <a:pt x="35848" y="23889"/>
                </a:lnTo>
                <a:lnTo>
                  <a:pt x="9076" y="52499"/>
                </a:lnTo>
                <a:lnTo>
                  <a:pt x="0" y="90487"/>
                </a:lnTo>
                <a:lnTo>
                  <a:pt x="9076" y="135949"/>
                </a:lnTo>
                <a:lnTo>
                  <a:pt x="35848" y="186605"/>
                </a:lnTo>
                <a:lnTo>
                  <a:pt x="78974" y="239915"/>
                </a:lnTo>
                <a:lnTo>
                  <a:pt x="136292" y="293205"/>
                </a:lnTo>
                <a:lnTo>
                  <a:pt x="204927" y="343803"/>
                </a:lnTo>
                <a:lnTo>
                  <a:pt x="281438" y="389173"/>
                </a:lnTo>
                <a:lnTo>
                  <a:pt x="361988" y="427039"/>
                </a:lnTo>
                <a:lnTo>
                  <a:pt x="442538" y="455502"/>
                </a:lnTo>
                <a:lnTo>
                  <a:pt x="519049" y="473135"/>
                </a:lnTo>
                <a:lnTo>
                  <a:pt x="587684" y="479054"/>
                </a:lnTo>
                <a:lnTo>
                  <a:pt x="645002" y="472963"/>
                </a:lnTo>
                <a:lnTo>
                  <a:pt x="688129" y="455166"/>
                </a:lnTo>
                <a:lnTo>
                  <a:pt x="714901" y="426555"/>
                </a:lnTo>
                <a:close/>
              </a:path>
            </a:pathLst>
          </a:cu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54541" y="3303313"/>
            <a:ext cx="464088" cy="307086"/>
          </a:xfrm>
          <a:custGeom>
            <a:avLst/>
            <a:gdLst/>
            <a:ahLst/>
            <a:cxnLst/>
            <a:rect l="l" t="t" r="r" b="b"/>
            <a:pathLst>
              <a:path w="464088" h="307086">
                <a:moveTo>
                  <a:pt x="464088" y="249081"/>
                </a:moveTo>
                <a:lnTo>
                  <a:pt x="458270" y="219939"/>
                </a:lnTo>
                <a:lnTo>
                  <a:pt x="441108" y="187467"/>
                </a:lnTo>
                <a:lnTo>
                  <a:pt x="413463" y="153295"/>
                </a:lnTo>
                <a:lnTo>
                  <a:pt x="376721" y="119134"/>
                </a:lnTo>
                <a:lnTo>
                  <a:pt x="332724" y="86699"/>
                </a:lnTo>
                <a:lnTo>
                  <a:pt x="283678" y="57616"/>
                </a:lnTo>
                <a:lnTo>
                  <a:pt x="232044" y="33343"/>
                </a:lnTo>
                <a:lnTo>
                  <a:pt x="180409" y="15098"/>
                </a:lnTo>
                <a:lnTo>
                  <a:pt x="131364" y="3794"/>
                </a:lnTo>
                <a:lnTo>
                  <a:pt x="87367" y="0"/>
                </a:lnTo>
                <a:lnTo>
                  <a:pt x="50625" y="3905"/>
                </a:lnTo>
                <a:lnTo>
                  <a:pt x="22980" y="15313"/>
                </a:lnTo>
                <a:lnTo>
                  <a:pt x="5818" y="33653"/>
                </a:lnTo>
                <a:lnTo>
                  <a:pt x="0" y="58005"/>
                </a:lnTo>
                <a:lnTo>
                  <a:pt x="5818" y="87147"/>
                </a:lnTo>
                <a:lnTo>
                  <a:pt x="22980" y="119619"/>
                </a:lnTo>
                <a:lnTo>
                  <a:pt x="50625" y="153792"/>
                </a:lnTo>
                <a:lnTo>
                  <a:pt x="87367" y="187952"/>
                </a:lnTo>
                <a:lnTo>
                  <a:pt x="131364" y="220387"/>
                </a:lnTo>
                <a:lnTo>
                  <a:pt x="180409" y="249470"/>
                </a:lnTo>
                <a:lnTo>
                  <a:pt x="232044" y="273743"/>
                </a:lnTo>
                <a:lnTo>
                  <a:pt x="283678" y="291988"/>
                </a:lnTo>
                <a:lnTo>
                  <a:pt x="332724" y="303292"/>
                </a:lnTo>
                <a:lnTo>
                  <a:pt x="376721" y="307086"/>
                </a:lnTo>
                <a:lnTo>
                  <a:pt x="413463" y="303181"/>
                </a:lnTo>
                <a:lnTo>
                  <a:pt x="441108" y="291773"/>
                </a:lnTo>
                <a:lnTo>
                  <a:pt x="458270" y="273433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79" name="Shape 77"/>
          <p:cNvSpPr/>
          <p:nvPr/>
        </p:nvSpPr>
        <p:spPr>
          <a:xfrm>
            <a:off x="5498894" y="3266470"/>
            <a:ext cx="242679" cy="96693"/>
          </a:xfrm>
          <a:custGeom>
            <a:avLst/>
            <a:gdLst/>
            <a:ahLst/>
            <a:cxnLst/>
            <a:rect l="l" t="t" r="r" b="b"/>
            <a:pathLst>
              <a:path w="242679" h="96693">
                <a:moveTo>
                  <a:pt x="242679" y="24641"/>
                </a:moveTo>
                <a:lnTo>
                  <a:pt x="194013" y="10889"/>
                </a:lnTo>
                <a:lnTo>
                  <a:pt x="148194" y="2592"/>
                </a:lnTo>
                <a:lnTo>
                  <a:pt x="106613" y="0"/>
                </a:lnTo>
                <a:lnTo>
                  <a:pt x="70535" y="3193"/>
                </a:lnTo>
                <a:lnTo>
                  <a:pt x="41054" y="12074"/>
                </a:lnTo>
                <a:lnTo>
                  <a:pt x="19067" y="26373"/>
                </a:lnTo>
                <a:lnTo>
                  <a:pt x="5243" y="45655"/>
                </a:lnTo>
                <a:lnTo>
                  <a:pt x="0" y="69335"/>
                </a:lnTo>
                <a:lnTo>
                  <a:pt x="3499" y="96693"/>
                </a:lnTo>
                <a:close/>
              </a:path>
            </a:pathLst>
          </a:custGeom>
          <a:solidFill>
            <a:srgbClr val="D9D9D9"/>
          </a:solidFill>
          <a:ln/>
        </p:spPr>
      </p:sp>
      <p:sp>
        <p:nvSpPr>
          <p:cNvPr id="80" name="Shape 78"/>
          <p:cNvSpPr/>
          <p:nvPr/>
        </p:nvSpPr>
        <p:spPr>
          <a:xfrm>
            <a:off x="5964176" y="3570678"/>
            <a:ext cx="220198" cy="448016"/>
          </a:xfrm>
          <a:custGeom>
            <a:avLst/>
            <a:gdLst/>
            <a:ahLst/>
            <a:cxnLst/>
            <a:rect l="l" t="t" r="r" b="b"/>
            <a:pathLst>
              <a:path w="220198" h="448016">
                <a:moveTo>
                  <a:pt x="9973" y="448016"/>
                </a:moveTo>
                <a:lnTo>
                  <a:pt x="0" y="398057"/>
                </a:lnTo>
                <a:lnTo>
                  <a:pt x="210225" y="0"/>
                </a:lnTo>
                <a:lnTo>
                  <a:pt x="220198" y="49958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34756" y="3515012"/>
            <a:ext cx="239645" cy="453723"/>
          </a:xfrm>
          <a:custGeom>
            <a:avLst/>
            <a:gdLst/>
            <a:ahLst/>
            <a:cxnLst/>
            <a:rect l="l" t="t" r="r" b="b"/>
            <a:pathLst>
              <a:path w="239645" h="453723">
                <a:moveTo>
                  <a:pt x="29420" y="453723"/>
                </a:moveTo>
                <a:lnTo>
                  <a:pt x="0" y="398057"/>
                </a:lnTo>
                <a:lnTo>
                  <a:pt x="210225" y="0"/>
                </a:lnTo>
                <a:lnTo>
                  <a:pt x="239645" y="55666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87364" y="3456430"/>
            <a:ext cx="257616" cy="456639"/>
          </a:xfrm>
          <a:custGeom>
            <a:avLst/>
            <a:gdLst/>
            <a:ahLst/>
            <a:cxnLst/>
            <a:rect l="l" t="t" r="r" b="b"/>
            <a:pathLst>
              <a:path w="257616" h="456639">
                <a:moveTo>
                  <a:pt x="47392" y="456639"/>
                </a:moveTo>
                <a:lnTo>
                  <a:pt x="0" y="398057"/>
                </a:lnTo>
                <a:lnTo>
                  <a:pt x="210225" y="0"/>
                </a:lnTo>
                <a:lnTo>
                  <a:pt x="257616" y="58582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824378" y="3397870"/>
            <a:ext cx="273211" cy="456618"/>
          </a:xfrm>
          <a:custGeom>
            <a:avLst/>
            <a:gdLst/>
            <a:ahLst/>
            <a:cxnLst/>
            <a:rect l="l" t="t" r="r" b="b"/>
            <a:pathLst>
              <a:path w="273211" h="456618">
                <a:moveTo>
                  <a:pt x="62987" y="456618"/>
                </a:moveTo>
                <a:lnTo>
                  <a:pt x="0" y="398057"/>
                </a:lnTo>
                <a:lnTo>
                  <a:pt x="210225" y="0"/>
                </a:lnTo>
                <a:lnTo>
                  <a:pt x="273211" y="58561"/>
                </a:lnTo>
                <a:close/>
              </a:path>
            </a:pathLst>
          </a:custGeom>
          <a:solidFill>
            <a:srgbClr val="777777"/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48954" y="3342267"/>
            <a:ext cx="285648" cy="453660"/>
          </a:xfrm>
          <a:custGeom>
            <a:avLst/>
            <a:gdLst/>
            <a:ahLst/>
            <a:cxnLst/>
            <a:rect l="l" t="t" r="r" b="b"/>
            <a:pathLst>
              <a:path w="285648" h="453660">
                <a:moveTo>
                  <a:pt x="75423" y="453660"/>
                </a:moveTo>
                <a:lnTo>
                  <a:pt x="0" y="398057"/>
                </a:lnTo>
                <a:lnTo>
                  <a:pt x="210225" y="0"/>
                </a:lnTo>
                <a:lnTo>
                  <a:pt x="285648" y="55603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64877" y="3292410"/>
            <a:ext cx="294302" cy="447914"/>
          </a:xfrm>
          <a:custGeom>
            <a:avLst/>
            <a:gdLst/>
            <a:ahLst/>
            <a:cxnLst/>
            <a:rect l="l" t="t" r="r" b="b"/>
            <a:pathLst>
              <a:path w="294302" h="447914">
                <a:moveTo>
                  <a:pt x="84078" y="447914"/>
                </a:moveTo>
                <a:lnTo>
                  <a:pt x="0" y="398057"/>
                </a:lnTo>
                <a:lnTo>
                  <a:pt x="210225" y="0"/>
                </a:lnTo>
                <a:lnTo>
                  <a:pt x="294302" y="49857"/>
                </a:lnTo>
                <a:close/>
              </a:path>
            </a:pathLst>
          </a:custGeom>
          <a:solidFill>
            <a:srgbClr val="A1A1A1"/>
          </a:solidFill>
          <a:ln w="6350">
            <a:solidFill>
              <a:srgbClr val="A1A1A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576360" y="3250800"/>
            <a:ext cx="298741" cy="439668"/>
          </a:xfrm>
          <a:custGeom>
            <a:avLst/>
            <a:gdLst/>
            <a:ahLst/>
            <a:cxnLst/>
            <a:rect l="l" t="t" r="r" b="b"/>
            <a:pathLst>
              <a:path w="298741" h="439668">
                <a:moveTo>
                  <a:pt x="88516" y="439668"/>
                </a:moveTo>
                <a:lnTo>
                  <a:pt x="0" y="398057"/>
                </a:lnTo>
                <a:lnTo>
                  <a:pt x="210225" y="0"/>
                </a:lnTo>
                <a:lnTo>
                  <a:pt x="298741" y="41611"/>
                </a:lnTo>
                <a:close/>
              </a:path>
            </a:pathLst>
          </a:custGeom>
          <a:solidFill>
            <a:srgbClr val="B3B3B3"/>
          </a:solidFill>
          <a:ln w="6350">
            <a:solidFill>
              <a:srgbClr val="B3B3B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7844" y="3219521"/>
            <a:ext cx="298741" cy="429336"/>
          </a:xfrm>
          <a:custGeom>
            <a:avLst/>
            <a:gdLst/>
            <a:ahLst/>
            <a:cxnLst/>
            <a:rect l="l" t="t" r="r" b="b"/>
            <a:pathLst>
              <a:path w="298741" h="429336">
                <a:moveTo>
                  <a:pt x="88516" y="429336"/>
                </a:moveTo>
                <a:lnTo>
                  <a:pt x="0" y="398057"/>
                </a:lnTo>
                <a:lnTo>
                  <a:pt x="210225" y="0"/>
                </a:lnTo>
                <a:lnTo>
                  <a:pt x="298741" y="31278"/>
                </a:lnTo>
                <a:close/>
              </a:path>
            </a:pathLst>
          </a:custGeom>
          <a:solidFill>
            <a:srgbClr val="C0C0C0"/>
          </a:solidFill>
          <a:ln w="6350">
            <a:solidFill>
              <a:srgbClr val="C0C0C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03766" y="3200144"/>
            <a:ext cx="294302" cy="417435"/>
          </a:xfrm>
          <a:custGeom>
            <a:avLst/>
            <a:gdLst/>
            <a:ahLst/>
            <a:cxnLst/>
            <a:rect l="l" t="t" r="r" b="b"/>
            <a:pathLst>
              <a:path w="294302" h="417435">
                <a:moveTo>
                  <a:pt x="84078" y="417435"/>
                </a:moveTo>
                <a:lnTo>
                  <a:pt x="0" y="398057"/>
                </a:lnTo>
                <a:lnTo>
                  <a:pt x="210225" y="0"/>
                </a:lnTo>
                <a:lnTo>
                  <a:pt x="294302" y="19377"/>
                </a:lnTo>
                <a:close/>
              </a:path>
            </a:pathLst>
          </a:custGeom>
          <a:solidFill>
            <a:srgbClr val="C8C8C8"/>
          </a:solidFill>
          <a:ln w="6350">
            <a:solidFill>
              <a:srgbClr val="C8C8C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28343" y="3193640"/>
            <a:ext cx="285648" cy="404562"/>
          </a:xfrm>
          <a:custGeom>
            <a:avLst/>
            <a:gdLst/>
            <a:ahLst/>
            <a:cxnLst/>
            <a:rect l="l" t="t" r="r" b="b"/>
            <a:pathLst>
              <a:path w="285648" h="404562">
                <a:moveTo>
                  <a:pt x="75423" y="404562"/>
                </a:moveTo>
                <a:lnTo>
                  <a:pt x="0" y="398057"/>
                </a:lnTo>
                <a:lnTo>
                  <a:pt x="210225" y="0"/>
                </a:lnTo>
                <a:lnTo>
                  <a:pt x="285648" y="6505"/>
                </a:lnTo>
                <a:close/>
              </a:path>
            </a:pathLst>
          </a:cu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65356" y="3193640"/>
            <a:ext cx="273211" cy="404752"/>
          </a:xfrm>
          <a:custGeom>
            <a:avLst/>
            <a:gdLst/>
            <a:ahLst/>
            <a:cxnLst/>
            <a:rect l="l" t="t" r="r" b="b"/>
            <a:pathLst>
              <a:path w="273211" h="404752">
                <a:moveTo>
                  <a:pt x="62987" y="398057"/>
                </a:moveTo>
                <a:lnTo>
                  <a:pt x="0" y="404752"/>
                </a:lnTo>
                <a:lnTo>
                  <a:pt x="210225" y="6694"/>
                </a:lnTo>
                <a:lnTo>
                  <a:pt x="273211" y="0"/>
                </a:lnTo>
                <a:close/>
              </a:path>
            </a:pathLst>
          </a:custGeom>
          <a:solidFill>
            <a:srgbClr val="CACACA"/>
          </a:solidFill>
          <a:ln w="6350">
            <a:solidFill>
              <a:srgbClr val="CACAC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17964" y="3200334"/>
            <a:ext cx="257616" cy="417615"/>
          </a:xfrm>
          <a:custGeom>
            <a:avLst/>
            <a:gdLst/>
            <a:ahLst/>
            <a:cxnLst/>
            <a:rect l="l" t="t" r="r" b="b"/>
            <a:pathLst>
              <a:path w="257616" h="417615">
                <a:moveTo>
                  <a:pt x="47392" y="398057"/>
                </a:moveTo>
                <a:lnTo>
                  <a:pt x="0" y="417615"/>
                </a:lnTo>
                <a:lnTo>
                  <a:pt x="210225" y="19557"/>
                </a:lnTo>
                <a:lnTo>
                  <a:pt x="257616" y="0"/>
                </a:lnTo>
                <a:close/>
              </a:path>
            </a:pathLst>
          </a:custGeom>
          <a:solidFill>
            <a:srgbClr val="C4C4C4"/>
          </a:solidFill>
          <a:ln w="6350">
            <a:solidFill>
              <a:srgbClr val="C4C4C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88544" y="3219891"/>
            <a:ext cx="239645" cy="429497"/>
          </a:xfrm>
          <a:custGeom>
            <a:avLst/>
            <a:gdLst/>
            <a:ahLst/>
            <a:cxnLst/>
            <a:rect l="l" t="t" r="r" b="b"/>
            <a:pathLst>
              <a:path w="239645" h="429497">
                <a:moveTo>
                  <a:pt x="29420" y="398057"/>
                </a:moveTo>
                <a:lnTo>
                  <a:pt x="0" y="429497"/>
                </a:lnTo>
                <a:lnTo>
                  <a:pt x="210225" y="31440"/>
                </a:lnTo>
                <a:lnTo>
                  <a:pt x="239645" y="0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64176" y="3620636"/>
            <a:ext cx="220198" cy="439803"/>
          </a:xfrm>
          <a:custGeom>
            <a:avLst/>
            <a:gdLst/>
            <a:ahLst/>
            <a:cxnLst/>
            <a:rect l="l" t="t" r="r" b="b"/>
            <a:pathLst>
              <a:path w="220198" h="439803">
                <a:moveTo>
                  <a:pt x="0" y="439803"/>
                </a:moveTo>
                <a:lnTo>
                  <a:pt x="9973" y="398057"/>
                </a:lnTo>
                <a:lnTo>
                  <a:pt x="220198" y="0"/>
                </a:lnTo>
                <a:lnTo>
                  <a:pt x="210225" y="41746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178571" y="3193640"/>
            <a:ext cx="1005803" cy="924491"/>
          </a:xfrm>
          <a:custGeom>
            <a:avLst/>
            <a:gdLst/>
            <a:ahLst/>
            <a:cxnLst/>
            <a:rect l="l" t="t" r="r" b="b"/>
            <a:pathLst>
              <a:path w="1005803" h="924491">
                <a:moveTo>
                  <a:pt x="0" y="497494"/>
                </a:moveTo>
                <a:lnTo>
                  <a:pt x="9973" y="455749"/>
                </a:lnTo>
                <a:lnTo>
                  <a:pt x="220198" y="57691"/>
                </a:lnTo>
                <a:lnTo>
                  <a:pt x="249618" y="26251"/>
                </a:lnTo>
                <a:lnTo>
                  <a:pt x="297010" y="6694"/>
                </a:lnTo>
                <a:lnTo>
                  <a:pt x="359996" y="0"/>
                </a:lnTo>
                <a:lnTo>
                  <a:pt x="435420" y="6505"/>
                </a:lnTo>
                <a:lnTo>
                  <a:pt x="519497" y="25882"/>
                </a:lnTo>
                <a:lnTo>
                  <a:pt x="608014" y="57160"/>
                </a:lnTo>
                <a:lnTo>
                  <a:pt x="696530" y="98771"/>
                </a:lnTo>
                <a:lnTo>
                  <a:pt x="780608" y="148627"/>
                </a:lnTo>
                <a:lnTo>
                  <a:pt x="856031" y="204230"/>
                </a:lnTo>
                <a:lnTo>
                  <a:pt x="919018" y="262791"/>
                </a:lnTo>
                <a:lnTo>
                  <a:pt x="966410" y="321373"/>
                </a:lnTo>
                <a:lnTo>
                  <a:pt x="995830" y="377038"/>
                </a:lnTo>
                <a:lnTo>
                  <a:pt x="1005803" y="426997"/>
                </a:lnTo>
                <a:lnTo>
                  <a:pt x="995830" y="468742"/>
                </a:lnTo>
                <a:lnTo>
                  <a:pt x="785605" y="866800"/>
                </a:lnTo>
                <a:lnTo>
                  <a:pt x="756185" y="898239"/>
                </a:lnTo>
                <a:lnTo>
                  <a:pt x="708794" y="917797"/>
                </a:lnTo>
                <a:lnTo>
                  <a:pt x="645807" y="924491"/>
                </a:lnTo>
                <a:lnTo>
                  <a:pt x="570384" y="917986"/>
                </a:lnTo>
                <a:lnTo>
                  <a:pt x="486306" y="898609"/>
                </a:lnTo>
                <a:lnTo>
                  <a:pt x="397789" y="867331"/>
                </a:lnTo>
                <a:lnTo>
                  <a:pt x="309273" y="825720"/>
                </a:lnTo>
                <a:lnTo>
                  <a:pt x="225195" y="775863"/>
                </a:lnTo>
                <a:lnTo>
                  <a:pt x="149772" y="720261"/>
                </a:lnTo>
                <a:lnTo>
                  <a:pt x="86785" y="661700"/>
                </a:lnTo>
                <a:lnTo>
                  <a:pt x="39394" y="603118"/>
                </a:lnTo>
                <a:lnTo>
                  <a:pt x="9973" y="547452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78571" y="3591697"/>
            <a:ext cx="795579" cy="526433"/>
          </a:xfrm>
          <a:custGeom>
            <a:avLst/>
            <a:gdLst/>
            <a:ahLst/>
            <a:cxnLst/>
            <a:rect l="l" t="t" r="r" b="b"/>
            <a:pathLst>
              <a:path w="795579" h="526433">
                <a:moveTo>
                  <a:pt x="795579" y="426997"/>
                </a:moveTo>
                <a:lnTo>
                  <a:pt x="785605" y="377038"/>
                </a:lnTo>
                <a:lnTo>
                  <a:pt x="756185" y="321373"/>
                </a:lnTo>
                <a:lnTo>
                  <a:pt x="708794" y="262791"/>
                </a:lnTo>
                <a:lnTo>
                  <a:pt x="645807" y="204230"/>
                </a:lnTo>
                <a:lnTo>
                  <a:pt x="570384" y="148627"/>
                </a:lnTo>
                <a:lnTo>
                  <a:pt x="486306" y="98771"/>
                </a:lnTo>
                <a:lnTo>
                  <a:pt x="397789" y="57160"/>
                </a:lnTo>
                <a:lnTo>
                  <a:pt x="309273" y="25882"/>
                </a:lnTo>
                <a:lnTo>
                  <a:pt x="225195" y="6505"/>
                </a:lnTo>
                <a:lnTo>
                  <a:pt x="149772" y="0"/>
                </a:lnTo>
                <a:lnTo>
                  <a:pt x="86785" y="6694"/>
                </a:lnTo>
                <a:lnTo>
                  <a:pt x="39394" y="26251"/>
                </a:lnTo>
                <a:lnTo>
                  <a:pt x="9973" y="57691"/>
                </a:lnTo>
                <a:lnTo>
                  <a:pt x="0" y="99437"/>
                </a:lnTo>
                <a:lnTo>
                  <a:pt x="9973" y="149395"/>
                </a:lnTo>
                <a:lnTo>
                  <a:pt x="39394" y="205061"/>
                </a:lnTo>
                <a:lnTo>
                  <a:pt x="86785" y="263643"/>
                </a:lnTo>
                <a:lnTo>
                  <a:pt x="149772" y="322203"/>
                </a:lnTo>
                <a:lnTo>
                  <a:pt x="225195" y="377806"/>
                </a:lnTo>
                <a:lnTo>
                  <a:pt x="309273" y="427663"/>
                </a:lnTo>
                <a:lnTo>
                  <a:pt x="397789" y="469273"/>
                </a:lnTo>
                <a:lnTo>
                  <a:pt x="486306" y="500552"/>
                </a:lnTo>
                <a:lnTo>
                  <a:pt x="570384" y="519929"/>
                </a:lnTo>
                <a:lnTo>
                  <a:pt x="645807" y="526433"/>
                </a:lnTo>
                <a:lnTo>
                  <a:pt x="708794" y="519739"/>
                </a:lnTo>
                <a:lnTo>
                  <a:pt x="756185" y="500182"/>
                </a:lnTo>
                <a:lnTo>
                  <a:pt x="785605" y="468742"/>
                </a:lnTo>
                <a:close/>
              </a:path>
            </a:pathLst>
          </a:custGeom>
          <a:solidFill>
            <a:srgbClr val="646464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58545" y="3977240"/>
            <a:ext cx="1644196" cy="1253916"/>
          </a:xfrm>
          <a:custGeom>
            <a:avLst/>
            <a:gdLst/>
            <a:ahLst/>
            <a:cxnLst/>
            <a:rect l="l" t="t" r="r" b="b"/>
            <a:pathLst>
              <a:path w="1644196" h="1253916">
                <a:moveTo>
                  <a:pt x="0" y="576959"/>
                </a:moveTo>
                <a:lnTo>
                  <a:pt x="1644196" y="1253916"/>
                </a:lnTo>
                <a:lnTo>
                  <a:pt x="1644196" y="676957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002741" y="3904913"/>
            <a:ext cx="395717" cy="1326243"/>
          </a:xfrm>
          <a:custGeom>
            <a:avLst/>
            <a:gdLst/>
            <a:ahLst/>
            <a:cxnLst/>
            <a:rect l="l" t="t" r="r" b="b"/>
            <a:pathLst>
              <a:path w="395717" h="1326243">
                <a:moveTo>
                  <a:pt x="0" y="1326243"/>
                </a:moveTo>
                <a:lnTo>
                  <a:pt x="395717" y="576959"/>
                </a:lnTo>
                <a:lnTo>
                  <a:pt x="395717" y="0"/>
                </a:lnTo>
                <a:lnTo>
                  <a:pt x="0" y="749285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358545" y="3227956"/>
            <a:ext cx="2039913" cy="1426242"/>
          </a:xfrm>
          <a:custGeom>
            <a:avLst/>
            <a:gdLst/>
            <a:ahLst/>
            <a:cxnLst/>
            <a:rect l="l" t="t" r="r" b="b"/>
            <a:pathLst>
              <a:path w="2039913" h="1426242">
                <a:moveTo>
                  <a:pt x="0" y="749285"/>
                </a:moveTo>
                <a:lnTo>
                  <a:pt x="1644196" y="1426242"/>
                </a:lnTo>
                <a:lnTo>
                  <a:pt x="2039913" y="676957"/>
                </a:lnTo>
                <a:lnTo>
                  <a:pt x="395717" y="0"/>
                </a:lnTo>
                <a:close/>
              </a:path>
            </a:pathLst>
          </a:custGeom>
          <a:solidFill>
            <a:srgbClr val="A2A2A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659050" y="3848536"/>
            <a:ext cx="742540" cy="415619"/>
          </a:xfrm>
          <a:custGeom>
            <a:avLst/>
            <a:gdLst/>
            <a:ahLst/>
            <a:cxnLst/>
            <a:rect l="l" t="t" r="r" b="b"/>
            <a:pathLst>
              <a:path w="742540" h="415619">
                <a:moveTo>
                  <a:pt x="0" y="109897"/>
                </a:moveTo>
                <a:lnTo>
                  <a:pt x="742540" y="415619"/>
                </a:lnTo>
                <a:lnTo>
                  <a:pt x="742540" y="305723"/>
                </a:lnTo>
                <a:lnTo>
                  <a:pt x="0" y="0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401590" y="3639125"/>
            <a:ext cx="272055" cy="625030"/>
          </a:xfrm>
          <a:custGeom>
            <a:avLst/>
            <a:gdLst/>
            <a:ahLst/>
            <a:cxnLst/>
            <a:rect l="l" t="t" r="r" b="b"/>
            <a:pathLst>
              <a:path w="272055" h="625030">
                <a:moveTo>
                  <a:pt x="0" y="625030"/>
                </a:moveTo>
                <a:lnTo>
                  <a:pt x="272055" y="109897"/>
                </a:lnTo>
                <a:lnTo>
                  <a:pt x="272055" y="0"/>
                </a:lnTo>
                <a:lnTo>
                  <a:pt x="0" y="515133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59050" y="3333403"/>
            <a:ext cx="1014595" cy="820856"/>
          </a:xfrm>
          <a:custGeom>
            <a:avLst/>
            <a:gdLst/>
            <a:ahLst/>
            <a:cxnLst/>
            <a:rect l="l" t="t" r="r" b="b"/>
            <a:pathLst>
              <a:path w="1014595" h="820856">
                <a:moveTo>
                  <a:pt x="0" y="515133"/>
                </a:moveTo>
                <a:lnTo>
                  <a:pt x="742540" y="820856"/>
                </a:lnTo>
                <a:lnTo>
                  <a:pt x="1014595" y="305723"/>
                </a:lnTo>
                <a:lnTo>
                  <a:pt x="272055" y="0"/>
                </a:lnTo>
                <a:close/>
              </a:path>
            </a:pathLst>
          </a:custGeom>
          <a:solidFill>
            <a:srgbClr val="A2A2A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65323" y="4031237"/>
            <a:ext cx="9391" cy="107101"/>
          </a:xfrm>
          <a:custGeom>
            <a:avLst/>
            <a:gdLst/>
            <a:ahLst/>
            <a:cxnLst/>
            <a:rect l="l" t="t" r="r" b="b"/>
            <a:pathLst>
              <a:path w="9391" h="107101">
                <a:moveTo>
                  <a:pt x="0" y="107101"/>
                </a:moveTo>
                <a:lnTo>
                  <a:pt x="9391" y="82423"/>
                </a:lnTo>
                <a:lnTo>
                  <a:pt x="9391" y="0"/>
                </a:lnTo>
                <a:lnTo>
                  <a:pt x="0" y="24679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74714" y="4005332"/>
            <a:ext cx="2936" cy="108327"/>
          </a:xfrm>
          <a:custGeom>
            <a:avLst/>
            <a:gdLst/>
            <a:ahLst/>
            <a:cxnLst/>
            <a:rect l="l" t="t" r="r" b="b"/>
            <a:pathLst>
              <a:path w="2936" h="108327">
                <a:moveTo>
                  <a:pt x="0" y="108327"/>
                </a:moveTo>
                <a:lnTo>
                  <a:pt x="2936" y="82423"/>
                </a:lnTo>
                <a:lnTo>
                  <a:pt x="2936" y="0"/>
                </a:lnTo>
                <a:lnTo>
                  <a:pt x="0" y="25905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4323" y="4008231"/>
            <a:ext cx="3666" cy="108255"/>
          </a:xfrm>
          <a:custGeom>
            <a:avLst/>
            <a:gdLst/>
            <a:ahLst/>
            <a:cxnLst/>
            <a:rect l="l" t="t" r="r" b="b"/>
            <a:pathLst>
              <a:path w="3666" h="108255">
                <a:moveTo>
                  <a:pt x="0" y="82423"/>
                </a:moveTo>
                <a:lnTo>
                  <a:pt x="3666" y="108255"/>
                </a:lnTo>
                <a:lnTo>
                  <a:pt x="3666" y="25832"/>
                </a:lnTo>
                <a:lnTo>
                  <a:pt x="0" y="0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817989" y="4034063"/>
            <a:ext cx="10085" cy="106887"/>
          </a:xfrm>
          <a:custGeom>
            <a:avLst/>
            <a:gdLst/>
            <a:ahLst/>
            <a:cxnLst/>
            <a:rect l="l" t="t" r="r" b="b"/>
            <a:pathLst>
              <a:path w="10085" h="106887">
                <a:moveTo>
                  <a:pt x="0" y="82423"/>
                </a:moveTo>
                <a:lnTo>
                  <a:pt x="10085" y="106887"/>
                </a:lnTo>
                <a:lnTo>
                  <a:pt x="10085" y="24464"/>
                </a:lnTo>
                <a:lnTo>
                  <a:pt x="0" y="0"/>
                </a:lnTo>
                <a:close/>
              </a:path>
            </a:pathLst>
          </a:custGeom>
          <a:solidFill>
            <a:srgbClr val="A7A7A7"/>
          </a:solidFill>
          <a:ln w="6350">
            <a:solidFill>
              <a:srgbClr val="A7A7A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828074" y="4058527"/>
            <a:ext cx="15997" cy="104292"/>
          </a:xfrm>
          <a:custGeom>
            <a:avLst/>
            <a:gdLst/>
            <a:ahLst/>
            <a:cxnLst/>
            <a:rect l="l" t="t" r="r" b="b"/>
            <a:pathLst>
              <a:path w="15997" h="104292">
                <a:moveTo>
                  <a:pt x="0" y="82423"/>
                </a:moveTo>
                <a:lnTo>
                  <a:pt x="15997" y="104292"/>
                </a:lnTo>
                <a:lnTo>
                  <a:pt x="15997" y="2186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6350">
            <a:solidFill>
              <a:srgbClr val="9A9A9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44071" y="4080397"/>
            <a:ext cx="21108" cy="100601"/>
          </a:xfrm>
          <a:custGeom>
            <a:avLst/>
            <a:gdLst/>
            <a:ahLst/>
            <a:cxnLst/>
            <a:rect l="l" t="t" r="r" b="b"/>
            <a:pathLst>
              <a:path w="21108" h="100601">
                <a:moveTo>
                  <a:pt x="0" y="82423"/>
                </a:moveTo>
                <a:lnTo>
                  <a:pt x="21108" y="100601"/>
                </a:lnTo>
                <a:lnTo>
                  <a:pt x="21108" y="18178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65179" y="4098575"/>
            <a:ext cx="25160" cy="95998"/>
          </a:xfrm>
          <a:custGeom>
            <a:avLst/>
            <a:gdLst/>
            <a:ahLst/>
            <a:cxnLst/>
            <a:rect l="l" t="t" r="r" b="b"/>
            <a:pathLst>
              <a:path w="25160" h="95998">
                <a:moveTo>
                  <a:pt x="0" y="82423"/>
                </a:moveTo>
                <a:lnTo>
                  <a:pt x="25160" y="95998"/>
                </a:lnTo>
                <a:lnTo>
                  <a:pt x="25160" y="13575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90338" y="4112150"/>
            <a:ext cx="27950" cy="90714"/>
          </a:xfrm>
          <a:custGeom>
            <a:avLst/>
            <a:gdLst/>
            <a:ahLst/>
            <a:cxnLst/>
            <a:rect l="l" t="t" r="r" b="b"/>
            <a:pathLst>
              <a:path w="27950" h="90714">
                <a:moveTo>
                  <a:pt x="0" y="82423"/>
                </a:moveTo>
                <a:lnTo>
                  <a:pt x="27950" y="90714"/>
                </a:lnTo>
                <a:lnTo>
                  <a:pt x="27950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918289" y="4120441"/>
            <a:ext cx="29339" cy="85015"/>
          </a:xfrm>
          <a:custGeom>
            <a:avLst/>
            <a:gdLst/>
            <a:ahLst/>
            <a:cxnLst/>
            <a:rect l="l" t="t" r="r" b="b"/>
            <a:pathLst>
              <a:path w="29339" h="85015">
                <a:moveTo>
                  <a:pt x="0" y="82423"/>
                </a:moveTo>
                <a:lnTo>
                  <a:pt x="29339" y="85015"/>
                </a:lnTo>
                <a:lnTo>
                  <a:pt x="29339" y="2592"/>
                </a:lnTo>
                <a:lnTo>
                  <a:pt x="0" y="0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47628" y="4119796"/>
            <a:ext cx="29257" cy="85660"/>
          </a:xfrm>
          <a:custGeom>
            <a:avLst/>
            <a:gdLst/>
            <a:ahLst/>
            <a:cxnLst/>
            <a:rect l="l" t="t" r="r" b="b"/>
            <a:pathLst>
              <a:path w="29257" h="85660">
                <a:moveTo>
                  <a:pt x="0" y="85660"/>
                </a:moveTo>
                <a:lnTo>
                  <a:pt x="29257" y="82423"/>
                </a:lnTo>
                <a:lnTo>
                  <a:pt x="29257" y="0"/>
                </a:lnTo>
                <a:lnTo>
                  <a:pt x="0" y="3237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76884" y="4110892"/>
            <a:ext cx="27707" cy="91327"/>
          </a:xfrm>
          <a:custGeom>
            <a:avLst/>
            <a:gdLst/>
            <a:ahLst/>
            <a:cxnLst/>
            <a:rect l="l" t="t" r="r" b="b"/>
            <a:pathLst>
              <a:path w="27707" h="91327">
                <a:moveTo>
                  <a:pt x="0" y="91327"/>
                </a:moveTo>
                <a:lnTo>
                  <a:pt x="27707" y="82423"/>
                </a:lnTo>
                <a:lnTo>
                  <a:pt x="27707" y="0"/>
                </a:lnTo>
                <a:lnTo>
                  <a:pt x="0" y="8904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04592" y="4096767"/>
            <a:ext cx="24769" cy="96547"/>
          </a:xfrm>
          <a:custGeom>
            <a:avLst/>
            <a:gdLst/>
            <a:ahLst/>
            <a:cxnLst/>
            <a:rect l="l" t="t" r="r" b="b"/>
            <a:pathLst>
              <a:path w="24769" h="96547">
                <a:moveTo>
                  <a:pt x="0" y="96547"/>
                </a:moveTo>
                <a:lnTo>
                  <a:pt x="24769" y="82423"/>
                </a:lnTo>
                <a:lnTo>
                  <a:pt x="24769" y="0"/>
                </a:lnTo>
                <a:lnTo>
                  <a:pt x="0" y="14125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29360" y="4078130"/>
            <a:ext cx="20588" cy="101060"/>
          </a:xfrm>
          <a:custGeom>
            <a:avLst/>
            <a:gdLst/>
            <a:ahLst/>
            <a:cxnLst/>
            <a:rect l="l" t="t" r="r" b="b"/>
            <a:pathLst>
              <a:path w="20588" h="101060">
                <a:moveTo>
                  <a:pt x="0" y="101060"/>
                </a:moveTo>
                <a:lnTo>
                  <a:pt x="20588" y="82423"/>
                </a:lnTo>
                <a:lnTo>
                  <a:pt x="20588" y="0"/>
                </a:lnTo>
                <a:lnTo>
                  <a:pt x="0" y="18637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49948" y="4055916"/>
            <a:ext cx="15375" cy="104637"/>
          </a:xfrm>
          <a:custGeom>
            <a:avLst/>
            <a:gdLst/>
            <a:ahLst/>
            <a:cxnLst/>
            <a:rect l="l" t="t" r="r" b="b"/>
            <a:pathLst>
              <a:path w="15375" h="104637">
                <a:moveTo>
                  <a:pt x="0" y="104637"/>
                </a:moveTo>
                <a:lnTo>
                  <a:pt x="15375" y="82423"/>
                </a:lnTo>
                <a:lnTo>
                  <a:pt x="15375" y="0"/>
                </a:lnTo>
                <a:lnTo>
                  <a:pt x="0" y="22215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14323" y="3890530"/>
            <a:ext cx="263327" cy="314926"/>
          </a:xfrm>
          <a:custGeom>
            <a:avLst/>
            <a:gdLst/>
            <a:ahLst/>
            <a:cxnLst/>
            <a:rect l="l" t="t" r="r" b="b"/>
            <a:pathLst>
              <a:path w="263327" h="314926">
                <a:moveTo>
                  <a:pt x="0" y="117701"/>
                </a:moveTo>
                <a:lnTo>
                  <a:pt x="2936" y="91796"/>
                </a:lnTo>
                <a:lnTo>
                  <a:pt x="12327" y="67118"/>
                </a:lnTo>
                <a:lnTo>
                  <a:pt x="27701" y="44903"/>
                </a:lnTo>
                <a:lnTo>
                  <a:pt x="48289" y="26266"/>
                </a:lnTo>
                <a:lnTo>
                  <a:pt x="73058" y="12141"/>
                </a:lnTo>
                <a:lnTo>
                  <a:pt x="100765" y="3237"/>
                </a:lnTo>
                <a:lnTo>
                  <a:pt x="130022" y="0"/>
                </a:lnTo>
                <a:lnTo>
                  <a:pt x="159361" y="2592"/>
                </a:lnTo>
                <a:lnTo>
                  <a:pt x="187311" y="10884"/>
                </a:lnTo>
                <a:lnTo>
                  <a:pt x="212471" y="24459"/>
                </a:lnTo>
                <a:lnTo>
                  <a:pt x="233578" y="42637"/>
                </a:lnTo>
                <a:lnTo>
                  <a:pt x="249576" y="64506"/>
                </a:lnTo>
                <a:lnTo>
                  <a:pt x="259660" y="88970"/>
                </a:lnTo>
                <a:lnTo>
                  <a:pt x="263327" y="114803"/>
                </a:lnTo>
                <a:lnTo>
                  <a:pt x="263327" y="197225"/>
                </a:lnTo>
                <a:lnTo>
                  <a:pt x="260391" y="223130"/>
                </a:lnTo>
                <a:lnTo>
                  <a:pt x="251000" y="247809"/>
                </a:lnTo>
                <a:lnTo>
                  <a:pt x="235625" y="270023"/>
                </a:lnTo>
                <a:lnTo>
                  <a:pt x="215037" y="288660"/>
                </a:lnTo>
                <a:lnTo>
                  <a:pt x="190269" y="302785"/>
                </a:lnTo>
                <a:lnTo>
                  <a:pt x="162562" y="311689"/>
                </a:lnTo>
                <a:lnTo>
                  <a:pt x="133305" y="314926"/>
                </a:lnTo>
                <a:lnTo>
                  <a:pt x="103966" y="312334"/>
                </a:lnTo>
                <a:lnTo>
                  <a:pt x="76016" y="304043"/>
                </a:lnTo>
                <a:lnTo>
                  <a:pt x="50856" y="290468"/>
                </a:lnTo>
                <a:lnTo>
                  <a:pt x="29748" y="272290"/>
                </a:lnTo>
                <a:lnTo>
                  <a:pt x="13751" y="250420"/>
                </a:lnTo>
                <a:lnTo>
                  <a:pt x="3666" y="225956"/>
                </a:lnTo>
                <a:lnTo>
                  <a:pt x="0" y="200124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4323" y="3890530"/>
            <a:ext cx="263327" cy="232504"/>
          </a:xfrm>
          <a:custGeom>
            <a:avLst/>
            <a:gdLst/>
            <a:ahLst/>
            <a:cxnLst/>
            <a:rect l="l" t="t" r="r" b="b"/>
            <a:pathLst>
              <a:path w="263327" h="232504">
                <a:moveTo>
                  <a:pt x="251000" y="165386"/>
                </a:moveTo>
                <a:lnTo>
                  <a:pt x="260391" y="140707"/>
                </a:lnTo>
                <a:lnTo>
                  <a:pt x="263327" y="114803"/>
                </a:lnTo>
                <a:lnTo>
                  <a:pt x="259660" y="88970"/>
                </a:lnTo>
                <a:lnTo>
                  <a:pt x="249576" y="64506"/>
                </a:lnTo>
                <a:lnTo>
                  <a:pt x="233578" y="42637"/>
                </a:lnTo>
                <a:lnTo>
                  <a:pt x="212471" y="24459"/>
                </a:lnTo>
                <a:lnTo>
                  <a:pt x="187311" y="10884"/>
                </a:lnTo>
                <a:lnTo>
                  <a:pt x="159361" y="2592"/>
                </a:lnTo>
                <a:lnTo>
                  <a:pt x="130022" y="0"/>
                </a:lnTo>
                <a:lnTo>
                  <a:pt x="100765" y="3237"/>
                </a:lnTo>
                <a:lnTo>
                  <a:pt x="73058" y="12141"/>
                </a:lnTo>
                <a:lnTo>
                  <a:pt x="48289" y="26266"/>
                </a:lnTo>
                <a:lnTo>
                  <a:pt x="27701" y="44903"/>
                </a:lnTo>
                <a:lnTo>
                  <a:pt x="12327" y="67118"/>
                </a:lnTo>
                <a:lnTo>
                  <a:pt x="2936" y="91796"/>
                </a:lnTo>
                <a:lnTo>
                  <a:pt x="0" y="117701"/>
                </a:lnTo>
                <a:lnTo>
                  <a:pt x="3666" y="143533"/>
                </a:lnTo>
                <a:lnTo>
                  <a:pt x="13751" y="167997"/>
                </a:lnTo>
                <a:lnTo>
                  <a:pt x="29748" y="189867"/>
                </a:lnTo>
                <a:lnTo>
                  <a:pt x="50856" y="208045"/>
                </a:lnTo>
                <a:lnTo>
                  <a:pt x="76016" y="221620"/>
                </a:lnTo>
                <a:lnTo>
                  <a:pt x="103966" y="229912"/>
                </a:lnTo>
                <a:lnTo>
                  <a:pt x="133305" y="232504"/>
                </a:lnTo>
                <a:lnTo>
                  <a:pt x="162562" y="229267"/>
                </a:lnTo>
                <a:lnTo>
                  <a:pt x="190269" y="220362"/>
                </a:lnTo>
                <a:lnTo>
                  <a:pt x="215037" y="206238"/>
                </a:lnTo>
                <a:lnTo>
                  <a:pt x="235625" y="187601"/>
                </a:lnTo>
                <a:close/>
              </a:path>
            </a:pathLst>
          </a:custGeom>
          <a:solidFill>
            <a:srgbClr val="DDDDDD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434340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위를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향함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8650394" y="2842393"/>
            <a:ext cx="1486081" cy="1529268"/>
          </a:xfrm>
          <a:custGeom>
            <a:avLst/>
            <a:gdLst/>
            <a:ahLst/>
            <a:cxnLst/>
            <a:rect l="l" t="t" r="r" b="b"/>
            <a:pathLst>
              <a:path w="1486081" h="1529268">
                <a:moveTo>
                  <a:pt x="1486081" y="1139466"/>
                </a:moveTo>
                <a:lnTo>
                  <a:pt x="1486081" y="0"/>
                </a:lnTo>
                <a:lnTo>
                  <a:pt x="0" y="389802"/>
                </a:lnTo>
                <a:lnTo>
                  <a:pt x="0" y="1529268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113328" y="2944868"/>
            <a:ext cx="537066" cy="1426793"/>
          </a:xfrm>
          <a:custGeom>
            <a:avLst/>
            <a:gdLst/>
            <a:ahLst/>
            <a:cxnLst/>
            <a:rect l="l" t="t" r="r" b="b"/>
            <a:pathLst>
              <a:path w="537066" h="1426793">
                <a:moveTo>
                  <a:pt x="0" y="1139466"/>
                </a:moveTo>
                <a:lnTo>
                  <a:pt x="537066" y="1426793"/>
                </a:lnTo>
                <a:lnTo>
                  <a:pt x="537066" y="287327"/>
                </a:lnTo>
                <a:lnTo>
                  <a:pt x="0" y="0"/>
                </a:lnTo>
                <a:close/>
              </a:path>
            </a:pathLst>
          </a:custGeom>
          <a:solidFill>
            <a:srgbClr val="848484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113328" y="2555066"/>
            <a:ext cx="2023147" cy="677129"/>
          </a:xfrm>
          <a:custGeom>
            <a:avLst/>
            <a:gdLst/>
            <a:ahLst/>
            <a:cxnLst/>
            <a:rect l="l" t="t" r="r" b="b"/>
            <a:pathLst>
              <a:path w="2023147" h="677129">
                <a:moveTo>
                  <a:pt x="1486081" y="0"/>
                </a:moveTo>
                <a:lnTo>
                  <a:pt x="0" y="389802"/>
                </a:lnTo>
                <a:lnTo>
                  <a:pt x="537066" y="677129"/>
                </a:lnTo>
                <a:lnTo>
                  <a:pt x="2023147" y="287327"/>
                </a:lnTo>
                <a:close/>
              </a:path>
            </a:pathLst>
          </a:custGeom>
          <a:solidFill>
            <a:srgbClr val="A6A6A6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65703" y="2637041"/>
            <a:ext cx="671133" cy="393081"/>
          </a:xfrm>
          <a:custGeom>
            <a:avLst/>
            <a:gdLst/>
            <a:ahLst/>
            <a:cxnLst/>
            <a:rect l="l" t="t" r="r" b="b"/>
            <a:pathLst>
              <a:path w="671133" h="393081">
                <a:moveTo>
                  <a:pt x="671133" y="217041"/>
                </a:moveTo>
                <a:lnTo>
                  <a:pt x="671133" y="0"/>
                </a:lnTo>
                <a:lnTo>
                  <a:pt x="0" y="176040"/>
                </a:lnTo>
                <a:lnTo>
                  <a:pt x="0" y="393081"/>
                </a:lnTo>
                <a:close/>
              </a:path>
            </a:pathLst>
          </a:custGeom>
          <a:solidFill>
            <a:srgbClr val="52525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96471" y="2615544"/>
            <a:ext cx="369233" cy="414578"/>
          </a:xfrm>
          <a:custGeom>
            <a:avLst/>
            <a:gdLst/>
            <a:ahLst/>
            <a:cxnLst/>
            <a:rect l="l" t="t" r="r" b="b"/>
            <a:pathLst>
              <a:path w="369233" h="414578">
                <a:moveTo>
                  <a:pt x="0" y="217041"/>
                </a:moveTo>
                <a:lnTo>
                  <a:pt x="369233" y="414578"/>
                </a:lnTo>
                <a:lnTo>
                  <a:pt x="369233" y="197537"/>
                </a:lnTo>
                <a:lnTo>
                  <a:pt x="0" y="0"/>
                </a:lnTo>
                <a:close/>
              </a:path>
            </a:pathLst>
          </a:custGeom>
          <a:solidFill>
            <a:srgbClr val="848484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796471" y="2439504"/>
            <a:ext cx="1040366" cy="373577"/>
          </a:xfrm>
          <a:custGeom>
            <a:avLst/>
            <a:gdLst/>
            <a:ahLst/>
            <a:cxnLst/>
            <a:rect l="l" t="t" r="r" b="b"/>
            <a:pathLst>
              <a:path w="1040366" h="373577">
                <a:moveTo>
                  <a:pt x="671133" y="0"/>
                </a:moveTo>
                <a:lnTo>
                  <a:pt x="0" y="176040"/>
                </a:lnTo>
                <a:lnTo>
                  <a:pt x="369233" y="373577"/>
                </a:lnTo>
                <a:lnTo>
                  <a:pt x="1040366" y="197537"/>
                </a:lnTo>
                <a:close/>
              </a:path>
            </a:pathLst>
          </a:custGeom>
          <a:solidFill>
            <a:srgbClr val="A6A6A6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033898" y="3608414"/>
            <a:ext cx="294331" cy="245562"/>
          </a:xfrm>
          <a:custGeom>
            <a:avLst/>
            <a:gdLst/>
            <a:ahLst/>
            <a:cxnLst/>
            <a:rect l="l" t="t" r="r" b="b"/>
            <a:pathLst>
              <a:path w="294331" h="245562">
                <a:moveTo>
                  <a:pt x="0" y="92920"/>
                </a:moveTo>
                <a:lnTo>
                  <a:pt x="9014" y="0"/>
                </a:lnTo>
                <a:lnTo>
                  <a:pt x="294331" y="152642"/>
                </a:lnTo>
                <a:lnTo>
                  <a:pt x="285316" y="245562"/>
                </a:lnTo>
                <a:close/>
              </a:path>
            </a:pathLst>
          </a:custGeom>
          <a:solidFill>
            <a:srgbClr val="A3A3A3"/>
          </a:solidFill>
          <a:ln w="6350">
            <a:solidFill>
              <a:srgbClr val="A3A3A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42913" y="3515425"/>
            <a:ext cx="311907" cy="245632"/>
          </a:xfrm>
          <a:custGeom>
            <a:avLst/>
            <a:gdLst/>
            <a:ahLst/>
            <a:cxnLst/>
            <a:rect l="l" t="t" r="r" b="b"/>
            <a:pathLst>
              <a:path w="311907" h="245632">
                <a:moveTo>
                  <a:pt x="0" y="92989"/>
                </a:moveTo>
                <a:lnTo>
                  <a:pt x="26591" y="0"/>
                </a:lnTo>
                <a:lnTo>
                  <a:pt x="311907" y="152642"/>
                </a:lnTo>
                <a:lnTo>
                  <a:pt x="285316" y="245632"/>
                </a:lnTo>
                <a:close/>
              </a:path>
            </a:pathLst>
          </a:custGeom>
          <a:solidFill>
            <a:srgbClr val="B4B4B4"/>
          </a:solidFill>
          <a:ln w="6350">
            <a:solidFill>
              <a:srgbClr val="B4B4B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069504" y="3427029"/>
            <a:ext cx="328150" cy="241038"/>
          </a:xfrm>
          <a:custGeom>
            <a:avLst/>
            <a:gdLst/>
            <a:ahLst/>
            <a:cxnLst/>
            <a:rect l="l" t="t" r="r" b="b"/>
            <a:pathLst>
              <a:path w="328150" h="241038">
                <a:moveTo>
                  <a:pt x="0" y="88396"/>
                </a:moveTo>
                <a:lnTo>
                  <a:pt x="42834" y="0"/>
                </a:lnTo>
                <a:lnTo>
                  <a:pt x="328150" y="152642"/>
                </a:lnTo>
                <a:lnTo>
                  <a:pt x="285316" y="241038"/>
                </a:lnTo>
                <a:close/>
              </a:path>
            </a:pathLst>
          </a:custGeom>
          <a:solidFill>
            <a:srgbClr val="C1C1C1"/>
          </a:solidFill>
          <a:ln w="6350">
            <a:solidFill>
              <a:srgbClr val="C1C1C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112338" y="3347658"/>
            <a:ext cx="342246" cy="232013"/>
          </a:xfrm>
          <a:custGeom>
            <a:avLst/>
            <a:gdLst/>
            <a:ahLst/>
            <a:cxnLst/>
            <a:rect l="l" t="t" r="r" b="b"/>
            <a:pathLst>
              <a:path w="342246" h="232013">
                <a:moveTo>
                  <a:pt x="0" y="79370"/>
                </a:moveTo>
                <a:lnTo>
                  <a:pt x="56929" y="0"/>
                </a:lnTo>
                <a:lnTo>
                  <a:pt x="342246" y="152642"/>
                </a:lnTo>
                <a:lnTo>
                  <a:pt x="285316" y="232013"/>
                </a:lnTo>
                <a:close/>
              </a:path>
            </a:pathLst>
          </a:custGeom>
          <a:solidFill>
            <a:srgbClr val="CACACA"/>
          </a:solidFill>
          <a:ln w="6350">
            <a:solidFill>
              <a:srgbClr val="CACAC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169267" y="3281294"/>
            <a:ext cx="353486" cy="219007"/>
          </a:xfrm>
          <a:custGeom>
            <a:avLst/>
            <a:gdLst/>
            <a:ahLst/>
            <a:cxnLst/>
            <a:rect l="l" t="t" r="r" b="b"/>
            <a:pathLst>
              <a:path w="353486" h="219007">
                <a:moveTo>
                  <a:pt x="0" y="66364"/>
                </a:moveTo>
                <a:lnTo>
                  <a:pt x="68170" y="0"/>
                </a:lnTo>
                <a:lnTo>
                  <a:pt x="353486" y="152642"/>
                </a:lnTo>
                <a:lnTo>
                  <a:pt x="285316" y="219007"/>
                </a:lnTo>
                <a:close/>
              </a:path>
            </a:pathLst>
          </a:custGeom>
          <a:solidFill>
            <a:srgbClr val="CDCDCD"/>
          </a:solidFill>
          <a:ln w="6350">
            <a:solidFill>
              <a:srgbClr val="CDCDC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237437" y="3231263"/>
            <a:ext cx="361309" cy="202673"/>
          </a:xfrm>
          <a:custGeom>
            <a:avLst/>
            <a:gdLst/>
            <a:ahLst/>
            <a:cxnLst/>
            <a:rect l="l" t="t" r="r" b="b"/>
            <a:pathLst>
              <a:path w="361309" h="202673">
                <a:moveTo>
                  <a:pt x="0" y="50031"/>
                </a:moveTo>
                <a:lnTo>
                  <a:pt x="75992" y="0"/>
                </a:lnTo>
                <a:lnTo>
                  <a:pt x="361309" y="152642"/>
                </a:lnTo>
                <a:lnTo>
                  <a:pt x="285316" y="202673"/>
                </a:lnTo>
                <a:close/>
              </a:path>
            </a:pathLst>
          </a:custGeom>
          <a:solidFill>
            <a:srgbClr val="CBCBCB"/>
          </a:solidFill>
          <a:ln w="6350">
            <a:solidFill>
              <a:srgbClr val="CBCBC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313430" y="3200075"/>
            <a:ext cx="365320" cy="183831"/>
          </a:xfrm>
          <a:custGeom>
            <a:avLst/>
            <a:gdLst/>
            <a:ahLst/>
            <a:cxnLst/>
            <a:rect l="l" t="t" r="r" b="b"/>
            <a:pathLst>
              <a:path w="365320" h="183831">
                <a:moveTo>
                  <a:pt x="0" y="31188"/>
                </a:moveTo>
                <a:lnTo>
                  <a:pt x="80004" y="0"/>
                </a:lnTo>
                <a:lnTo>
                  <a:pt x="365320" y="152642"/>
                </a:lnTo>
                <a:lnTo>
                  <a:pt x="285316" y="183831"/>
                </a:lnTo>
                <a:close/>
              </a:path>
            </a:pathLst>
          </a:custGeom>
          <a:solidFill>
            <a:srgbClr val="C3C3C3"/>
          </a:solidFill>
          <a:ln w="6350">
            <a:solidFill>
              <a:srgbClr val="C3C3C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393434" y="3189293"/>
            <a:ext cx="365320" cy="163425"/>
          </a:xfrm>
          <a:custGeom>
            <a:avLst/>
            <a:gdLst/>
            <a:ahLst/>
            <a:cxnLst/>
            <a:rect l="l" t="t" r="r" b="b"/>
            <a:pathLst>
              <a:path w="365320" h="163425">
                <a:moveTo>
                  <a:pt x="0" y="10782"/>
                </a:moveTo>
                <a:lnTo>
                  <a:pt x="80004" y="0"/>
                </a:lnTo>
                <a:lnTo>
                  <a:pt x="365320" y="152642"/>
                </a:lnTo>
                <a:lnTo>
                  <a:pt x="285316" y="163425"/>
                </a:lnTo>
                <a:close/>
              </a:path>
            </a:pathLst>
          </a:custGeom>
          <a:solidFill>
            <a:srgbClr val="B7B7B7"/>
          </a:solidFill>
          <a:ln w="6350">
            <a:solidFill>
              <a:srgbClr val="B7B7B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473438" y="3189293"/>
            <a:ext cx="361309" cy="162807"/>
          </a:xfrm>
          <a:custGeom>
            <a:avLst/>
            <a:gdLst/>
            <a:ahLst/>
            <a:cxnLst/>
            <a:rect l="l" t="t" r="r" b="b"/>
            <a:pathLst>
              <a:path w="361309" h="162807">
                <a:moveTo>
                  <a:pt x="0" y="0"/>
                </a:moveTo>
                <a:lnTo>
                  <a:pt x="75992" y="10165"/>
                </a:lnTo>
                <a:lnTo>
                  <a:pt x="361309" y="162807"/>
                </a:lnTo>
                <a:lnTo>
                  <a:pt x="285316" y="152642"/>
                </a:lnTo>
                <a:close/>
              </a:path>
            </a:pathLst>
          </a:custGeom>
          <a:solidFill>
            <a:srgbClr val="A7A7A7"/>
          </a:solidFill>
          <a:ln w="6350">
            <a:solidFill>
              <a:srgbClr val="A7A7A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549431" y="3199458"/>
            <a:ext cx="353486" cy="183244"/>
          </a:xfrm>
          <a:custGeom>
            <a:avLst/>
            <a:gdLst/>
            <a:ahLst/>
            <a:cxnLst/>
            <a:rect l="l" t="t" r="r" b="b"/>
            <a:pathLst>
              <a:path w="353486" h="183244">
                <a:moveTo>
                  <a:pt x="0" y="0"/>
                </a:moveTo>
                <a:lnTo>
                  <a:pt x="68170" y="30602"/>
                </a:lnTo>
                <a:lnTo>
                  <a:pt x="353486" y="183244"/>
                </a:lnTo>
                <a:lnTo>
                  <a:pt x="285316" y="152642"/>
                </a:lnTo>
                <a:close/>
              </a:path>
            </a:pathLst>
          </a:custGeom>
          <a:solidFill>
            <a:srgbClr val="949494"/>
          </a:solidFill>
          <a:ln w="6350">
            <a:solidFill>
              <a:srgbClr val="94949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112338" y="3934490"/>
            <a:ext cx="342246" cy="202147"/>
          </a:xfrm>
          <a:custGeom>
            <a:avLst/>
            <a:gdLst/>
            <a:ahLst/>
            <a:cxnLst/>
            <a:rect l="l" t="t" r="r" b="b"/>
            <a:pathLst>
              <a:path w="342246" h="202147">
                <a:moveTo>
                  <a:pt x="56929" y="49505"/>
                </a:moveTo>
                <a:lnTo>
                  <a:pt x="0" y="0"/>
                </a:lnTo>
                <a:lnTo>
                  <a:pt x="285316" y="152642"/>
                </a:lnTo>
                <a:lnTo>
                  <a:pt x="342246" y="202147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069504" y="3868565"/>
            <a:ext cx="328150" cy="218567"/>
          </a:xfrm>
          <a:custGeom>
            <a:avLst/>
            <a:gdLst/>
            <a:ahLst/>
            <a:cxnLst/>
            <a:rect l="l" t="t" r="r" b="b"/>
            <a:pathLst>
              <a:path w="328150" h="218567">
                <a:moveTo>
                  <a:pt x="42834" y="65925"/>
                </a:moveTo>
                <a:lnTo>
                  <a:pt x="0" y="0"/>
                </a:lnTo>
                <a:lnTo>
                  <a:pt x="285316" y="152642"/>
                </a:lnTo>
                <a:lnTo>
                  <a:pt x="328150" y="218567"/>
                </a:lnTo>
                <a:close/>
              </a:path>
            </a:pathLst>
          </a:custGeom>
          <a:solidFill>
            <a:srgbClr val="646464"/>
          </a:solidFill>
          <a:ln w="6350">
            <a:solidFill>
              <a:srgbClr val="646464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042913" y="3789525"/>
            <a:ext cx="311907" cy="231682"/>
          </a:xfrm>
          <a:custGeom>
            <a:avLst/>
            <a:gdLst/>
            <a:ahLst/>
            <a:cxnLst/>
            <a:rect l="l" t="t" r="r" b="b"/>
            <a:pathLst>
              <a:path w="311907" h="231682">
                <a:moveTo>
                  <a:pt x="26591" y="79040"/>
                </a:moveTo>
                <a:lnTo>
                  <a:pt x="0" y="0"/>
                </a:lnTo>
                <a:lnTo>
                  <a:pt x="285316" y="152642"/>
                </a:lnTo>
                <a:lnTo>
                  <a:pt x="311907" y="231682"/>
                </a:lnTo>
                <a:close/>
              </a:path>
            </a:pathLst>
          </a:custGeom>
          <a:solidFill>
            <a:srgbClr val="797979"/>
          </a:solidFill>
          <a:ln w="6350">
            <a:solidFill>
              <a:srgbClr val="79797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033898" y="3701334"/>
            <a:ext cx="294331" cy="240833"/>
          </a:xfrm>
          <a:custGeom>
            <a:avLst/>
            <a:gdLst/>
            <a:ahLst/>
            <a:cxnLst/>
            <a:rect l="l" t="t" r="r" b="b"/>
            <a:pathLst>
              <a:path w="294331" h="240833">
                <a:moveTo>
                  <a:pt x="9014" y="88191"/>
                </a:moveTo>
                <a:lnTo>
                  <a:pt x="0" y="0"/>
                </a:lnTo>
                <a:lnTo>
                  <a:pt x="285316" y="152642"/>
                </a:lnTo>
                <a:lnTo>
                  <a:pt x="294331" y="240833"/>
                </a:lnTo>
                <a:close/>
              </a:path>
            </a:pathLst>
          </a:custGeom>
          <a:solidFill>
            <a:srgbClr val="8F8F8F"/>
          </a:solidFill>
          <a:ln w="6350">
            <a:solidFill>
              <a:srgbClr val="8F8F8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033898" y="3189293"/>
            <a:ext cx="1004388" cy="988111"/>
          </a:xfrm>
          <a:custGeom>
            <a:avLst/>
            <a:gdLst/>
            <a:ahLst/>
            <a:cxnLst/>
            <a:rect l="l" t="t" r="r" b="b"/>
            <a:pathLst>
              <a:path w="1004388" h="988111">
                <a:moveTo>
                  <a:pt x="0" y="512041"/>
                </a:moveTo>
                <a:lnTo>
                  <a:pt x="9014" y="419121"/>
                </a:lnTo>
                <a:lnTo>
                  <a:pt x="35605" y="326132"/>
                </a:lnTo>
                <a:lnTo>
                  <a:pt x="78439" y="237736"/>
                </a:lnTo>
                <a:lnTo>
                  <a:pt x="135369" y="158366"/>
                </a:lnTo>
                <a:lnTo>
                  <a:pt x="203539" y="92001"/>
                </a:lnTo>
                <a:lnTo>
                  <a:pt x="279531" y="41971"/>
                </a:lnTo>
                <a:lnTo>
                  <a:pt x="359536" y="10782"/>
                </a:lnTo>
                <a:lnTo>
                  <a:pt x="439540" y="0"/>
                </a:lnTo>
                <a:lnTo>
                  <a:pt x="515532" y="10165"/>
                </a:lnTo>
                <a:lnTo>
                  <a:pt x="583702" y="40767"/>
                </a:lnTo>
                <a:lnTo>
                  <a:pt x="869019" y="193409"/>
                </a:lnTo>
                <a:lnTo>
                  <a:pt x="925948" y="242914"/>
                </a:lnTo>
                <a:lnTo>
                  <a:pt x="968782" y="308839"/>
                </a:lnTo>
                <a:lnTo>
                  <a:pt x="995373" y="387879"/>
                </a:lnTo>
                <a:lnTo>
                  <a:pt x="1004388" y="476070"/>
                </a:lnTo>
                <a:lnTo>
                  <a:pt x="995373" y="568989"/>
                </a:lnTo>
                <a:lnTo>
                  <a:pt x="968782" y="661979"/>
                </a:lnTo>
                <a:lnTo>
                  <a:pt x="925948" y="750375"/>
                </a:lnTo>
                <a:lnTo>
                  <a:pt x="869019" y="829745"/>
                </a:lnTo>
                <a:lnTo>
                  <a:pt x="800849" y="896110"/>
                </a:lnTo>
                <a:lnTo>
                  <a:pt x="724856" y="946140"/>
                </a:lnTo>
                <a:lnTo>
                  <a:pt x="644852" y="977329"/>
                </a:lnTo>
                <a:lnTo>
                  <a:pt x="564848" y="988111"/>
                </a:lnTo>
                <a:lnTo>
                  <a:pt x="488855" y="977946"/>
                </a:lnTo>
                <a:lnTo>
                  <a:pt x="420685" y="947344"/>
                </a:lnTo>
                <a:lnTo>
                  <a:pt x="135369" y="794702"/>
                </a:lnTo>
                <a:lnTo>
                  <a:pt x="78439" y="745197"/>
                </a:lnTo>
                <a:lnTo>
                  <a:pt x="35605" y="679272"/>
                </a:lnTo>
                <a:lnTo>
                  <a:pt x="9014" y="600232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319215" y="3341935"/>
            <a:ext cx="719071" cy="835469"/>
          </a:xfrm>
          <a:custGeom>
            <a:avLst/>
            <a:gdLst/>
            <a:ahLst/>
            <a:cxnLst/>
            <a:rect l="l" t="t" r="r" b="b"/>
            <a:pathLst>
              <a:path w="719071" h="835469">
                <a:moveTo>
                  <a:pt x="0" y="512041"/>
                </a:moveTo>
                <a:lnTo>
                  <a:pt x="9014" y="419121"/>
                </a:lnTo>
                <a:lnTo>
                  <a:pt x="35605" y="326132"/>
                </a:lnTo>
                <a:lnTo>
                  <a:pt x="78439" y="237736"/>
                </a:lnTo>
                <a:lnTo>
                  <a:pt x="135369" y="158366"/>
                </a:lnTo>
                <a:lnTo>
                  <a:pt x="203539" y="92001"/>
                </a:lnTo>
                <a:lnTo>
                  <a:pt x="279531" y="41971"/>
                </a:lnTo>
                <a:lnTo>
                  <a:pt x="359536" y="10782"/>
                </a:lnTo>
                <a:lnTo>
                  <a:pt x="439540" y="0"/>
                </a:lnTo>
                <a:lnTo>
                  <a:pt x="515532" y="10165"/>
                </a:lnTo>
                <a:lnTo>
                  <a:pt x="583702" y="40767"/>
                </a:lnTo>
                <a:lnTo>
                  <a:pt x="640632" y="90272"/>
                </a:lnTo>
                <a:lnTo>
                  <a:pt x="683466" y="156197"/>
                </a:lnTo>
                <a:lnTo>
                  <a:pt x="710057" y="235236"/>
                </a:lnTo>
                <a:lnTo>
                  <a:pt x="719071" y="323427"/>
                </a:lnTo>
                <a:lnTo>
                  <a:pt x="710057" y="416347"/>
                </a:lnTo>
                <a:lnTo>
                  <a:pt x="683466" y="509336"/>
                </a:lnTo>
                <a:lnTo>
                  <a:pt x="640632" y="597733"/>
                </a:lnTo>
                <a:lnTo>
                  <a:pt x="583702" y="677103"/>
                </a:lnTo>
                <a:lnTo>
                  <a:pt x="515532" y="743467"/>
                </a:lnTo>
                <a:lnTo>
                  <a:pt x="439540" y="793498"/>
                </a:lnTo>
                <a:lnTo>
                  <a:pt x="359536" y="824686"/>
                </a:lnTo>
                <a:lnTo>
                  <a:pt x="279531" y="835469"/>
                </a:lnTo>
                <a:lnTo>
                  <a:pt x="203539" y="825304"/>
                </a:lnTo>
                <a:lnTo>
                  <a:pt x="135369" y="794702"/>
                </a:lnTo>
                <a:lnTo>
                  <a:pt x="78439" y="745197"/>
                </a:lnTo>
                <a:lnTo>
                  <a:pt x="35605" y="679272"/>
                </a:lnTo>
                <a:lnTo>
                  <a:pt x="9014" y="600232"/>
                </a:lnTo>
                <a:close/>
              </a:path>
            </a:pathLst>
          </a:custGeom>
          <a:solidFill>
            <a:srgbClr val="646464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88010" y="2911822"/>
            <a:ext cx="19510" cy="171063"/>
          </a:xfrm>
          <a:custGeom>
            <a:avLst/>
            <a:gdLst/>
            <a:ahLst/>
            <a:cxnLst/>
            <a:rect l="l" t="t" r="r" b="b"/>
            <a:pathLst>
              <a:path w="19510" h="171063">
                <a:moveTo>
                  <a:pt x="0" y="162781"/>
                </a:moveTo>
                <a:lnTo>
                  <a:pt x="19510" y="171063"/>
                </a:lnTo>
                <a:lnTo>
                  <a:pt x="19510" y="8282"/>
                </a:lnTo>
                <a:lnTo>
                  <a:pt x="0" y="0"/>
                </a:lnTo>
                <a:close/>
              </a:path>
            </a:pathLst>
          </a:custGeom>
          <a:solidFill>
            <a:srgbClr val="BCBCBC"/>
          </a:solidFill>
          <a:ln w="6350">
            <a:solidFill>
              <a:srgbClr val="BCBCB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607520" y="2920103"/>
            <a:ext cx="23940" cy="169229"/>
          </a:xfrm>
          <a:custGeom>
            <a:avLst/>
            <a:gdLst/>
            <a:ahLst/>
            <a:cxnLst/>
            <a:rect l="l" t="t" r="r" b="b"/>
            <a:pathLst>
              <a:path w="23940" h="169229">
                <a:moveTo>
                  <a:pt x="0" y="162781"/>
                </a:moveTo>
                <a:lnTo>
                  <a:pt x="23940" y="169229"/>
                </a:lnTo>
                <a:lnTo>
                  <a:pt x="23940" y="6448"/>
                </a:lnTo>
                <a:lnTo>
                  <a:pt x="0" y="0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631460" y="2926551"/>
            <a:ext cx="27170" cy="167071"/>
          </a:xfrm>
          <a:custGeom>
            <a:avLst/>
            <a:gdLst/>
            <a:ahLst/>
            <a:cxnLst/>
            <a:rect l="l" t="t" r="r" b="b"/>
            <a:pathLst>
              <a:path w="27170" h="167071">
                <a:moveTo>
                  <a:pt x="0" y="162781"/>
                </a:moveTo>
                <a:lnTo>
                  <a:pt x="27170" y="167071"/>
                </a:lnTo>
                <a:lnTo>
                  <a:pt x="27170" y="4290"/>
                </a:lnTo>
                <a:lnTo>
                  <a:pt x="0" y="0"/>
                </a:lnTo>
                <a:close/>
              </a:path>
            </a:pathLst>
          </a:custGeom>
          <a:solidFill>
            <a:srgbClr val="B1B1B1"/>
          </a:solidFill>
          <a:ln w="6350">
            <a:solidFill>
              <a:srgbClr val="B1B1B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658630" y="2930841"/>
            <a:ext cx="29038" cy="164699"/>
          </a:xfrm>
          <a:custGeom>
            <a:avLst/>
            <a:gdLst/>
            <a:ahLst/>
            <a:cxnLst/>
            <a:rect l="l" t="t" r="r" b="b"/>
            <a:pathLst>
              <a:path w="29038" h="164699">
                <a:moveTo>
                  <a:pt x="0" y="162781"/>
                </a:moveTo>
                <a:lnTo>
                  <a:pt x="29038" y="164699"/>
                </a:lnTo>
                <a:lnTo>
                  <a:pt x="29038" y="1918"/>
                </a:lnTo>
                <a:lnTo>
                  <a:pt x="0" y="0"/>
                </a:lnTo>
                <a:close/>
              </a:path>
            </a:pathLst>
          </a:custGeom>
          <a:solidFill>
            <a:srgbClr val="A9A9A9"/>
          </a:solidFill>
          <a:ln w="6350">
            <a:solidFill>
              <a:srgbClr val="A9A9A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87668" y="2932209"/>
            <a:ext cx="29449" cy="163331"/>
          </a:xfrm>
          <a:custGeom>
            <a:avLst/>
            <a:gdLst/>
            <a:ahLst/>
            <a:cxnLst/>
            <a:rect l="l" t="t" r="r" b="b"/>
            <a:pathLst>
              <a:path w="29449" h="163331">
                <a:moveTo>
                  <a:pt x="0" y="163331"/>
                </a:moveTo>
                <a:lnTo>
                  <a:pt x="29449" y="162781"/>
                </a:lnTo>
                <a:lnTo>
                  <a:pt x="29449" y="0"/>
                </a:lnTo>
                <a:lnTo>
                  <a:pt x="0" y="551"/>
                </a:lnTo>
                <a:close/>
              </a:path>
            </a:pathLst>
          </a:custGeom>
          <a:solidFill>
            <a:srgbClr val="9F9F9F"/>
          </a:solidFill>
          <a:ln w="6350">
            <a:solidFill>
              <a:srgbClr val="9F9F9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717117" y="2929217"/>
            <a:ext cx="28383" cy="165772"/>
          </a:xfrm>
          <a:custGeom>
            <a:avLst/>
            <a:gdLst/>
            <a:ahLst/>
            <a:cxnLst/>
            <a:rect l="l" t="t" r="r" b="b"/>
            <a:pathLst>
              <a:path w="28383" h="165772">
                <a:moveTo>
                  <a:pt x="0" y="165772"/>
                </a:moveTo>
                <a:lnTo>
                  <a:pt x="28383" y="162781"/>
                </a:lnTo>
                <a:lnTo>
                  <a:pt x="28383" y="0"/>
                </a:lnTo>
                <a:lnTo>
                  <a:pt x="0" y="2992"/>
                </a:lnTo>
                <a:close/>
              </a:path>
            </a:pathLst>
          </a:custGeom>
          <a:solidFill>
            <a:srgbClr val="939393"/>
          </a:solidFill>
          <a:ln w="6350">
            <a:solidFill>
              <a:srgbClr val="93939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745500" y="2923935"/>
            <a:ext cx="25895" cy="168063"/>
          </a:xfrm>
          <a:custGeom>
            <a:avLst/>
            <a:gdLst/>
            <a:ahLst/>
            <a:cxnLst/>
            <a:rect l="l" t="t" r="r" b="b"/>
            <a:pathLst>
              <a:path w="25895" h="168063">
                <a:moveTo>
                  <a:pt x="0" y="168063"/>
                </a:moveTo>
                <a:lnTo>
                  <a:pt x="25895" y="162781"/>
                </a:lnTo>
                <a:lnTo>
                  <a:pt x="25895" y="0"/>
                </a:lnTo>
                <a:lnTo>
                  <a:pt x="0" y="5283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771395" y="2916626"/>
            <a:ext cx="22108" cy="170089"/>
          </a:xfrm>
          <a:custGeom>
            <a:avLst/>
            <a:gdLst/>
            <a:ahLst/>
            <a:cxnLst/>
            <a:rect l="l" t="t" r="r" b="b"/>
            <a:pathLst>
              <a:path w="22108" h="170089">
                <a:moveTo>
                  <a:pt x="0" y="170089"/>
                </a:moveTo>
                <a:lnTo>
                  <a:pt x="22108" y="162781"/>
                </a:lnTo>
                <a:lnTo>
                  <a:pt x="22108" y="0"/>
                </a:lnTo>
                <a:lnTo>
                  <a:pt x="0" y="7309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793503" y="2907658"/>
            <a:ext cx="17212" cy="171749"/>
          </a:xfrm>
          <a:custGeom>
            <a:avLst/>
            <a:gdLst/>
            <a:ahLst/>
            <a:cxnLst/>
            <a:rect l="l" t="t" r="r" b="b"/>
            <a:pathLst>
              <a:path w="17212" h="171749">
                <a:moveTo>
                  <a:pt x="0" y="171749"/>
                </a:moveTo>
                <a:lnTo>
                  <a:pt x="17212" y="162781"/>
                </a:lnTo>
                <a:lnTo>
                  <a:pt x="17212" y="0"/>
                </a:lnTo>
                <a:lnTo>
                  <a:pt x="0" y="8968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810715" y="2897480"/>
            <a:ext cx="11453" cy="172959"/>
          </a:xfrm>
          <a:custGeom>
            <a:avLst/>
            <a:gdLst/>
            <a:ahLst/>
            <a:cxnLst/>
            <a:rect l="l" t="t" r="r" b="b"/>
            <a:pathLst>
              <a:path w="11453" h="172959">
                <a:moveTo>
                  <a:pt x="0" y="172959"/>
                </a:moveTo>
                <a:lnTo>
                  <a:pt x="11453" y="162781"/>
                </a:lnTo>
                <a:lnTo>
                  <a:pt x="11453" y="0"/>
                </a:lnTo>
                <a:lnTo>
                  <a:pt x="0" y="10178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822168" y="2886602"/>
            <a:ext cx="5120" cy="173659"/>
          </a:xfrm>
          <a:custGeom>
            <a:avLst/>
            <a:gdLst/>
            <a:ahLst/>
            <a:cxnLst/>
            <a:rect l="l" t="t" r="r" b="b"/>
            <a:pathLst>
              <a:path w="5120" h="173659">
                <a:moveTo>
                  <a:pt x="0" y="173659"/>
                </a:moveTo>
                <a:lnTo>
                  <a:pt x="5120" y="162781"/>
                </a:lnTo>
                <a:lnTo>
                  <a:pt x="5120" y="0"/>
                </a:lnTo>
                <a:lnTo>
                  <a:pt x="0" y="10878"/>
                </a:lnTo>
                <a:close/>
              </a:path>
            </a:pathLst>
          </a:custGeom>
          <a:solidFill>
            <a:srgbClr val="878787"/>
          </a:solidFill>
          <a:ln w="6350">
            <a:solidFill>
              <a:srgbClr val="87878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564452" y="2880457"/>
            <a:ext cx="1470" cy="173813"/>
          </a:xfrm>
          <a:custGeom>
            <a:avLst/>
            <a:gdLst/>
            <a:ahLst/>
            <a:cxnLst/>
            <a:rect l="l" t="t" r="r" b="b"/>
            <a:pathLst>
              <a:path w="1470" h="173813">
                <a:moveTo>
                  <a:pt x="0" y="162781"/>
                </a:moveTo>
                <a:lnTo>
                  <a:pt x="1470" y="173813"/>
                </a:lnTo>
                <a:lnTo>
                  <a:pt x="1470" y="11032"/>
                </a:lnTo>
                <a:lnTo>
                  <a:pt x="0" y="0"/>
                </a:lnTo>
                <a:close/>
              </a:path>
            </a:pathLst>
          </a:custGeom>
          <a:solidFill>
            <a:srgbClr val="B8B8B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65922" y="2891489"/>
            <a:ext cx="7986" cy="173413"/>
          </a:xfrm>
          <a:custGeom>
            <a:avLst/>
            <a:gdLst/>
            <a:ahLst/>
            <a:cxnLst/>
            <a:rect l="l" t="t" r="r" b="b"/>
            <a:pathLst>
              <a:path w="7986" h="173413">
                <a:moveTo>
                  <a:pt x="0" y="162781"/>
                </a:moveTo>
                <a:lnTo>
                  <a:pt x="7986" y="173413"/>
                </a:lnTo>
                <a:lnTo>
                  <a:pt x="7986" y="10633"/>
                </a:lnTo>
                <a:lnTo>
                  <a:pt x="0" y="0"/>
                </a:lnTo>
                <a:close/>
              </a:path>
            </a:pathLst>
          </a:custGeom>
          <a:solidFill>
            <a:srgbClr val="BCBCBC"/>
          </a:solidFill>
          <a:ln w="6350">
            <a:solidFill>
              <a:srgbClr val="BCBCB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573908" y="2902121"/>
            <a:ext cx="14102" cy="172481"/>
          </a:xfrm>
          <a:custGeom>
            <a:avLst/>
            <a:gdLst/>
            <a:ahLst/>
            <a:cxnLst/>
            <a:rect l="l" t="t" r="r" b="b"/>
            <a:pathLst>
              <a:path w="14102" h="172481">
                <a:moveTo>
                  <a:pt x="0" y="162781"/>
                </a:moveTo>
                <a:lnTo>
                  <a:pt x="14102" y="172481"/>
                </a:lnTo>
                <a:lnTo>
                  <a:pt x="14102" y="9700"/>
                </a:lnTo>
                <a:lnTo>
                  <a:pt x="0" y="0"/>
                </a:lnTo>
                <a:close/>
              </a:path>
            </a:pathLst>
          </a:cu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564452" y="2834299"/>
            <a:ext cx="262836" cy="261241"/>
          </a:xfrm>
          <a:custGeom>
            <a:avLst/>
            <a:gdLst/>
            <a:ahLst/>
            <a:cxnLst/>
            <a:rect l="l" t="t" r="r" b="b"/>
            <a:pathLst>
              <a:path w="262836" h="261241">
                <a:moveTo>
                  <a:pt x="0" y="46157"/>
                </a:moveTo>
                <a:lnTo>
                  <a:pt x="5120" y="35280"/>
                </a:lnTo>
                <a:lnTo>
                  <a:pt x="16573" y="25102"/>
                </a:lnTo>
                <a:lnTo>
                  <a:pt x="33785" y="16133"/>
                </a:lnTo>
                <a:lnTo>
                  <a:pt x="55893" y="8825"/>
                </a:lnTo>
                <a:lnTo>
                  <a:pt x="81788" y="3542"/>
                </a:lnTo>
                <a:lnTo>
                  <a:pt x="110171" y="551"/>
                </a:lnTo>
                <a:lnTo>
                  <a:pt x="139620" y="0"/>
                </a:lnTo>
                <a:lnTo>
                  <a:pt x="168658" y="1918"/>
                </a:lnTo>
                <a:lnTo>
                  <a:pt x="195828" y="6208"/>
                </a:lnTo>
                <a:lnTo>
                  <a:pt x="219768" y="12656"/>
                </a:lnTo>
                <a:lnTo>
                  <a:pt x="239279" y="20938"/>
                </a:lnTo>
                <a:lnTo>
                  <a:pt x="253380" y="30638"/>
                </a:lnTo>
                <a:lnTo>
                  <a:pt x="261366" y="41271"/>
                </a:lnTo>
                <a:lnTo>
                  <a:pt x="262836" y="52303"/>
                </a:lnTo>
                <a:lnTo>
                  <a:pt x="262836" y="215083"/>
                </a:lnTo>
                <a:lnTo>
                  <a:pt x="257716" y="225961"/>
                </a:lnTo>
                <a:lnTo>
                  <a:pt x="246262" y="236139"/>
                </a:lnTo>
                <a:lnTo>
                  <a:pt x="229050" y="245108"/>
                </a:lnTo>
                <a:lnTo>
                  <a:pt x="206943" y="252416"/>
                </a:lnTo>
                <a:lnTo>
                  <a:pt x="181048" y="257699"/>
                </a:lnTo>
                <a:lnTo>
                  <a:pt x="152664" y="260690"/>
                </a:lnTo>
                <a:lnTo>
                  <a:pt x="123216" y="261241"/>
                </a:lnTo>
                <a:lnTo>
                  <a:pt x="94178" y="259323"/>
                </a:lnTo>
                <a:lnTo>
                  <a:pt x="67008" y="255032"/>
                </a:lnTo>
                <a:lnTo>
                  <a:pt x="43067" y="248585"/>
                </a:lnTo>
                <a:lnTo>
                  <a:pt x="23557" y="240303"/>
                </a:lnTo>
                <a:lnTo>
                  <a:pt x="9456" y="230603"/>
                </a:lnTo>
                <a:lnTo>
                  <a:pt x="1470" y="219970"/>
                </a:lnTo>
                <a:lnTo>
                  <a:pt x="0" y="208938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64452" y="2834299"/>
            <a:ext cx="262836" cy="98460"/>
          </a:xfrm>
          <a:custGeom>
            <a:avLst/>
            <a:gdLst/>
            <a:ahLst/>
            <a:cxnLst/>
            <a:rect l="l" t="t" r="r" b="b"/>
            <a:pathLst>
              <a:path w="262836" h="98460">
                <a:moveTo>
                  <a:pt x="23557" y="77522"/>
                </a:moveTo>
                <a:lnTo>
                  <a:pt x="43067" y="85804"/>
                </a:lnTo>
                <a:lnTo>
                  <a:pt x="67008" y="92252"/>
                </a:lnTo>
                <a:lnTo>
                  <a:pt x="94178" y="96542"/>
                </a:lnTo>
                <a:lnTo>
                  <a:pt x="123216" y="98460"/>
                </a:lnTo>
                <a:lnTo>
                  <a:pt x="152664" y="97909"/>
                </a:lnTo>
                <a:lnTo>
                  <a:pt x="181048" y="94918"/>
                </a:lnTo>
                <a:lnTo>
                  <a:pt x="206943" y="89635"/>
                </a:lnTo>
                <a:lnTo>
                  <a:pt x="229050" y="82327"/>
                </a:lnTo>
                <a:lnTo>
                  <a:pt x="246262" y="73358"/>
                </a:lnTo>
                <a:lnTo>
                  <a:pt x="257716" y="63180"/>
                </a:lnTo>
                <a:lnTo>
                  <a:pt x="262836" y="52303"/>
                </a:lnTo>
                <a:lnTo>
                  <a:pt x="261366" y="41271"/>
                </a:lnTo>
                <a:lnTo>
                  <a:pt x="253380" y="30638"/>
                </a:lnTo>
                <a:lnTo>
                  <a:pt x="239279" y="20938"/>
                </a:lnTo>
                <a:lnTo>
                  <a:pt x="219768" y="12656"/>
                </a:lnTo>
                <a:lnTo>
                  <a:pt x="195828" y="6208"/>
                </a:lnTo>
                <a:lnTo>
                  <a:pt x="168658" y="1918"/>
                </a:lnTo>
                <a:lnTo>
                  <a:pt x="139620" y="0"/>
                </a:lnTo>
                <a:lnTo>
                  <a:pt x="110171" y="551"/>
                </a:lnTo>
                <a:lnTo>
                  <a:pt x="81788" y="3542"/>
                </a:lnTo>
                <a:lnTo>
                  <a:pt x="55893" y="8825"/>
                </a:lnTo>
                <a:lnTo>
                  <a:pt x="33785" y="16133"/>
                </a:lnTo>
                <a:lnTo>
                  <a:pt x="16573" y="25102"/>
                </a:lnTo>
                <a:lnTo>
                  <a:pt x="5120" y="35280"/>
                </a:lnTo>
                <a:lnTo>
                  <a:pt x="0" y="46157"/>
                </a:lnTo>
                <a:lnTo>
                  <a:pt x="1470" y="57189"/>
                </a:lnTo>
                <a:lnTo>
                  <a:pt x="9456" y="67822"/>
                </a:lnTo>
                <a:close/>
              </a:path>
            </a:pathLst>
          </a:custGeom>
          <a:solidFill>
            <a:srgbClr val="E1E1E1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259292" y="3761288"/>
            <a:ext cx="161566" cy="189217"/>
          </a:xfrm>
          <a:custGeom>
            <a:avLst/>
            <a:gdLst/>
            <a:ahLst/>
            <a:cxnLst/>
            <a:rect l="l" t="t" r="r" b="b"/>
            <a:pathLst>
              <a:path w="161566" h="189217">
                <a:moveTo>
                  <a:pt x="0" y="108406"/>
                </a:moveTo>
                <a:lnTo>
                  <a:pt x="10517" y="0"/>
                </a:lnTo>
                <a:lnTo>
                  <a:pt x="161566" y="80811"/>
                </a:lnTo>
                <a:lnTo>
                  <a:pt x="151050" y="189217"/>
                </a:lnTo>
                <a:close/>
              </a:path>
            </a:pathLst>
          </a:custGeom>
          <a:solidFill>
            <a:srgbClr val="7C7C7C"/>
          </a:solidFill>
          <a:ln w="6350">
            <a:solidFill>
              <a:srgbClr val="7C7C7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269809" y="3652800"/>
            <a:ext cx="182072" cy="189298"/>
          </a:xfrm>
          <a:custGeom>
            <a:avLst/>
            <a:gdLst/>
            <a:ahLst/>
            <a:cxnLst/>
            <a:rect l="l" t="t" r="r" b="b"/>
            <a:pathLst>
              <a:path w="182072" h="189298">
                <a:moveTo>
                  <a:pt x="0" y="108488"/>
                </a:moveTo>
                <a:lnTo>
                  <a:pt x="31023" y="0"/>
                </a:lnTo>
                <a:lnTo>
                  <a:pt x="182072" y="80811"/>
                </a:lnTo>
                <a:lnTo>
                  <a:pt x="151050" y="189298"/>
                </a:lnTo>
                <a:close/>
              </a:path>
            </a:pathLst>
          </a:custGeom>
          <a:solidFill>
            <a:srgbClr val="8B8B8B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300831" y="3549671"/>
            <a:ext cx="201023" cy="183939"/>
          </a:xfrm>
          <a:custGeom>
            <a:avLst/>
            <a:gdLst/>
            <a:ahLst/>
            <a:cxnLst/>
            <a:rect l="l" t="t" r="r" b="b"/>
            <a:pathLst>
              <a:path w="201023" h="183939">
                <a:moveTo>
                  <a:pt x="0" y="103129"/>
                </a:moveTo>
                <a:lnTo>
                  <a:pt x="49973" y="0"/>
                </a:lnTo>
                <a:lnTo>
                  <a:pt x="201023" y="80811"/>
                </a:lnTo>
                <a:lnTo>
                  <a:pt x="151050" y="183939"/>
                </a:lnTo>
                <a:close/>
              </a:path>
            </a:pathLst>
          </a:custGeom>
          <a:solidFill>
            <a:srgbClr val="969696"/>
          </a:solidFill>
          <a:ln w="6350">
            <a:solidFill>
              <a:srgbClr val="96969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350805" y="3457073"/>
            <a:ext cx="217467" cy="173409"/>
          </a:xfrm>
          <a:custGeom>
            <a:avLst/>
            <a:gdLst/>
            <a:ahLst/>
            <a:cxnLst/>
            <a:rect l="l" t="t" r="r" b="b"/>
            <a:pathLst>
              <a:path w="217467" h="173409">
                <a:moveTo>
                  <a:pt x="0" y="92599"/>
                </a:moveTo>
                <a:lnTo>
                  <a:pt x="66418" y="0"/>
                </a:lnTo>
                <a:lnTo>
                  <a:pt x="217467" y="80811"/>
                </a:lnTo>
                <a:lnTo>
                  <a:pt x="151050" y="173409"/>
                </a:lnTo>
                <a:close/>
              </a:path>
            </a:pathLst>
          </a:custGeom>
          <a:solidFill>
            <a:srgbClr val="9D9D9D"/>
          </a:solidFill>
          <a:ln w="6350">
            <a:solidFill>
              <a:srgbClr val="9D9D9D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417222" y="3379648"/>
            <a:ext cx="230582" cy="158236"/>
          </a:xfrm>
          <a:custGeom>
            <a:avLst/>
            <a:gdLst/>
            <a:ahLst/>
            <a:cxnLst/>
            <a:rect l="l" t="t" r="r" b="b"/>
            <a:pathLst>
              <a:path w="230582" h="158236">
                <a:moveTo>
                  <a:pt x="0" y="77425"/>
                </a:moveTo>
                <a:lnTo>
                  <a:pt x="79532" y="0"/>
                </a:lnTo>
                <a:lnTo>
                  <a:pt x="230582" y="80811"/>
                </a:lnTo>
                <a:lnTo>
                  <a:pt x="151050" y="158236"/>
                </a:lnTo>
                <a:close/>
              </a:path>
            </a:pathLst>
          </a:custGeom>
          <a:solidFill>
            <a:srgbClr val="A0A0A0"/>
          </a:solidFill>
          <a:ln w="6350">
            <a:solidFill>
              <a:srgbClr val="A0A0A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496754" y="3321278"/>
            <a:ext cx="239708" cy="139180"/>
          </a:xfrm>
          <a:custGeom>
            <a:avLst/>
            <a:gdLst/>
            <a:ahLst/>
            <a:cxnLst/>
            <a:rect l="l" t="t" r="r" b="b"/>
            <a:pathLst>
              <a:path w="239708" h="139180">
                <a:moveTo>
                  <a:pt x="0" y="58369"/>
                </a:moveTo>
                <a:lnTo>
                  <a:pt x="88658" y="0"/>
                </a:lnTo>
                <a:lnTo>
                  <a:pt x="239708" y="80811"/>
                </a:lnTo>
                <a:lnTo>
                  <a:pt x="151050" y="139180"/>
                </a:lnTo>
                <a:close/>
              </a:path>
            </a:pathLst>
          </a:custGeom>
          <a:solidFill>
            <a:srgbClr val="9E9E9E"/>
          </a:solidFill>
          <a:ln w="6350">
            <a:solidFill>
              <a:srgbClr val="9E9E9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412" y="3284892"/>
            <a:ext cx="244388" cy="117197"/>
          </a:xfrm>
          <a:custGeom>
            <a:avLst/>
            <a:gdLst/>
            <a:ahLst/>
            <a:cxnLst/>
            <a:rect l="l" t="t" r="r" b="b"/>
            <a:pathLst>
              <a:path w="244388" h="117197">
                <a:moveTo>
                  <a:pt x="0" y="36387"/>
                </a:moveTo>
                <a:lnTo>
                  <a:pt x="93338" y="0"/>
                </a:lnTo>
                <a:lnTo>
                  <a:pt x="244388" y="80811"/>
                </a:lnTo>
                <a:lnTo>
                  <a:pt x="151050" y="117197"/>
                </a:lnTo>
                <a:close/>
              </a:path>
            </a:pathLst>
          </a:custGeom>
          <a:solidFill>
            <a:srgbClr val="989898"/>
          </a:solidFill>
          <a:ln w="6350">
            <a:solidFill>
              <a:srgbClr val="98989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678750" y="3272313"/>
            <a:ext cx="244388" cy="93390"/>
          </a:xfrm>
          <a:custGeom>
            <a:avLst/>
            <a:gdLst/>
            <a:ahLst/>
            <a:cxnLst/>
            <a:rect l="l" t="t" r="r" b="b"/>
            <a:pathLst>
              <a:path w="244388" h="93390">
                <a:moveTo>
                  <a:pt x="0" y="12579"/>
                </a:moveTo>
                <a:lnTo>
                  <a:pt x="93338" y="0"/>
                </a:lnTo>
                <a:lnTo>
                  <a:pt x="244388" y="80811"/>
                </a:lnTo>
                <a:lnTo>
                  <a:pt x="151050" y="93390"/>
                </a:lnTo>
                <a:close/>
              </a:path>
            </a:pathLst>
          </a:custGeom>
          <a:solidFill>
            <a:srgbClr val="8D8D8D"/>
          </a:solidFill>
          <a:ln w="6350">
            <a:solidFill>
              <a:srgbClr val="8D8D8D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772088" y="3272313"/>
            <a:ext cx="239708" cy="92670"/>
          </a:xfrm>
          <a:custGeom>
            <a:avLst/>
            <a:gdLst/>
            <a:ahLst/>
            <a:cxnLst/>
            <a:rect l="l" t="t" r="r" b="b"/>
            <a:pathLst>
              <a:path w="239708" h="92670">
                <a:moveTo>
                  <a:pt x="0" y="0"/>
                </a:moveTo>
                <a:lnTo>
                  <a:pt x="88658" y="11859"/>
                </a:lnTo>
                <a:lnTo>
                  <a:pt x="239708" y="92670"/>
                </a:lnTo>
                <a:lnTo>
                  <a:pt x="151050" y="80811"/>
                </a:lnTo>
                <a:close/>
              </a:path>
            </a:pathLst>
          </a:custGeom>
          <a:solidFill>
            <a:srgbClr val="7F7F7F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860746" y="3284172"/>
            <a:ext cx="230582" cy="116513"/>
          </a:xfrm>
          <a:custGeom>
            <a:avLst/>
            <a:gdLst/>
            <a:ahLst/>
            <a:cxnLst/>
            <a:rect l="l" t="t" r="r" b="b"/>
            <a:pathLst>
              <a:path w="230582" h="116513">
                <a:moveTo>
                  <a:pt x="0" y="0"/>
                </a:moveTo>
                <a:lnTo>
                  <a:pt x="79532" y="35702"/>
                </a:lnTo>
                <a:lnTo>
                  <a:pt x="230582" y="116513"/>
                </a:lnTo>
                <a:lnTo>
                  <a:pt x="151050" y="80811"/>
                </a:lnTo>
                <a:close/>
              </a:path>
            </a:pathLst>
          </a:custGeom>
          <a:solidFill>
            <a:srgbClr val="6E6E6E"/>
          </a:solidFill>
          <a:ln w="6350">
            <a:solidFill>
              <a:srgbClr val="6E6E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350805" y="4141709"/>
            <a:ext cx="217467" cy="138566"/>
          </a:xfrm>
          <a:custGeom>
            <a:avLst/>
            <a:gdLst/>
            <a:ahLst/>
            <a:cxnLst/>
            <a:rect l="l" t="t" r="r" b="b"/>
            <a:pathLst>
              <a:path w="217467" h="138566">
                <a:moveTo>
                  <a:pt x="66418" y="57756"/>
                </a:moveTo>
                <a:lnTo>
                  <a:pt x="0" y="0"/>
                </a:lnTo>
                <a:lnTo>
                  <a:pt x="151050" y="80811"/>
                </a:lnTo>
                <a:lnTo>
                  <a:pt x="217467" y="138566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300831" y="4064797"/>
            <a:ext cx="201023" cy="157723"/>
          </a:xfrm>
          <a:custGeom>
            <a:avLst/>
            <a:gdLst/>
            <a:ahLst/>
            <a:cxnLst/>
            <a:rect l="l" t="t" r="r" b="b"/>
            <a:pathLst>
              <a:path w="201023" h="157723">
                <a:moveTo>
                  <a:pt x="49973" y="76913"/>
                </a:moveTo>
                <a:lnTo>
                  <a:pt x="0" y="0"/>
                </a:lnTo>
                <a:lnTo>
                  <a:pt x="151050" y="80811"/>
                </a:lnTo>
                <a:lnTo>
                  <a:pt x="201023" y="157723"/>
                </a:lnTo>
                <a:close/>
              </a:path>
            </a:pathLst>
          </a:custGeom>
          <a:solidFill>
            <a:srgbClr val="454545"/>
          </a:solidFill>
          <a:ln w="6350">
            <a:solidFill>
              <a:srgbClr val="45454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269809" y="3972584"/>
            <a:ext cx="182072" cy="173024"/>
          </a:xfrm>
          <a:custGeom>
            <a:avLst/>
            <a:gdLst/>
            <a:ahLst/>
            <a:cxnLst/>
            <a:rect l="l" t="t" r="r" b="b"/>
            <a:pathLst>
              <a:path w="182072" h="173024">
                <a:moveTo>
                  <a:pt x="31023" y="92213"/>
                </a:moveTo>
                <a:lnTo>
                  <a:pt x="0" y="0"/>
                </a:lnTo>
                <a:lnTo>
                  <a:pt x="151050" y="80811"/>
                </a:lnTo>
                <a:lnTo>
                  <a:pt x="182072" y="173024"/>
                </a:lnTo>
                <a:close/>
              </a:path>
            </a:pathLst>
          </a:custGeom>
          <a:solidFill>
            <a:srgbClr val="575757"/>
          </a:solidFill>
          <a:ln w="6350">
            <a:solidFill>
              <a:srgbClr val="575757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259292" y="3869694"/>
            <a:ext cx="161566" cy="183700"/>
          </a:xfrm>
          <a:custGeom>
            <a:avLst/>
            <a:gdLst/>
            <a:ahLst/>
            <a:cxnLst/>
            <a:rect l="l" t="t" r="r" b="b"/>
            <a:pathLst>
              <a:path w="161566" h="183700">
                <a:moveTo>
                  <a:pt x="10517" y="102889"/>
                </a:moveTo>
                <a:lnTo>
                  <a:pt x="0" y="0"/>
                </a:lnTo>
                <a:lnTo>
                  <a:pt x="151050" y="80811"/>
                </a:lnTo>
                <a:lnTo>
                  <a:pt x="161566" y="183700"/>
                </a:lnTo>
                <a:close/>
              </a:path>
            </a:pathLst>
          </a:custGeom>
          <a:solidFill>
            <a:srgbClr val="6B6B6B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259292" y="3272313"/>
            <a:ext cx="989966" cy="1055524"/>
          </a:xfrm>
          <a:custGeom>
            <a:avLst/>
            <a:gdLst/>
            <a:ahLst/>
            <a:cxnLst/>
            <a:rect l="l" t="t" r="r" b="b"/>
            <a:pathLst>
              <a:path w="989966" h="1055524">
                <a:moveTo>
                  <a:pt x="0" y="597382"/>
                </a:moveTo>
                <a:lnTo>
                  <a:pt x="10517" y="488975"/>
                </a:lnTo>
                <a:lnTo>
                  <a:pt x="41539" y="380487"/>
                </a:lnTo>
                <a:lnTo>
                  <a:pt x="91513" y="277359"/>
                </a:lnTo>
                <a:lnTo>
                  <a:pt x="157930" y="184760"/>
                </a:lnTo>
                <a:lnTo>
                  <a:pt x="237462" y="107335"/>
                </a:lnTo>
                <a:lnTo>
                  <a:pt x="326120" y="48966"/>
                </a:lnTo>
                <a:lnTo>
                  <a:pt x="419458" y="12579"/>
                </a:lnTo>
                <a:lnTo>
                  <a:pt x="512797" y="0"/>
                </a:lnTo>
                <a:lnTo>
                  <a:pt x="601454" y="11859"/>
                </a:lnTo>
                <a:lnTo>
                  <a:pt x="680986" y="47561"/>
                </a:lnTo>
                <a:lnTo>
                  <a:pt x="832036" y="128372"/>
                </a:lnTo>
                <a:lnTo>
                  <a:pt x="898454" y="186127"/>
                </a:lnTo>
                <a:lnTo>
                  <a:pt x="948427" y="263040"/>
                </a:lnTo>
                <a:lnTo>
                  <a:pt x="979450" y="355253"/>
                </a:lnTo>
                <a:lnTo>
                  <a:pt x="989966" y="458142"/>
                </a:lnTo>
                <a:lnTo>
                  <a:pt x="979450" y="566549"/>
                </a:lnTo>
                <a:lnTo>
                  <a:pt x="948427" y="675037"/>
                </a:lnTo>
                <a:lnTo>
                  <a:pt x="898454" y="778165"/>
                </a:lnTo>
                <a:lnTo>
                  <a:pt x="832036" y="870764"/>
                </a:lnTo>
                <a:lnTo>
                  <a:pt x="752504" y="948189"/>
                </a:lnTo>
                <a:lnTo>
                  <a:pt x="663846" y="1006558"/>
                </a:lnTo>
                <a:lnTo>
                  <a:pt x="570508" y="1042945"/>
                </a:lnTo>
                <a:lnTo>
                  <a:pt x="477170" y="1055524"/>
                </a:lnTo>
                <a:lnTo>
                  <a:pt x="388512" y="1043665"/>
                </a:lnTo>
                <a:lnTo>
                  <a:pt x="308980" y="1007963"/>
                </a:lnTo>
                <a:lnTo>
                  <a:pt x="157930" y="927152"/>
                </a:lnTo>
                <a:lnTo>
                  <a:pt x="91513" y="869396"/>
                </a:lnTo>
                <a:lnTo>
                  <a:pt x="41539" y="792484"/>
                </a:lnTo>
                <a:lnTo>
                  <a:pt x="10517" y="700271"/>
                </a:lnTo>
                <a:close/>
              </a:path>
            </a:pathLst>
          </a:custGeom>
          <a:ln w="15875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410342" y="3353123"/>
            <a:ext cx="838917" cy="974713"/>
          </a:xfrm>
          <a:custGeom>
            <a:avLst/>
            <a:gdLst/>
            <a:ahLst/>
            <a:cxnLst/>
            <a:rect l="l" t="t" r="r" b="b"/>
            <a:pathLst>
              <a:path w="838917" h="974713">
                <a:moveTo>
                  <a:pt x="0" y="597382"/>
                </a:moveTo>
                <a:lnTo>
                  <a:pt x="10517" y="488975"/>
                </a:lnTo>
                <a:lnTo>
                  <a:pt x="41539" y="380487"/>
                </a:lnTo>
                <a:lnTo>
                  <a:pt x="91513" y="277359"/>
                </a:lnTo>
                <a:lnTo>
                  <a:pt x="157930" y="184760"/>
                </a:lnTo>
                <a:lnTo>
                  <a:pt x="237462" y="107335"/>
                </a:lnTo>
                <a:lnTo>
                  <a:pt x="326120" y="48966"/>
                </a:lnTo>
                <a:lnTo>
                  <a:pt x="419458" y="12579"/>
                </a:lnTo>
                <a:lnTo>
                  <a:pt x="512797" y="0"/>
                </a:lnTo>
                <a:lnTo>
                  <a:pt x="601454" y="11859"/>
                </a:lnTo>
                <a:lnTo>
                  <a:pt x="680986" y="47561"/>
                </a:lnTo>
                <a:lnTo>
                  <a:pt x="747404" y="105317"/>
                </a:lnTo>
                <a:lnTo>
                  <a:pt x="797377" y="182229"/>
                </a:lnTo>
                <a:lnTo>
                  <a:pt x="828400" y="274442"/>
                </a:lnTo>
                <a:lnTo>
                  <a:pt x="838917" y="377332"/>
                </a:lnTo>
                <a:lnTo>
                  <a:pt x="828400" y="485738"/>
                </a:lnTo>
                <a:lnTo>
                  <a:pt x="797377" y="594226"/>
                </a:lnTo>
                <a:lnTo>
                  <a:pt x="747404" y="697355"/>
                </a:lnTo>
                <a:lnTo>
                  <a:pt x="680986" y="789953"/>
                </a:lnTo>
                <a:lnTo>
                  <a:pt x="601454" y="867378"/>
                </a:lnTo>
                <a:lnTo>
                  <a:pt x="512797" y="925748"/>
                </a:lnTo>
                <a:lnTo>
                  <a:pt x="419458" y="962134"/>
                </a:lnTo>
                <a:lnTo>
                  <a:pt x="326120" y="974713"/>
                </a:lnTo>
                <a:lnTo>
                  <a:pt x="237462" y="962854"/>
                </a:lnTo>
                <a:lnTo>
                  <a:pt x="157930" y="927152"/>
                </a:lnTo>
                <a:lnTo>
                  <a:pt x="91513" y="869396"/>
                </a:lnTo>
                <a:lnTo>
                  <a:pt x="41539" y="792484"/>
                </a:lnTo>
                <a:lnTo>
                  <a:pt x="10517" y="700271"/>
                </a:lnTo>
                <a:close/>
              </a:path>
            </a:pathLst>
          </a:custGeom>
          <a:solidFill>
            <a:srgbClr val="454545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502623" y="3460342"/>
            <a:ext cx="654355" cy="760276"/>
          </a:xfrm>
          <a:custGeom>
            <a:avLst/>
            <a:gdLst/>
            <a:ahLst/>
            <a:cxnLst/>
            <a:rect l="l" t="t" r="r" b="b"/>
            <a:pathLst>
              <a:path w="654355" h="760276">
                <a:moveTo>
                  <a:pt x="0" y="465958"/>
                </a:moveTo>
                <a:lnTo>
                  <a:pt x="8203" y="381401"/>
                </a:lnTo>
                <a:lnTo>
                  <a:pt x="32401" y="296780"/>
                </a:lnTo>
                <a:lnTo>
                  <a:pt x="71380" y="216340"/>
                </a:lnTo>
                <a:lnTo>
                  <a:pt x="123186" y="144113"/>
                </a:lnTo>
                <a:lnTo>
                  <a:pt x="185220" y="83721"/>
                </a:lnTo>
                <a:lnTo>
                  <a:pt x="254374" y="38193"/>
                </a:lnTo>
                <a:lnTo>
                  <a:pt x="327177" y="9812"/>
                </a:lnTo>
                <a:lnTo>
                  <a:pt x="399981" y="0"/>
                </a:lnTo>
                <a:lnTo>
                  <a:pt x="469134" y="9250"/>
                </a:lnTo>
                <a:lnTo>
                  <a:pt x="531169" y="37098"/>
                </a:lnTo>
                <a:lnTo>
                  <a:pt x="582975" y="82147"/>
                </a:lnTo>
                <a:lnTo>
                  <a:pt x="621954" y="142139"/>
                </a:lnTo>
                <a:lnTo>
                  <a:pt x="646152" y="214065"/>
                </a:lnTo>
                <a:lnTo>
                  <a:pt x="654355" y="294319"/>
                </a:lnTo>
                <a:lnTo>
                  <a:pt x="646152" y="378876"/>
                </a:lnTo>
                <a:lnTo>
                  <a:pt x="621954" y="463496"/>
                </a:lnTo>
                <a:lnTo>
                  <a:pt x="582975" y="543937"/>
                </a:lnTo>
                <a:lnTo>
                  <a:pt x="531169" y="616164"/>
                </a:lnTo>
                <a:lnTo>
                  <a:pt x="469134" y="676555"/>
                </a:lnTo>
                <a:lnTo>
                  <a:pt x="399981" y="722083"/>
                </a:lnTo>
                <a:lnTo>
                  <a:pt x="327177" y="750465"/>
                </a:lnTo>
                <a:lnTo>
                  <a:pt x="254374" y="760276"/>
                </a:lnTo>
                <a:lnTo>
                  <a:pt x="185220" y="751026"/>
                </a:lnTo>
                <a:lnTo>
                  <a:pt x="123186" y="723179"/>
                </a:lnTo>
                <a:lnTo>
                  <a:pt x="71380" y="678129"/>
                </a:lnTo>
                <a:lnTo>
                  <a:pt x="32401" y="618137"/>
                </a:lnTo>
                <a:lnTo>
                  <a:pt x="8203" y="546211"/>
                </a:lnTo>
                <a:close/>
              </a:path>
            </a:pathLst>
          </a:custGeom>
          <a:solidFill>
            <a:srgbClr val="1A1A1A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620071" y="3596802"/>
            <a:ext cx="419458" cy="487357"/>
          </a:xfrm>
          <a:custGeom>
            <a:avLst/>
            <a:gdLst/>
            <a:ahLst/>
            <a:cxnLst/>
            <a:rect l="l" t="t" r="r" b="b"/>
            <a:pathLst>
              <a:path w="419458" h="487357">
                <a:moveTo>
                  <a:pt x="0" y="298691"/>
                </a:moveTo>
                <a:lnTo>
                  <a:pt x="5258" y="244488"/>
                </a:lnTo>
                <a:lnTo>
                  <a:pt x="20770" y="190244"/>
                </a:lnTo>
                <a:lnTo>
                  <a:pt x="45756" y="138679"/>
                </a:lnTo>
                <a:lnTo>
                  <a:pt x="78965" y="92380"/>
                </a:lnTo>
                <a:lnTo>
                  <a:pt x="118731" y="53667"/>
                </a:lnTo>
                <a:lnTo>
                  <a:pt x="163060" y="24483"/>
                </a:lnTo>
                <a:lnTo>
                  <a:pt x="209729" y="6290"/>
                </a:lnTo>
                <a:lnTo>
                  <a:pt x="256398" y="0"/>
                </a:lnTo>
                <a:lnTo>
                  <a:pt x="300727" y="5929"/>
                </a:lnTo>
                <a:lnTo>
                  <a:pt x="340493" y="23781"/>
                </a:lnTo>
                <a:lnTo>
                  <a:pt x="373702" y="52658"/>
                </a:lnTo>
                <a:lnTo>
                  <a:pt x="398689" y="91115"/>
                </a:lnTo>
                <a:lnTo>
                  <a:pt x="414200" y="137221"/>
                </a:lnTo>
                <a:lnTo>
                  <a:pt x="419458" y="188666"/>
                </a:lnTo>
                <a:lnTo>
                  <a:pt x="414200" y="242869"/>
                </a:lnTo>
                <a:lnTo>
                  <a:pt x="398689" y="297113"/>
                </a:lnTo>
                <a:lnTo>
                  <a:pt x="373702" y="348677"/>
                </a:lnTo>
                <a:lnTo>
                  <a:pt x="340493" y="394977"/>
                </a:lnTo>
                <a:lnTo>
                  <a:pt x="300727" y="433689"/>
                </a:lnTo>
                <a:lnTo>
                  <a:pt x="256398" y="462874"/>
                </a:lnTo>
                <a:lnTo>
                  <a:pt x="209729" y="481067"/>
                </a:lnTo>
                <a:lnTo>
                  <a:pt x="163060" y="487357"/>
                </a:lnTo>
                <a:lnTo>
                  <a:pt x="118731" y="481427"/>
                </a:lnTo>
                <a:lnTo>
                  <a:pt x="78965" y="463576"/>
                </a:lnTo>
                <a:lnTo>
                  <a:pt x="45756" y="434698"/>
                </a:lnTo>
                <a:lnTo>
                  <a:pt x="20770" y="396242"/>
                </a:lnTo>
                <a:lnTo>
                  <a:pt x="5258" y="350135"/>
                </a:lnTo>
                <a:close/>
              </a:path>
            </a:pathLst>
          </a:custGeom>
          <a:solidFill>
            <a:srgbClr val="4D4D4D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870483" y="3539071"/>
            <a:ext cx="219342" cy="280082"/>
          </a:xfrm>
          <a:custGeom>
            <a:avLst/>
            <a:gdLst/>
            <a:ahLst/>
            <a:cxnLst/>
            <a:rect l="l" t="t" r="r" b="b"/>
            <a:pathLst>
              <a:path w="219342" h="280082">
                <a:moveTo>
                  <a:pt x="0" y="0"/>
                </a:moveTo>
                <a:lnTo>
                  <a:pt x="43986" y="876"/>
                </a:lnTo>
                <a:lnTo>
                  <a:pt x="85399" y="10883"/>
                </a:lnTo>
                <a:lnTo>
                  <a:pt x="122981" y="29718"/>
                </a:lnTo>
                <a:lnTo>
                  <a:pt x="155590" y="56807"/>
                </a:lnTo>
                <a:lnTo>
                  <a:pt x="182235" y="91329"/>
                </a:lnTo>
                <a:lnTo>
                  <a:pt x="202108" y="132235"/>
                </a:lnTo>
                <a:lnTo>
                  <a:pt x="214603" y="178280"/>
                </a:lnTo>
                <a:lnTo>
                  <a:pt x="219342" y="228067"/>
                </a:lnTo>
                <a:lnTo>
                  <a:pt x="216179" y="280082"/>
                </a:lnTo>
                <a:close/>
              </a:path>
            </a:pathLst>
          </a:custGeom>
          <a:solidFill>
            <a:srgbClr val="D9D9D9"/>
          </a:solidFill>
          <a:ln/>
        </p:spPr>
      </p:sp>
      <p:sp>
        <p:nvSpPr>
          <p:cNvPr id="176" name="Text 174"/>
          <p:cNvSpPr txBox="1"/>
          <p:nvPr/>
        </p:nvSpPr>
        <p:spPr>
          <a:xfrm>
            <a:off x="8138160" y="5394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사선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렌즈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77" name="Text 175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피규어에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비디오 월 레이아웃 인식 피규어</dc:title>
  <dc:subject>PptxGenJS Presentation</dc:subject>
  <dc:creator>PptxGenJS</dc:creator>
  <cp:lastModifiedBy>PptxGenJS</cp:lastModifiedBy>
  <cp:revision>1</cp:revision>
  <dcterms:created xsi:type="dcterms:W3CDTF">2026-09-29T15:03:24Z</dcterms:created>
  <dcterms:modified xsi:type="dcterms:W3CDTF">2026-09-29T15:03:24Z</dcterms:modified>
</cp:coreProperties>
</file>