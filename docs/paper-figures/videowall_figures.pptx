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9428" y="1188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5732" y="133502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5732" y="1335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6356" y="1344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86588" y="1783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↔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디스플레이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00604" y="203454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75508" y="1188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1812" y="133502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1812" y="1335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942436" y="1344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 표시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12668" y="1783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6 cm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26684" y="203454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1588" y="1188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7892" y="133502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7892" y="1335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68516" y="1344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 검출·자세 추정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38748" y="1783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 </a:t>
            </a:r>
            <a:pPr algn="ctr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</a:t>
            </a:r>
            <a:pPr algn="ctr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52764" y="203454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227668" y="1188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73972" y="133502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73972" y="1335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94596" y="13441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정점 계산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364828" y="178308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pPr algn="ctr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spcAft>
                <a:spcPts val="600"/>
              </a:spcAft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{TL, TR, BR, BL}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9428" y="388620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5732" y="403250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5732" y="4032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6356" y="40416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평면 추정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8658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제곱합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최소화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000604" y="473202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375508" y="388620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1812" y="403250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1812" y="4032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942436" y="40416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 2차원 좌표 변환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1266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spcAft>
                <a:spcPts val="600"/>
              </a:spcAft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spcAft>
                <a:spcPts val="6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spcAft>
                <a:spcPts val="600"/>
              </a:spcAft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926684" y="473202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301588" y="388620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47892" y="403250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47892" y="4032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868516" y="40416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정규화·종횡비 조정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43874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û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̂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600"/>
              </a:spcAft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600"/>
              </a:spcAft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[0, 1]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비율에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852764" y="4732020"/>
            <a:ext cx="338328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227668" y="388620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73972" y="4032504"/>
            <a:ext cx="347472" cy="34747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73972" y="4032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794596" y="40416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전달·출력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936482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좌표를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클라이언트로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잘라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484968" y="2916936"/>
            <a:ext cx="0" cy="329184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>
            <a:off x="1706728" y="3246120"/>
            <a:ext cx="87782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06728" y="3246120"/>
            <a:ext cx="0" cy="603504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449428" y="731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디바이스별 추정  (i = 1, …, N 각각 독립 수행)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843888" y="3383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전체 배치 통합  (공통 좌표계 · 하나의 가상 화면)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210148" y="274320"/>
            <a:ext cx="458343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000000"/>
            </a:solidFill>
            <a:prstDash val="dash"/>
          </a:ln>
        </p:spPr>
      </p:sp>
      <p:sp>
        <p:nvSpPr>
          <p:cNvPr id="54" name="Text 52"/>
          <p:cNvSpPr txBox="1"/>
          <p:nvPr/>
        </p:nvSpPr>
        <p:spPr>
          <a:xfrm>
            <a:off x="6301588" y="274320"/>
            <a:ext cx="44005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렌즈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왜곡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계수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558888" y="84124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dash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비디오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디바이스 기준 좌표계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274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카메라 좌표계로의 변환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508760" y="1143000"/>
            <a:ext cx="2468880" cy="3840480"/>
          </a:xfrm>
          <a:prstGeom prst="roundRect">
            <a:avLst>
              <a:gd name="adj" fmla="val 7407"/>
            </a:avLst>
          </a:prstGeom>
          <a:solidFill>
            <a:srgbClr val="D9D9D9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45920" y="1417320"/>
            <a:ext cx="2194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26060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0"/>
                </a:moveTo>
                <a:lnTo>
                  <a:pt x="914400" y="0"/>
                </a:lnTo>
                <a:lnTo>
                  <a:pt x="914400" y="914400"/>
                </a:lnTo>
                <a:lnTo>
                  <a:pt x="0" y="91440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2590800" y="27584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438400" y="29108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895600" y="29108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2590800" y="30632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0" y="30632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32156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321564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0" y="3063240"/>
            <a:ext cx="4572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3063240"/>
            <a:ext cx="50292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743200" y="2606040"/>
            <a:ext cx="0" cy="45720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743200" y="2057400"/>
            <a:ext cx="0" cy="54864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97480" y="301752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0168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761488" y="1892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286000" y="3657600"/>
            <a:ext cx="914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03120" y="3730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6 cm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81912" y="135331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76472" y="135331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76472" y="464515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912" y="464515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7680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TL (−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+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0)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7680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 (+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+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0)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50657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 (−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−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0)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71800" y="50657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 (+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−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/2, 0)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645920" y="5532120"/>
            <a:ext cx="219456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2468880" y="55961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234440" y="1417320"/>
            <a:ext cx="0" cy="32918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31520" y="2926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892040" y="2926080"/>
            <a:ext cx="109728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846320" y="24460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</a:t>
            </a:r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49640" y="734492"/>
            <a:ext cx="2514600" cy="3514496"/>
          </a:xfrm>
          <a:custGeom>
            <a:avLst/>
            <a:gdLst/>
            <a:ahLst/>
            <a:cxnLst/>
            <a:rect l="l" t="t" r="r" b="b"/>
            <a:pathLst>
              <a:path w="2514600" h="3514496">
                <a:moveTo>
                  <a:pt x="0" y="307238"/>
                </a:moveTo>
                <a:lnTo>
                  <a:pt x="2304288" y="0"/>
                </a:lnTo>
                <a:lnTo>
                  <a:pt x="2514600" y="3207258"/>
                </a:lnTo>
                <a:lnTo>
                  <a:pt x="210312" y="3514496"/>
                </a:lnTo>
                <a:close/>
              </a:path>
            </a:pathLst>
          </a:custGeom>
          <a:solidFill>
            <a:srgbClr val="D9D9D9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6800" y="960120"/>
            <a:ext cx="2240280" cy="3063240"/>
          </a:xfrm>
          <a:custGeom>
            <a:avLst/>
            <a:gdLst/>
            <a:ahLst/>
            <a:cxnLst/>
            <a:rect l="l" t="t" r="r" b="b"/>
            <a:pathLst>
              <a:path w="2240280" h="3063240">
                <a:moveTo>
                  <a:pt x="0" y="274320"/>
                </a:moveTo>
                <a:lnTo>
                  <a:pt x="2057400" y="0"/>
                </a:lnTo>
                <a:lnTo>
                  <a:pt x="2240280" y="2788920"/>
                </a:lnTo>
                <a:lnTo>
                  <a:pt x="182880" y="30632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52915" y="2047240"/>
            <a:ext cx="908050" cy="889000"/>
          </a:xfrm>
          <a:custGeom>
            <a:avLst/>
            <a:gdLst/>
            <a:ahLst/>
            <a:cxnLst/>
            <a:rect l="l" t="t" r="r" b="b"/>
            <a:pathLst>
              <a:path w="908050" h="889000">
                <a:moveTo>
                  <a:pt x="0" y="114300"/>
                </a:moveTo>
                <a:lnTo>
                  <a:pt x="857250" y="0"/>
                </a:lnTo>
                <a:lnTo>
                  <a:pt x="908050" y="774700"/>
                </a:lnTo>
                <a:lnTo>
                  <a:pt x="50800" y="88900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9647132" y="2233507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9512723" y="2381673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9941348" y="2324523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9664065" y="2491740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9806940" y="2472690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9529657" y="2639907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9815407" y="2601807"/>
            <a:ext cx="151342" cy="148167"/>
          </a:xfrm>
          <a:custGeom>
            <a:avLst/>
            <a:gdLst/>
            <a:ahLst/>
            <a:cxnLst/>
            <a:rect l="l" t="t" r="r" b="b"/>
            <a:pathLst>
              <a:path w="151342" h="148167">
                <a:moveTo>
                  <a:pt x="0" y="19050"/>
                </a:moveTo>
                <a:lnTo>
                  <a:pt x="142875" y="0"/>
                </a:lnTo>
                <a:lnTo>
                  <a:pt x="151342" y="129117"/>
                </a:lnTo>
                <a:lnTo>
                  <a:pt x="8467" y="14816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 flipV="1">
            <a:off x="6949440" y="2744343"/>
            <a:ext cx="2363953" cy="1187577"/>
          </a:xfrm>
          <a:prstGeom prst="line">
            <a:avLst/>
          </a:prstGeom>
          <a:noFill/>
          <a:ln w="22225">
            <a:solidFill>
              <a:srgbClr val="000000"/>
            </a:solidFill>
            <a:prstDash val="dash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978140" y="27660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8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 flipV="1">
            <a:off x="9806940" y="2433447"/>
            <a:ext cx="437198" cy="58293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244138" y="2376932"/>
            <a:ext cx="423862" cy="56515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H="1" flipV="1">
            <a:off x="9781032" y="2096643"/>
            <a:ext cx="25908" cy="395097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9750099" y="1624922"/>
            <a:ext cx="30933" cy="471721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9761220" y="244602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64140" y="18059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8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8622792" y="117043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909560" y="7680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,TL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0680192" y="89611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698480" y="5394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,TR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0863072" y="368503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927080" y="38953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,BR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8805672" y="3959352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092440" y="41970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,BL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400800" y="3931920"/>
            <a:ext cx="548640" cy="384048"/>
          </a:xfrm>
          <a:prstGeom prst="roundRect">
            <a:avLst>
              <a:gd name="adj" fmla="val 11905"/>
            </a:avLst>
          </a:prstGeom>
          <a:solidFill>
            <a:srgbClr val="40404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49440" y="3913632"/>
            <a:ext cx="182880" cy="420624"/>
          </a:xfrm>
          <a:custGeom>
            <a:avLst/>
            <a:gdLst/>
            <a:ahLst/>
            <a:cxnLst/>
            <a:rect l="l" t="t" r="r" b="b"/>
            <a:pathLst>
              <a:path w="182880" h="420624">
                <a:moveTo>
                  <a:pt x="0" y="109728"/>
                </a:moveTo>
                <a:lnTo>
                  <a:pt x="182880" y="0"/>
                </a:lnTo>
                <a:lnTo>
                  <a:pt x="182880" y="420624"/>
                </a:lnTo>
                <a:lnTo>
                  <a:pt x="0" y="310896"/>
                </a:lnTo>
                <a:close/>
              </a:path>
            </a:pathLst>
          </a:custGeom>
          <a:solidFill>
            <a:srgbClr val="404040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903720" y="3977640"/>
            <a:ext cx="777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6903720" y="3977640"/>
            <a:ext cx="0" cy="6858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 flipV="1">
            <a:off x="6903720" y="3474720"/>
            <a:ext cx="502920" cy="502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9" name="Text 67"/>
          <p:cNvSpPr txBox="1"/>
          <p:nvPr/>
        </p:nvSpPr>
        <p:spPr>
          <a:xfrm>
            <a:off x="7680960" y="38404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6949440" y="45720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22376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6217920" y="4389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00800" y="5120640"/>
            <a:ext cx="530352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400800" y="51206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20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20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20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20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20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20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 </a:t>
            </a:r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{TL, TR, BR, BL}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buNone/>
            </a:pPr>
            <a:r>
              <a:rPr lang="en-US" sz="1200" b="1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200" b="1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디스플레이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buNone/>
            </a:pPr>
            <a:r>
              <a:rPr lang="en-US" sz="12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200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위에서 본 단면 (카메라 → 디바이스 배치)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 flipH="1" flipV="1">
            <a:off x="1097280" y="2414016"/>
            <a:ext cx="2743200" cy="2752344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4" name="Shape 2"/>
          <p:cNvSpPr/>
          <p:nvPr/>
        </p:nvSpPr>
        <p:spPr>
          <a:xfrm flipH="1" flipV="1">
            <a:off x="2560320" y="1956816"/>
            <a:ext cx="1280160" cy="3209544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5" name="Shape 3"/>
          <p:cNvSpPr/>
          <p:nvPr/>
        </p:nvSpPr>
        <p:spPr>
          <a:xfrm flipH="1" flipV="1">
            <a:off x="3108960" y="1682496"/>
            <a:ext cx="731520" cy="3483864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6" name="Shape 4"/>
          <p:cNvSpPr/>
          <p:nvPr/>
        </p:nvSpPr>
        <p:spPr>
          <a:xfrm flipV="1">
            <a:off x="3840480" y="1938528"/>
            <a:ext cx="731520" cy="3227832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 flipV="1">
            <a:off x="3840480" y="1828800"/>
            <a:ext cx="1280160" cy="3337560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 flipV="1">
            <a:off x="3840480" y="1298448"/>
            <a:ext cx="2743200" cy="3867912"/>
          </a:xfrm>
          <a:prstGeom prst="line">
            <a:avLst/>
          </a:prstGeom>
          <a:noFill/>
          <a:ln w="9525">
            <a:solidFill>
              <a:srgbClr val="BFBFBF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 flipV="1">
            <a:off x="640080" y="1536192"/>
            <a:ext cx="6309360" cy="630936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0927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2011680" y="1426464"/>
            <a:ext cx="91440" cy="56692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7280" y="1956816"/>
            <a:ext cx="1463040" cy="457200"/>
          </a:xfrm>
          <a:prstGeom prst="line">
            <a:avLst/>
          </a:prstGeom>
          <a:noFill/>
          <a:ln w="63500">
            <a:solidFill>
              <a:srgbClr val="8080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97280" y="2121408"/>
            <a:ext cx="0" cy="292608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14984" y="2331720"/>
            <a:ext cx="164592" cy="16459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0" y="1956816"/>
            <a:ext cx="0" cy="18288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478024" y="1874520"/>
            <a:ext cx="164592" cy="164592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88720" y="27797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1682496"/>
            <a:ext cx="1463040" cy="256032"/>
          </a:xfrm>
          <a:prstGeom prst="line">
            <a:avLst/>
          </a:prstGeom>
          <a:noFill/>
          <a:ln w="63500">
            <a:solidFill>
              <a:srgbClr val="8080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1682496"/>
            <a:ext cx="0" cy="237744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026664" y="16002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572000" y="1773936"/>
            <a:ext cx="0" cy="164592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89704" y="185623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0" y="23042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flipV="1">
            <a:off x="5120640" y="1298448"/>
            <a:ext cx="1463040" cy="530352"/>
          </a:xfrm>
          <a:prstGeom prst="line">
            <a:avLst/>
          </a:prstGeom>
          <a:noFill/>
          <a:ln w="63500">
            <a:solidFill>
              <a:srgbClr val="808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120640" y="1719072"/>
            <a:ext cx="0" cy="109728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38344" y="1746504"/>
            <a:ext cx="164592" cy="164592"/>
          </a:xfrm>
          <a:prstGeom prst="triangl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1298448"/>
            <a:ext cx="0" cy="27432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501384" y="1216152"/>
            <a:ext cx="164592" cy="164592"/>
          </a:xfrm>
          <a:prstGeom prst="triangl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21208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496312" y="14721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3296412" y="5216652"/>
            <a:ext cx="493776" cy="345643"/>
          </a:xfrm>
          <a:prstGeom prst="roundRect">
            <a:avLst>
              <a:gd name="adj" fmla="val 13228"/>
            </a:avLst>
          </a:prstGeom>
          <a:solidFill>
            <a:srgbClr val="40404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90188" y="5200193"/>
            <a:ext cx="164592" cy="378562"/>
          </a:xfrm>
          <a:custGeom>
            <a:avLst/>
            <a:gdLst/>
            <a:ahLst/>
            <a:cxnLst/>
            <a:rect l="l" t="t" r="r" b="b"/>
            <a:pathLst>
              <a:path w="164592" h="378562">
                <a:moveTo>
                  <a:pt x="0" y="98755"/>
                </a:moveTo>
                <a:lnTo>
                  <a:pt x="164592" y="0"/>
                </a:lnTo>
                <a:lnTo>
                  <a:pt x="164592" y="378562"/>
                </a:lnTo>
                <a:lnTo>
                  <a:pt x="0" y="279806"/>
                </a:lnTo>
                <a:close/>
              </a:path>
            </a:pathLst>
          </a:custGeom>
          <a:solidFill>
            <a:srgbClr val="404040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1520" y="5715000"/>
            <a:ext cx="7315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731520" y="4983480"/>
            <a:ext cx="0" cy="7315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1485900" y="5577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4754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" y="859536"/>
            <a:ext cx="146304" cy="14630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96112" y="795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추정한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기호별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846320" y="932688"/>
            <a:ext cx="36576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5303520" y="795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406640" y="274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최소제곱 평면 추정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406640" y="822960"/>
            <a:ext cx="4343400" cy="10515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50976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34656" y="950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909560" y="9326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정점 (카메라 좌표계)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12801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7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573768" y="1874520"/>
            <a:ext cx="0" cy="18288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406640" y="2057400"/>
            <a:ext cx="4343400" cy="10515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34656" y="2185416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34656" y="2185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909560" y="21671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평면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543800" y="2514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9573768" y="3108960"/>
            <a:ext cx="0" cy="18288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7406640" y="3291840"/>
            <a:ext cx="4343400" cy="10515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34656" y="3419856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534656" y="3419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909560" y="34015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방향 오차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5438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(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ax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9573768" y="4343400"/>
            <a:ext cx="0" cy="18288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7406640" y="4526280"/>
            <a:ext cx="4343400" cy="10515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34656" y="4654296"/>
            <a:ext cx="292608" cy="2926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534656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7909560" y="4636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 계수 결정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arg min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7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7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7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7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제곱합을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최소화하는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공통 평면 위의 기준축과 투영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3738" y="2656332"/>
            <a:ext cx="6210605" cy="2551176"/>
          </a:xfrm>
          <a:custGeom>
            <a:avLst/>
            <a:gdLst/>
            <a:ahLst/>
            <a:cxnLst/>
            <a:rect l="l" t="t" r="r" b="b"/>
            <a:pathLst>
              <a:path w="6210605" h="2551176">
                <a:moveTo>
                  <a:pt x="1382573" y="2551176"/>
                </a:moveTo>
                <a:lnTo>
                  <a:pt x="6210605" y="1766621"/>
                </a:lnTo>
                <a:lnTo>
                  <a:pt x="4828032" y="0"/>
                </a:lnTo>
                <a:lnTo>
                  <a:pt x="0" y="784555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80808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63040" y="3876142"/>
            <a:ext cx="1927555" cy="1157630"/>
          </a:xfrm>
          <a:custGeom>
            <a:avLst/>
            <a:gdLst/>
            <a:ahLst/>
            <a:cxnLst/>
            <a:rect l="l" t="t" r="r" b="b"/>
            <a:pathLst>
              <a:path w="1927555" h="1157630">
                <a:moveTo>
                  <a:pt x="0" y="190195"/>
                </a:moveTo>
                <a:lnTo>
                  <a:pt x="1170432" y="0"/>
                </a:lnTo>
                <a:lnTo>
                  <a:pt x="1927555" y="967435"/>
                </a:lnTo>
                <a:lnTo>
                  <a:pt x="757123" y="115763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4029761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96896" y="3839566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54019" y="4807001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83587" y="4997196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71293" y="3032150"/>
            <a:ext cx="1989734" cy="910742"/>
          </a:xfrm>
          <a:custGeom>
            <a:avLst/>
            <a:gdLst/>
            <a:ahLst/>
            <a:cxnLst/>
            <a:rect l="l" t="t" r="r" b="b"/>
            <a:pathLst>
              <a:path w="1989734" h="910742">
                <a:moveTo>
                  <a:pt x="0" y="237744"/>
                </a:moveTo>
                <a:lnTo>
                  <a:pt x="1463040" y="0"/>
                </a:lnTo>
                <a:lnTo>
                  <a:pt x="1989734" y="672998"/>
                </a:lnTo>
                <a:lnTo>
                  <a:pt x="526694" y="910742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34717" y="3233318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97757" y="2995574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4451" y="3668573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61411" y="3906317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0483" y="3503066"/>
            <a:ext cx="1649578" cy="965606"/>
          </a:xfrm>
          <a:custGeom>
            <a:avLst/>
            <a:gdLst/>
            <a:ahLst/>
            <a:cxnLst/>
            <a:rect l="l" t="t" r="r" b="b"/>
            <a:pathLst>
              <a:path w="1649578" h="965606">
                <a:moveTo>
                  <a:pt x="0" y="166421"/>
                </a:moveTo>
                <a:lnTo>
                  <a:pt x="1024128" y="0"/>
                </a:lnTo>
                <a:lnTo>
                  <a:pt x="1649578" y="799186"/>
                </a:lnTo>
                <a:lnTo>
                  <a:pt x="625450" y="96560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43907" y="3632911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8035" y="3466490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3485" y="4265676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69357" y="4432097"/>
            <a:ext cx="73152" cy="73152"/>
          </a:xfrm>
          <a:prstGeom prst="ellipse">
            <a:avLst/>
          </a:prstGeom>
          <a:solidFill>
            <a:srgbClr val="80808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335024" y="3539642"/>
            <a:ext cx="4828032" cy="784555"/>
          </a:xfrm>
          <a:prstGeom prst="line">
            <a:avLst/>
          </a:prstGeom>
          <a:noFill/>
          <a:ln w="9525">
            <a:solidFill>
              <a:srgbClr val="808080"/>
            </a:solidFill>
            <a:prstDash val="sysDash"/>
          </a:ln>
        </p:spPr>
      </p:sp>
      <p:sp>
        <p:nvSpPr>
          <p:cNvPr id="21" name="Shape 19"/>
          <p:cNvSpPr/>
          <p:nvPr/>
        </p:nvSpPr>
        <p:spPr>
          <a:xfrm flipH="1" flipV="1">
            <a:off x="3057754" y="3048610"/>
            <a:ext cx="1382573" cy="1766621"/>
          </a:xfrm>
          <a:prstGeom prst="line">
            <a:avLst/>
          </a:prstGeom>
          <a:noFill/>
          <a:ln w="9525">
            <a:solidFill>
              <a:srgbClr val="808080"/>
            </a:solidFill>
            <a:prstDash val="sysDash"/>
          </a:ln>
        </p:spPr>
      </p:sp>
      <p:sp>
        <p:nvSpPr>
          <p:cNvPr id="22" name="Shape 20"/>
          <p:cNvSpPr/>
          <p:nvPr/>
        </p:nvSpPr>
        <p:spPr>
          <a:xfrm flipH="1" flipV="1">
            <a:off x="2798064" y="4086454"/>
            <a:ext cx="592531" cy="757123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3390595" y="4689043"/>
            <a:ext cx="950976" cy="154534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2752344" y="404073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5851" y="4643323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7443" y="4770425"/>
            <a:ext cx="146304" cy="14630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9075" y="4957877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6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6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 flipH="1">
            <a:off x="2845613" y="3738479"/>
            <a:ext cx="855878" cy="13908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999232" y="3469691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005072" y="3977640"/>
            <a:ext cx="546811" cy="683971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triangle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319626" y="417332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 flipV="1">
            <a:off x="3749040" y="3646627"/>
            <a:ext cx="1755648" cy="285293"/>
          </a:xfrm>
          <a:prstGeom prst="line">
            <a:avLst/>
          </a:prstGeom>
          <a:noFill/>
          <a:ln w="349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 flipV="1">
            <a:off x="3123590" y="3132734"/>
            <a:ext cx="625450" cy="799186"/>
          </a:xfrm>
          <a:prstGeom prst="line">
            <a:avLst/>
          </a:prstGeom>
          <a:noFill/>
          <a:ln w="349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344668" y="3760927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2643530" y="3018434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8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 flipV="1">
            <a:off x="3749040" y="2686507"/>
            <a:ext cx="1755648" cy="1245413"/>
          </a:xfrm>
          <a:prstGeom prst="line">
            <a:avLst/>
          </a:prstGeom>
          <a:noFill/>
          <a:ln w="19050">
            <a:solidFill>
              <a:srgbClr val="000000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504688" y="2686507"/>
            <a:ext cx="0" cy="886968"/>
          </a:xfrm>
          <a:prstGeom prst="line">
            <a:avLst/>
          </a:prstGeom>
          <a:noFill/>
          <a:ln w="12700">
            <a:solidFill>
              <a:srgbClr val="000000"/>
            </a:solidFill>
            <a:prstDash val="sysDot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773168" y="2252167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(1, 0, 0)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687568" y="3006547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−(</a:t>
            </a:r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4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 flipV="1">
            <a:off x="3749040" y="1645920"/>
            <a:ext cx="0" cy="2286000"/>
          </a:xfrm>
          <a:prstGeom prst="line">
            <a:avLst/>
          </a:prstGeom>
          <a:noFill/>
          <a:ln w="349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3817620" y="15316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656868" y="3780861"/>
            <a:ext cx="296997" cy="151059"/>
          </a:xfrm>
          <a:custGeom>
            <a:avLst/>
            <a:gdLst/>
            <a:ahLst/>
            <a:cxnLst/>
            <a:rect l="l" t="t" r="r" b="b"/>
            <a:pathLst>
              <a:path w="296997" h="151059">
                <a:moveTo>
                  <a:pt x="92172" y="151059"/>
                </a:moveTo>
                <a:lnTo>
                  <a:pt x="296997" y="117775"/>
                </a:lnTo>
                <a:lnTo>
                  <a:pt x="204826" y="0"/>
                </a:lnTo>
                <a:lnTo>
                  <a:pt x="0" y="33284"/>
                </a:lnTo>
                <a:close/>
              </a:path>
            </a:pathLst>
          </a:custGeom>
          <a:ln w="9525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75888" y="385876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355848" y="39090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274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기준축 설정과 2차원 좌표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269480" y="777240"/>
            <a:ext cx="4526280" cy="896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79208" y="877824"/>
            <a:ext cx="274320" cy="2743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79208" y="877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726680" y="8595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법선 벡터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360920" y="118872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−1)</a:t>
            </a:r>
            <a:pPr algn="ctr" indent="0" marL="0"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‖(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−1)</a:t>
            </a:r>
            <a:pPr algn="ctr" indent="0" marL="0"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‖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269480" y="1801368"/>
            <a:ext cx="4526280" cy="896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79208" y="1901952"/>
            <a:ext cx="274320" cy="2743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379208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726680" y="1883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수평축 (x축에서 법선 성분 제거)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7360920" y="221284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‖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‖,  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(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2825496"/>
            <a:ext cx="4526280" cy="896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9208" y="2926080"/>
            <a:ext cx="274320" cy="2743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79208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29077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수직축 (평면 위에서 수평축과 직교)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323697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269480" y="3849624"/>
            <a:ext cx="4526280" cy="896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79208" y="3950208"/>
            <a:ext cx="274320" cy="2743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379208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726680" y="39319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기준점 (모든 정점의 평균)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360920" y="4261104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(1/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Σ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50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50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269480" y="4873752"/>
            <a:ext cx="4526280" cy="896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4974336"/>
            <a:ext cx="274320" cy="27432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79208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7726680" y="49560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 좌표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7360920" y="5285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35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35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  </a:t>
            </a:r>
            <a:pPr algn="ctr" indent="0" marL="0"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3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35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pPr algn="ctr" indent="0" marL="0">
              <a:buNone/>
            </a:pPr>
            <a:r>
              <a:rPr lang="en-US" sz="1350" baseline="3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buNone/>
            </a:pPr>
            <a:r>
              <a:rPr lang="en-US" sz="1350" b="1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3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기준축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buNone/>
            </a:pPr>
            <a:r>
              <a:rPr lang="en-US" sz="1200" b="1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200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pPr algn="ctr" indent="0" marL="0">
              <a:buNone/>
            </a:pPr>
            <a:r>
              <a:rPr lang="en-US" sz="1200" b="1" i="1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ctr" indent="0" marL="0">
              <a:buNone/>
            </a:pPr>
            <a:r>
              <a:rPr lang="en-US" sz="1200" baseline="-400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차원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9428" y="2743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공통 평면 좌표 (u, v)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381348" y="2743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[0, 1] 범위로 정규화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313268" y="2743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(c) 송출 영상 종횡비에 맞춤 조정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82711" y="960120"/>
            <a:ext cx="2345313" cy="2377440"/>
          </a:xfrm>
          <a:prstGeom prst="rect">
            <a:avLst/>
          </a:prstGeom>
          <a:ln w="12700">
            <a:solidFill>
              <a:srgbClr val="00000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140250" y="1176857"/>
            <a:ext cx="486727" cy="973455"/>
          </a:xfrm>
          <a:custGeom>
            <a:avLst/>
            <a:gdLst/>
            <a:ahLst/>
            <a:cxnLst/>
            <a:rect l="l" t="t" r="r" b="b"/>
            <a:pathLst>
              <a:path w="486727" h="973455">
                <a:moveTo>
                  <a:pt x="0" y="0"/>
                </a:moveTo>
                <a:lnTo>
                  <a:pt x="486727" y="0"/>
                </a:lnTo>
                <a:lnTo>
                  <a:pt x="486727" y="973455"/>
                </a:lnTo>
                <a:lnTo>
                  <a:pt x="0" y="973455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46453" y="152642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08246" y="114485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94973" y="114485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4973" y="211830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8246" y="211830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03307" y="960120"/>
            <a:ext cx="1724717" cy="1198332"/>
          </a:xfrm>
          <a:custGeom>
            <a:avLst/>
            <a:gdLst/>
            <a:ahLst/>
            <a:cxnLst/>
            <a:rect l="l" t="t" r="r" b="b"/>
            <a:pathLst>
              <a:path w="1724717" h="1198332">
                <a:moveTo>
                  <a:pt x="58225" y="0"/>
                </a:moveTo>
                <a:lnTo>
                  <a:pt x="1724717" y="87337"/>
                </a:lnTo>
                <a:lnTo>
                  <a:pt x="1666492" y="1198332"/>
                </a:lnTo>
                <a:lnTo>
                  <a:pt x="0" y="1110995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8505" y="14221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29528" y="928116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6020" y="101545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7795" y="212644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71303" y="2039111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711" y="2378898"/>
            <a:ext cx="1018999" cy="585815"/>
          </a:xfrm>
          <a:custGeom>
            <a:avLst/>
            <a:gdLst/>
            <a:ahLst/>
            <a:cxnLst/>
            <a:rect l="l" t="t" r="r" b="b"/>
            <a:pathLst>
              <a:path w="1018999" h="585815">
                <a:moveTo>
                  <a:pt x="0" y="101754"/>
                </a:moveTo>
                <a:lnTo>
                  <a:pt x="968122" y="0"/>
                </a:lnTo>
                <a:lnTo>
                  <a:pt x="1018999" y="484061"/>
                </a:lnTo>
                <a:lnTo>
                  <a:pt x="50877" y="585815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55051" y="253464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50707" y="244864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8829" y="2346894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69706" y="283095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1584" y="2932709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7917" y="2284181"/>
            <a:ext cx="678484" cy="1053379"/>
          </a:xfrm>
          <a:custGeom>
            <a:avLst/>
            <a:gdLst/>
            <a:ahLst/>
            <a:cxnLst/>
            <a:rect l="l" t="t" r="r" b="b"/>
            <a:pathLst>
              <a:path w="678484" h="1053379">
                <a:moveTo>
                  <a:pt x="0" y="101196"/>
                </a:moveTo>
                <a:lnTo>
                  <a:pt x="476091" y="0"/>
                </a:lnTo>
                <a:lnTo>
                  <a:pt x="678484" y="952182"/>
                </a:lnTo>
                <a:lnTo>
                  <a:pt x="202393" y="1053379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49999" y="2673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15913" y="2353374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92004" y="225217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94397" y="3204360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8306" y="3305556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2671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107984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06639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06639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3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929988" y="960120"/>
            <a:ext cx="2514600" cy="2514600"/>
          </a:xfrm>
          <a:prstGeom prst="rect">
            <a:avLst/>
          </a:prstGeom>
          <a:ln w="12700">
            <a:solidFill>
              <a:srgbClr val="0000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991679" y="1189362"/>
            <a:ext cx="521860" cy="1029616"/>
          </a:xfrm>
          <a:custGeom>
            <a:avLst/>
            <a:gdLst/>
            <a:ahLst/>
            <a:cxnLst/>
            <a:rect l="l" t="t" r="r" b="b"/>
            <a:pathLst>
              <a:path w="521860" h="1029616">
                <a:moveTo>
                  <a:pt x="0" y="0"/>
                </a:moveTo>
                <a:lnTo>
                  <a:pt x="521860" y="0"/>
                </a:lnTo>
                <a:lnTo>
                  <a:pt x="521860" y="1029616"/>
                </a:lnTo>
                <a:lnTo>
                  <a:pt x="0" y="1029616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15449" y="156700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959675" y="115735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1535" y="115735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1535" y="218697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59675" y="218697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5378" y="960120"/>
            <a:ext cx="1849209" cy="1267467"/>
          </a:xfrm>
          <a:custGeom>
            <a:avLst/>
            <a:gdLst/>
            <a:ahLst/>
            <a:cxnLst/>
            <a:rect l="l" t="t" r="r" b="b"/>
            <a:pathLst>
              <a:path w="1849209" h="1267467">
                <a:moveTo>
                  <a:pt x="62428" y="0"/>
                </a:moveTo>
                <a:lnTo>
                  <a:pt x="1849209" y="92376"/>
                </a:lnTo>
                <a:lnTo>
                  <a:pt x="1786782" y="1267467"/>
                </a:lnTo>
                <a:lnTo>
                  <a:pt x="0" y="1175091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382823" y="14566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25802" y="928116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12584" y="1020492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50156" y="2195583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63374" y="210320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929988" y="2460751"/>
            <a:ext cx="1092551" cy="619612"/>
          </a:xfrm>
          <a:custGeom>
            <a:avLst/>
            <a:gdLst/>
            <a:ahLst/>
            <a:cxnLst/>
            <a:rect l="l" t="t" r="r" b="b"/>
            <a:pathLst>
              <a:path w="1092551" h="619612">
                <a:moveTo>
                  <a:pt x="0" y="107624"/>
                </a:moveTo>
                <a:lnTo>
                  <a:pt x="1038002" y="0"/>
                </a:lnTo>
                <a:lnTo>
                  <a:pt x="1092551" y="511988"/>
                </a:lnTo>
                <a:lnTo>
                  <a:pt x="54549" y="619612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39103" y="26333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97984" y="2536371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935986" y="242874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90535" y="294073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52533" y="3048359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715390" y="2360569"/>
            <a:ext cx="727458" cy="1114151"/>
          </a:xfrm>
          <a:custGeom>
            <a:avLst/>
            <a:gdLst/>
            <a:ahLst/>
            <a:cxnLst/>
            <a:rect l="l" t="t" r="r" b="b"/>
            <a:pathLst>
              <a:path w="727458" h="1114151">
                <a:moveTo>
                  <a:pt x="0" y="107035"/>
                </a:moveTo>
                <a:lnTo>
                  <a:pt x="510456" y="0"/>
                </a:lnTo>
                <a:lnTo>
                  <a:pt x="727458" y="1007116"/>
                </a:lnTo>
                <a:lnTo>
                  <a:pt x="217002" y="1114151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941959" y="278048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683386" y="2435600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93842" y="232856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10843" y="3335681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00387" y="3442716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79282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30742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609948" y="822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050128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û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4445356" y="2080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̂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8404708" y="1304449"/>
            <a:ext cx="3246120" cy="1825943"/>
          </a:xfrm>
          <a:prstGeom prst="rect">
            <a:avLst/>
          </a:prstGeom>
          <a:solidFill>
            <a:srgbClr val="D9D9D9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27134" y="1304449"/>
            <a:ext cx="1801268" cy="1825943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171325" y="1470909"/>
            <a:ext cx="373821" cy="747641"/>
          </a:xfrm>
          <a:custGeom>
            <a:avLst/>
            <a:gdLst/>
            <a:ahLst/>
            <a:cxnLst/>
            <a:rect l="l" t="t" r="r" b="b"/>
            <a:pathLst>
              <a:path w="373821" h="747641">
                <a:moveTo>
                  <a:pt x="0" y="0"/>
                </a:moveTo>
                <a:lnTo>
                  <a:pt x="373821" y="0"/>
                </a:lnTo>
                <a:lnTo>
                  <a:pt x="373821" y="747641"/>
                </a:lnTo>
                <a:lnTo>
                  <a:pt x="0" y="747641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221075" y="170757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9139321" y="143890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513141" y="143890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13141" y="218654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139321" y="218654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3769" y="1304449"/>
            <a:ext cx="1324633" cy="920354"/>
          </a:xfrm>
          <a:custGeom>
            <a:avLst/>
            <a:gdLst/>
            <a:ahLst/>
            <a:cxnLst/>
            <a:rect l="l" t="t" r="r" b="b"/>
            <a:pathLst>
              <a:path w="1324633" h="920354">
                <a:moveTo>
                  <a:pt x="44718" y="0"/>
                </a:moveTo>
                <a:lnTo>
                  <a:pt x="1324633" y="67077"/>
                </a:lnTo>
                <a:lnTo>
                  <a:pt x="1279914" y="920354"/>
                </a:lnTo>
                <a:lnTo>
                  <a:pt x="0" y="853276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0128925" y="16274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9616483" y="1272445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896398" y="1339522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851679" y="2192798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571765" y="2125721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127134" y="2394111"/>
            <a:ext cx="782621" cy="449923"/>
          </a:xfrm>
          <a:custGeom>
            <a:avLst/>
            <a:gdLst/>
            <a:ahLst/>
            <a:cxnLst/>
            <a:rect l="l" t="t" r="r" b="b"/>
            <a:pathLst>
              <a:path w="782621" h="449923">
                <a:moveTo>
                  <a:pt x="0" y="78150"/>
                </a:moveTo>
                <a:lnTo>
                  <a:pt x="743546" y="0"/>
                </a:lnTo>
                <a:lnTo>
                  <a:pt x="782621" y="371773"/>
                </a:lnTo>
                <a:lnTo>
                  <a:pt x="39075" y="449923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381284" y="248191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9095130" y="244025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38675" y="236210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877750" y="2733880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134205" y="2812030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406060" y="2321366"/>
            <a:ext cx="521095" cy="809025"/>
          </a:xfrm>
          <a:custGeom>
            <a:avLst/>
            <a:gdLst/>
            <a:ahLst/>
            <a:cxnLst/>
            <a:rect l="l" t="t" r="r" b="b"/>
            <a:pathLst>
              <a:path w="521095" h="809025">
                <a:moveTo>
                  <a:pt x="0" y="77722"/>
                </a:moveTo>
                <a:lnTo>
                  <a:pt x="365652" y="0"/>
                </a:lnTo>
                <a:lnTo>
                  <a:pt x="521095" y="731304"/>
                </a:lnTo>
                <a:lnTo>
                  <a:pt x="155443" y="809025"/>
                </a:lnTo>
                <a:close/>
              </a:path>
            </a:pathLst>
          </a:custGeom>
          <a:solidFill>
            <a:srgbClr val="F2F2F2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0529447" y="258871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10374056" y="2367084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739708" y="2289362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895151" y="3020666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529499" y="3098387"/>
            <a:ext cx="64008" cy="64008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27768" y="1194721"/>
            <a:ext cx="0" cy="2045399"/>
          </a:xfrm>
          <a:prstGeom prst="line">
            <a:avLst/>
          </a:prstGeom>
          <a:noFill/>
          <a:ln w="9525">
            <a:solidFill>
              <a:srgbClr val="808080"/>
            </a:solidFill>
            <a:prstDash val="sysDash"/>
          </a:ln>
        </p:spPr>
      </p:sp>
      <p:sp>
        <p:nvSpPr>
          <p:cNvPr id="91" name="Shape 89"/>
          <p:cNvSpPr/>
          <p:nvPr/>
        </p:nvSpPr>
        <p:spPr>
          <a:xfrm>
            <a:off x="8450428" y="1167289"/>
            <a:ext cx="65841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 flipH="1">
            <a:off x="10946690" y="1167289"/>
            <a:ext cx="65841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3" name="Text 91"/>
          <p:cNvSpPr txBox="1"/>
          <p:nvPr/>
        </p:nvSpPr>
        <p:spPr>
          <a:xfrm>
            <a:off x="9844888" y="3194399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1623396" y="2080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8647074" y="3432143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0.5 −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539782" y="3432143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 +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924148" y="2240280"/>
            <a:ext cx="411480" cy="0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7856068" y="2240280"/>
            <a:ext cx="411480" cy="0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449428" y="4160520"/>
            <a:ext cx="3429000" cy="18745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59156" y="4251960"/>
            <a:ext cx="32095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정점의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4381348" y="4160520"/>
            <a:ext cx="3429000" cy="18745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491076" y="4251960"/>
            <a:ext cx="32095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축별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û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/ (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̂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/ (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  <p:sp>
        <p:nvSpPr>
          <p:cNvPr id="103" name="Shape 101"/>
          <p:cNvSpPr/>
          <p:nvPr/>
        </p:nvSpPr>
        <p:spPr>
          <a:xfrm>
            <a:off x="8313268" y="4160520"/>
            <a:ext cx="3429000" cy="187452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422996" y="4251960"/>
            <a:ext cx="32095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/ (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),  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세로로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&lt;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): 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ũ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0.5 + 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(û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4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4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− 0.5)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가로로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 ṽ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0.5 + (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video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/ 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(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̂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spcAft>
                <a:spcPts val="500"/>
              </a:spcAft>
              <a:buNone/>
            </a:pPr>
            <a:r>
              <a:rPr lang="en-US" sz="125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spcAft>
                <a:spcPts val="500"/>
              </a:spcAft>
              <a:buNone/>
            </a:pPr>
            <a:r>
              <a:rPr lang="en-US" sz="12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− 0.5)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5.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[0, 1]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정규화와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종횡비에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따른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비디오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서버: 송출 영상과 디바이스별 할당 영역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12280" y="274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클라이언트: 할당 영역 출력 결과</a:t>
            </a:r>
            <a:endParaRPr lang="en-US" sz="1400" dirty="0"/>
          </a:p>
        </p:txBody>
      </p:sp>
      <p:pic>
        <p:nvPicPr>
          <p:cNvPr id="4" name="Image 0" descr="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486400" cy="30861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914400"/>
            <a:ext cx="5486400" cy="3086100"/>
          </a:xfrm>
          <a:prstGeom prst="rect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44331" y="1195742"/>
            <a:ext cx="631810" cy="1263619"/>
          </a:xfrm>
          <a:custGeom>
            <a:avLst/>
            <a:gdLst/>
            <a:ahLst/>
            <a:cxnLst/>
            <a:rect l="l" t="t" r="r" b="b"/>
            <a:pathLst>
              <a:path w="631810" h="1263619">
                <a:moveTo>
                  <a:pt x="0" y="0"/>
                </a:moveTo>
                <a:lnTo>
                  <a:pt x="631810" y="0"/>
                </a:lnTo>
                <a:lnTo>
                  <a:pt x="631810" y="1263619"/>
                </a:lnTo>
                <a:lnTo>
                  <a:pt x="0" y="1263619"/>
                </a:lnTo>
                <a:close/>
              </a:path>
            </a:pathLst>
          </a:custGeom>
          <a:ln w="508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844331" y="1195742"/>
            <a:ext cx="631810" cy="1263619"/>
          </a:xfrm>
          <a:custGeom>
            <a:avLst/>
            <a:gdLst/>
            <a:ahLst/>
            <a:cxnLst/>
            <a:rect l="l" t="t" r="r" b="b"/>
            <a:pathLst>
              <a:path w="631810" h="1263619">
                <a:moveTo>
                  <a:pt x="0" y="0"/>
                </a:moveTo>
                <a:lnTo>
                  <a:pt x="631810" y="0"/>
                </a:lnTo>
                <a:lnTo>
                  <a:pt x="631810" y="1263619"/>
                </a:lnTo>
                <a:lnTo>
                  <a:pt x="0" y="1263619"/>
                </a:lnTo>
                <a:close/>
              </a:path>
            </a:pathLst>
          </a:custGeom>
          <a:ln w="22225">
            <a:solidFill>
              <a:srgbClr val="0000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04788" y="167210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04788" y="16721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575223" y="914400"/>
            <a:ext cx="2238816" cy="1555527"/>
          </a:xfrm>
          <a:custGeom>
            <a:avLst/>
            <a:gdLst/>
            <a:ahLst/>
            <a:cxnLst/>
            <a:rect l="l" t="t" r="r" b="b"/>
            <a:pathLst>
              <a:path w="2238816" h="1555527">
                <a:moveTo>
                  <a:pt x="75580" y="0"/>
                </a:moveTo>
                <a:lnTo>
                  <a:pt x="2238816" y="113370"/>
                </a:lnTo>
                <a:lnTo>
                  <a:pt x="2163235" y="1555527"/>
                </a:lnTo>
                <a:lnTo>
                  <a:pt x="0" y="1442157"/>
                </a:lnTo>
                <a:close/>
              </a:path>
            </a:pathLst>
          </a:custGeom>
          <a:ln w="508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75223" y="914400"/>
            <a:ext cx="2238816" cy="1555527"/>
          </a:xfrm>
          <a:custGeom>
            <a:avLst/>
            <a:gdLst/>
            <a:ahLst/>
            <a:cxnLst/>
            <a:rect l="l" t="t" r="r" b="b"/>
            <a:pathLst>
              <a:path w="2238816" h="1555527">
                <a:moveTo>
                  <a:pt x="75580" y="0"/>
                </a:moveTo>
                <a:lnTo>
                  <a:pt x="2238816" y="113370"/>
                </a:lnTo>
                <a:lnTo>
                  <a:pt x="2163235" y="1555527"/>
                </a:lnTo>
                <a:lnTo>
                  <a:pt x="0" y="1442157"/>
                </a:lnTo>
                <a:close/>
              </a:path>
            </a:pathLst>
          </a:custGeom>
          <a:ln w="22225">
            <a:solidFill>
              <a:srgbClr val="00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39182" y="153671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39182" y="15367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769642" y="2756083"/>
            <a:ext cx="1322739" cy="760433"/>
          </a:xfrm>
          <a:custGeom>
            <a:avLst/>
            <a:gdLst/>
            <a:ahLst/>
            <a:cxnLst/>
            <a:rect l="l" t="t" r="r" b="b"/>
            <a:pathLst>
              <a:path w="1322739" h="760433">
                <a:moveTo>
                  <a:pt x="0" y="132084"/>
                </a:moveTo>
                <a:lnTo>
                  <a:pt x="1256697" y="0"/>
                </a:lnTo>
                <a:lnTo>
                  <a:pt x="1322739" y="628348"/>
                </a:lnTo>
                <a:lnTo>
                  <a:pt x="66042" y="760433"/>
                </a:lnTo>
                <a:close/>
              </a:path>
            </a:pathLst>
          </a:custGeom>
          <a:ln w="508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69642" y="2756083"/>
            <a:ext cx="1322739" cy="760433"/>
          </a:xfrm>
          <a:custGeom>
            <a:avLst/>
            <a:gdLst/>
            <a:ahLst/>
            <a:cxnLst/>
            <a:rect l="l" t="t" r="r" b="b"/>
            <a:pathLst>
              <a:path w="1322739" h="760433">
                <a:moveTo>
                  <a:pt x="0" y="132084"/>
                </a:moveTo>
                <a:lnTo>
                  <a:pt x="1256697" y="0"/>
                </a:lnTo>
                <a:lnTo>
                  <a:pt x="1322739" y="628348"/>
                </a:lnTo>
                <a:lnTo>
                  <a:pt x="66042" y="760433"/>
                </a:lnTo>
                <a:close/>
              </a:path>
            </a:pathLst>
          </a:custGeom>
          <a:ln w="22225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5563" y="29808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75563" y="298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931207" y="2633133"/>
            <a:ext cx="880724" cy="1367367"/>
          </a:xfrm>
          <a:custGeom>
            <a:avLst/>
            <a:gdLst/>
            <a:ahLst/>
            <a:cxnLst/>
            <a:rect l="l" t="t" r="r" b="b"/>
            <a:pathLst>
              <a:path w="880724" h="1367367">
                <a:moveTo>
                  <a:pt x="0" y="131361"/>
                </a:moveTo>
                <a:lnTo>
                  <a:pt x="618003" y="0"/>
                </a:lnTo>
                <a:lnTo>
                  <a:pt x="880724" y="1236006"/>
                </a:lnTo>
                <a:lnTo>
                  <a:pt x="262721" y="1367367"/>
                </a:lnTo>
                <a:close/>
              </a:path>
            </a:pathLst>
          </a:custGeom>
          <a:ln w="508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931207" y="2633133"/>
            <a:ext cx="880724" cy="1367367"/>
          </a:xfrm>
          <a:custGeom>
            <a:avLst/>
            <a:gdLst/>
            <a:ahLst/>
            <a:cxnLst/>
            <a:rect l="l" t="t" r="r" b="b"/>
            <a:pathLst>
              <a:path w="880724" h="1367367">
                <a:moveTo>
                  <a:pt x="0" y="131361"/>
                </a:moveTo>
                <a:lnTo>
                  <a:pt x="618003" y="0"/>
                </a:lnTo>
                <a:lnTo>
                  <a:pt x="880724" y="1236006"/>
                </a:lnTo>
                <a:lnTo>
                  <a:pt x="262721" y="1367367"/>
                </a:lnTo>
                <a:close/>
              </a:path>
            </a:pathLst>
          </a:custGeom>
          <a:ln w="22225">
            <a:solidFill>
              <a:srgbClr val="0000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16121" y="3161369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16121" y="31613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595939" y="85953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9174" y="972906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683594" y="2415063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520359" y="2301693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13643" y="594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(ũ</a:t>
            </a:r>
            <a:pPr algn="ctr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2,TL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ṽ</a:t>
            </a:r>
            <a:pPr algn="ctr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2,TL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42748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:  { (ũ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ṽ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| </a:t>
            </a:r>
            <a:pPr algn="ctr"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{TL, TR, BR, BL} }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732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: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정점이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이루는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217920" y="2468880"/>
            <a:ext cx="54864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161303" y="1304579"/>
            <a:ext cx="1045310" cy="1962604"/>
          </a:xfrm>
          <a:prstGeom prst="roundRect">
            <a:avLst>
              <a:gd name="adj" fmla="val 5249"/>
            </a:avLst>
          </a:prstGeom>
          <a:solidFill>
            <a:srgbClr val="262626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1" name="Image 1" descr="cro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311" y="1368587"/>
            <a:ext cx="917294" cy="1834588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 rot="180000">
            <a:off x="8275160" y="976974"/>
            <a:ext cx="3273023" cy="2224688"/>
          </a:xfrm>
          <a:prstGeom prst="roundRect">
            <a:avLst>
              <a:gd name="adj" fmla="val 2466"/>
            </a:avLst>
          </a:prstGeom>
          <a:solidFill>
            <a:srgbClr val="262626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3" name="Image 2" descr="cro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339168" y="1040982"/>
            <a:ext cx="3145007" cy="2096672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 rot="-360000">
            <a:off x="7095782" y="3663334"/>
            <a:ext cx="1962604" cy="1045310"/>
          </a:xfrm>
          <a:prstGeom prst="roundRect">
            <a:avLst>
              <a:gd name="adj" fmla="val 5249"/>
            </a:avLst>
          </a:prstGeom>
          <a:solidFill>
            <a:srgbClr val="262626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5" name="Image 3" descr="crop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360000">
            <a:off x="7159790" y="3727342"/>
            <a:ext cx="1834588" cy="917294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 rot="-720000">
            <a:off x="10371832" y="3466771"/>
            <a:ext cx="1045310" cy="1962604"/>
          </a:xfrm>
          <a:prstGeom prst="roundRect">
            <a:avLst>
              <a:gd name="adj" fmla="val 5249"/>
            </a:avLst>
          </a:prstGeom>
          <a:solidFill>
            <a:srgbClr val="262626"/>
          </a:solidFill>
          <a:ln w="9525">
            <a:solidFill>
              <a:srgbClr val="000000"/>
            </a:solidFill>
            <a:prstDash val="solid"/>
          </a:ln>
        </p:spPr>
      </p:sp>
      <p:pic>
        <p:nvPicPr>
          <p:cNvPr id="37" name="Image 4" descr="crop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0">
            <a:off x="10435840" y="3530779"/>
            <a:ext cx="917294" cy="183458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6.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전달과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디바이스의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비디오 월 레이아웃 인식 피규어</dc:title>
  <dc:subject>PptxGenJS Presentation</dc:subject>
  <dc:creator>PptxGenJS</dc:creator>
  <cp:lastModifiedBy>PptxGenJS</cp:lastModifiedBy>
  <cp:revision>1</cp:revision>
  <dcterms:created xsi:type="dcterms:W3CDTF">2026-09-29T05:32:51Z</dcterms:created>
  <dcterms:modified xsi:type="dcterms:W3CDTF">2026-09-29T05:32:51Z</dcterms:modified>
</cp:coreProperties>
</file>