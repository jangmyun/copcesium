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 도형 (흑백 · 편집 가능한 도형)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1277754" y="3423764"/>
            <a:ext cx="54102" cy="1034717"/>
          </a:xfrm>
          <a:custGeom>
            <a:avLst/>
            <a:gdLst/>
            <a:ahLst/>
            <a:cxnLst/>
            <a:rect l="l" t="t" r="r" b="b"/>
            <a:pathLst>
              <a:path w="54102" h="1034717">
                <a:moveTo>
                  <a:pt x="0" y="1004688"/>
                </a:moveTo>
                <a:lnTo>
                  <a:pt x="0" y="0"/>
                </a:lnTo>
                <a:lnTo>
                  <a:pt x="54102" y="30029"/>
                </a:lnTo>
                <a:lnTo>
                  <a:pt x="54102" y="1034717"/>
                </a:lnTo>
                <a:close/>
              </a:path>
            </a:pathLst>
          </a:custGeom>
          <a:solidFill>
            <a:srgbClr val="62626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77754" y="3325746"/>
            <a:ext cx="866255" cy="128047"/>
          </a:xfrm>
          <a:custGeom>
            <a:avLst/>
            <a:gdLst/>
            <a:ahLst/>
            <a:cxnLst/>
            <a:rect l="l" t="t" r="r" b="b"/>
            <a:pathLst>
              <a:path w="866255" h="128047">
                <a:moveTo>
                  <a:pt x="812153" y="0"/>
                </a:moveTo>
                <a:lnTo>
                  <a:pt x="866255" y="30029"/>
                </a:lnTo>
                <a:lnTo>
                  <a:pt x="54102" y="128047"/>
                </a:lnTo>
                <a:lnTo>
                  <a:pt x="0" y="98018"/>
                </a:lnTo>
                <a:close/>
              </a:path>
            </a:pathLst>
          </a:custGeom>
          <a:solidFill>
            <a:srgbClr val="63636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31856" y="3355775"/>
            <a:ext cx="812153" cy="1102707"/>
          </a:xfrm>
          <a:custGeom>
            <a:avLst/>
            <a:gdLst/>
            <a:ahLst/>
            <a:cxnLst/>
            <a:rect l="l" t="t" r="r" b="b"/>
            <a:pathLst>
              <a:path w="812153" h="1102707">
                <a:moveTo>
                  <a:pt x="812153" y="1004688"/>
                </a:moveTo>
                <a:lnTo>
                  <a:pt x="0" y="1102707"/>
                </a:lnTo>
                <a:lnTo>
                  <a:pt x="0" y="98018"/>
                </a:lnTo>
                <a:lnTo>
                  <a:pt x="812153" y="0"/>
                </a:lnTo>
                <a:close/>
              </a:path>
            </a:pathLst>
          </a:custGeom>
          <a:solidFill>
            <a:srgbClr val="65656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77754" y="3300110"/>
            <a:ext cx="513968" cy="408926"/>
          </a:xfrm>
          <a:custGeom>
            <a:avLst/>
            <a:gdLst/>
            <a:ahLst/>
            <a:cxnLst/>
            <a:rect l="l" t="t" r="r" b="b"/>
            <a:pathLst>
              <a:path w="513968" h="408926">
                <a:moveTo>
                  <a:pt x="0" y="123654"/>
                </a:moveTo>
                <a:lnTo>
                  <a:pt x="0" y="0"/>
                </a:lnTo>
                <a:lnTo>
                  <a:pt x="513968" y="285272"/>
                </a:lnTo>
                <a:lnTo>
                  <a:pt x="513968" y="408926"/>
                </a:lnTo>
                <a:close/>
              </a:path>
            </a:pathLst>
          </a:custGeom>
          <a:solidFill>
            <a:srgbClr val="63636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77754" y="3202092"/>
            <a:ext cx="1326121" cy="383291"/>
          </a:xfrm>
          <a:custGeom>
            <a:avLst/>
            <a:gdLst/>
            <a:ahLst/>
            <a:cxnLst/>
            <a:rect l="l" t="t" r="r" b="b"/>
            <a:pathLst>
              <a:path w="1326121" h="383291">
                <a:moveTo>
                  <a:pt x="812153" y="0"/>
                </a:moveTo>
                <a:lnTo>
                  <a:pt x="1326121" y="285272"/>
                </a:lnTo>
                <a:lnTo>
                  <a:pt x="513968" y="383291"/>
                </a:lnTo>
                <a:lnTo>
                  <a:pt x="0" y="98018"/>
                </a:lnTo>
                <a:close/>
              </a:path>
            </a:pathLst>
          </a:custGeom>
          <a:solidFill>
            <a:srgbClr val="A0A0A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91722" y="3487364"/>
            <a:ext cx="812153" cy="221672"/>
          </a:xfrm>
          <a:custGeom>
            <a:avLst/>
            <a:gdLst/>
            <a:ahLst/>
            <a:cxnLst/>
            <a:rect l="l" t="t" r="r" b="b"/>
            <a:pathLst>
              <a:path w="812153" h="221672">
                <a:moveTo>
                  <a:pt x="812153" y="123654"/>
                </a:moveTo>
                <a:lnTo>
                  <a:pt x="0" y="221672"/>
                </a:lnTo>
                <a:lnTo>
                  <a:pt x="0" y="98018"/>
                </a:lnTo>
                <a:lnTo>
                  <a:pt x="812153" y="0"/>
                </a:lnTo>
                <a:close/>
              </a:path>
            </a:pathLst>
          </a:custGeom>
          <a:solidFill>
            <a:srgbClr val="5D5D5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31912" y="3226479"/>
            <a:ext cx="162306" cy="337394"/>
          </a:xfrm>
          <a:custGeom>
            <a:avLst/>
            <a:gdLst/>
            <a:ahLst/>
            <a:cxnLst/>
            <a:rect l="l" t="t" r="r" b="b"/>
            <a:pathLst>
              <a:path w="162306" h="337394">
                <a:moveTo>
                  <a:pt x="0" y="247308"/>
                </a:moveTo>
                <a:lnTo>
                  <a:pt x="0" y="0"/>
                </a:lnTo>
                <a:lnTo>
                  <a:pt x="162306" y="90086"/>
                </a:lnTo>
                <a:lnTo>
                  <a:pt x="162306" y="337394"/>
                </a:lnTo>
                <a:close/>
              </a:path>
            </a:pathLst>
          </a:custGeom>
          <a:solidFill>
            <a:srgbClr val="60606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31912" y="3156466"/>
            <a:ext cx="742415" cy="160099"/>
          </a:xfrm>
          <a:custGeom>
            <a:avLst/>
            <a:gdLst/>
            <a:ahLst/>
            <a:cxnLst/>
            <a:rect l="l" t="t" r="r" b="b"/>
            <a:pathLst>
              <a:path w="742415" h="160099">
                <a:moveTo>
                  <a:pt x="580109" y="0"/>
                </a:moveTo>
                <a:lnTo>
                  <a:pt x="742415" y="90086"/>
                </a:lnTo>
                <a:lnTo>
                  <a:pt x="162306" y="160099"/>
                </a:lnTo>
                <a:lnTo>
                  <a:pt x="0" y="70013"/>
                </a:lnTo>
                <a:close/>
              </a:path>
            </a:pathLst>
          </a:custGeom>
          <a:solidFill>
            <a:srgbClr val="6B6B6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94218" y="3246552"/>
            <a:ext cx="580109" cy="317321"/>
          </a:xfrm>
          <a:custGeom>
            <a:avLst/>
            <a:gdLst/>
            <a:ahLst/>
            <a:cxnLst/>
            <a:rect l="l" t="t" r="r" b="b"/>
            <a:pathLst>
              <a:path w="580109" h="317321">
                <a:moveTo>
                  <a:pt x="580109" y="247308"/>
                </a:moveTo>
                <a:lnTo>
                  <a:pt x="0" y="317321"/>
                </a:lnTo>
                <a:lnTo>
                  <a:pt x="0" y="70013"/>
                </a:lnTo>
                <a:lnTo>
                  <a:pt x="580109" y="0"/>
                </a:lnTo>
                <a:close/>
              </a:path>
            </a:pathLst>
          </a:custGeom>
          <a:solidFill>
            <a:srgbClr val="5E5E5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620" y="3555354"/>
            <a:ext cx="54102" cy="849236"/>
          </a:xfrm>
          <a:custGeom>
            <a:avLst/>
            <a:gdLst/>
            <a:ahLst/>
            <a:cxnLst/>
            <a:rect l="l" t="t" r="r" b="b"/>
            <a:pathLst>
              <a:path w="54102" h="849236">
                <a:moveTo>
                  <a:pt x="0" y="819207"/>
                </a:moveTo>
                <a:lnTo>
                  <a:pt x="0" y="0"/>
                </a:lnTo>
                <a:lnTo>
                  <a:pt x="54102" y="30029"/>
                </a:lnTo>
                <a:lnTo>
                  <a:pt x="54102" y="849236"/>
                </a:lnTo>
                <a:close/>
              </a:path>
            </a:pathLst>
          </a:custGeom>
          <a:solidFill>
            <a:srgbClr val="61616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37620" y="3457336"/>
            <a:ext cx="866255" cy="128047"/>
          </a:xfrm>
          <a:custGeom>
            <a:avLst/>
            <a:gdLst/>
            <a:ahLst/>
            <a:cxnLst/>
            <a:rect l="l" t="t" r="r" b="b"/>
            <a:pathLst>
              <a:path w="866255" h="128047">
                <a:moveTo>
                  <a:pt x="812153" y="0"/>
                </a:moveTo>
                <a:lnTo>
                  <a:pt x="866255" y="30029"/>
                </a:lnTo>
                <a:lnTo>
                  <a:pt x="54102" y="128047"/>
                </a:lnTo>
                <a:lnTo>
                  <a:pt x="0" y="98018"/>
                </a:lnTo>
                <a:close/>
              </a:path>
            </a:pathLst>
          </a:custGeom>
          <a:solidFill>
            <a:srgbClr val="63636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791722" y="3487364"/>
            <a:ext cx="812153" cy="917226"/>
          </a:xfrm>
          <a:custGeom>
            <a:avLst/>
            <a:gdLst/>
            <a:ahLst/>
            <a:cxnLst/>
            <a:rect l="l" t="t" r="r" b="b"/>
            <a:pathLst>
              <a:path w="812153" h="917226">
                <a:moveTo>
                  <a:pt x="812153" y="819207"/>
                </a:moveTo>
                <a:lnTo>
                  <a:pt x="0" y="917226"/>
                </a:lnTo>
                <a:lnTo>
                  <a:pt x="0" y="98018"/>
                </a:lnTo>
                <a:lnTo>
                  <a:pt x="812153" y="0"/>
                </a:lnTo>
                <a:close/>
              </a:path>
            </a:pathLst>
          </a:custGeom>
          <a:solidFill>
            <a:srgbClr val="63636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22230" y="2246060"/>
            <a:ext cx="960120" cy="960120"/>
          </a:xfrm>
          <a:custGeom>
            <a:avLst/>
            <a:gdLst/>
            <a:ahLst/>
            <a:cxnLst/>
            <a:rect l="l" t="t" r="r" b="b"/>
            <a:pathLst>
              <a:path w="960120" h="960120">
                <a:moveTo>
                  <a:pt x="960120" y="480060"/>
                </a:moveTo>
                <a:lnTo>
                  <a:pt x="956013" y="542720"/>
                </a:lnTo>
                <a:lnTo>
                  <a:pt x="943762" y="604309"/>
                </a:lnTo>
                <a:lnTo>
                  <a:pt x="923578" y="663771"/>
                </a:lnTo>
                <a:lnTo>
                  <a:pt x="895804" y="720090"/>
                </a:lnTo>
                <a:lnTo>
                  <a:pt x="860917" y="772302"/>
                </a:lnTo>
                <a:lnTo>
                  <a:pt x="819514" y="819514"/>
                </a:lnTo>
                <a:lnTo>
                  <a:pt x="772302" y="860917"/>
                </a:lnTo>
                <a:lnTo>
                  <a:pt x="720090" y="895804"/>
                </a:lnTo>
                <a:lnTo>
                  <a:pt x="663771" y="923578"/>
                </a:lnTo>
                <a:lnTo>
                  <a:pt x="604309" y="943762"/>
                </a:lnTo>
                <a:lnTo>
                  <a:pt x="542720" y="956013"/>
                </a:lnTo>
                <a:lnTo>
                  <a:pt x="480060" y="960120"/>
                </a:lnTo>
                <a:lnTo>
                  <a:pt x="417400" y="956013"/>
                </a:lnTo>
                <a:lnTo>
                  <a:pt x="355811" y="943762"/>
                </a:lnTo>
                <a:lnTo>
                  <a:pt x="296349" y="923578"/>
                </a:lnTo>
                <a:lnTo>
                  <a:pt x="240030" y="895804"/>
                </a:lnTo>
                <a:lnTo>
                  <a:pt x="187818" y="860917"/>
                </a:lnTo>
                <a:lnTo>
                  <a:pt x="140606" y="819514"/>
                </a:lnTo>
                <a:lnTo>
                  <a:pt x="99203" y="772302"/>
                </a:lnTo>
                <a:lnTo>
                  <a:pt x="64316" y="720090"/>
                </a:lnTo>
                <a:lnTo>
                  <a:pt x="36542" y="663771"/>
                </a:lnTo>
                <a:lnTo>
                  <a:pt x="16358" y="604309"/>
                </a:lnTo>
                <a:lnTo>
                  <a:pt x="4107" y="542720"/>
                </a:lnTo>
                <a:lnTo>
                  <a:pt x="0" y="480060"/>
                </a:lnTo>
                <a:lnTo>
                  <a:pt x="4107" y="417400"/>
                </a:lnTo>
                <a:lnTo>
                  <a:pt x="16358" y="355811"/>
                </a:lnTo>
                <a:lnTo>
                  <a:pt x="36542" y="296349"/>
                </a:lnTo>
                <a:lnTo>
                  <a:pt x="64316" y="240030"/>
                </a:lnTo>
                <a:lnTo>
                  <a:pt x="99203" y="187818"/>
                </a:lnTo>
                <a:lnTo>
                  <a:pt x="140606" y="140606"/>
                </a:lnTo>
                <a:lnTo>
                  <a:pt x="187818" y="99203"/>
                </a:lnTo>
                <a:lnTo>
                  <a:pt x="240030" y="64316"/>
                </a:lnTo>
                <a:lnTo>
                  <a:pt x="296349" y="36542"/>
                </a:lnTo>
                <a:lnTo>
                  <a:pt x="355811" y="16358"/>
                </a:lnTo>
                <a:lnTo>
                  <a:pt x="417400" y="4107"/>
                </a:lnTo>
                <a:lnTo>
                  <a:pt x="480060" y="0"/>
                </a:lnTo>
                <a:lnTo>
                  <a:pt x="542720" y="4107"/>
                </a:lnTo>
                <a:lnTo>
                  <a:pt x="604309" y="16358"/>
                </a:lnTo>
                <a:lnTo>
                  <a:pt x="663771" y="36542"/>
                </a:lnTo>
                <a:lnTo>
                  <a:pt x="720090" y="64316"/>
                </a:lnTo>
                <a:lnTo>
                  <a:pt x="772302" y="99203"/>
                </a:lnTo>
                <a:lnTo>
                  <a:pt x="819514" y="140606"/>
                </a:lnTo>
                <a:lnTo>
                  <a:pt x="860917" y="187818"/>
                </a:lnTo>
                <a:lnTo>
                  <a:pt x="895804" y="240030"/>
                </a:lnTo>
                <a:lnTo>
                  <a:pt x="923578" y="296349"/>
                </a:lnTo>
                <a:lnTo>
                  <a:pt x="943762" y="355811"/>
                </a:lnTo>
                <a:lnTo>
                  <a:pt x="956013" y="417400"/>
                </a:lnTo>
                <a:close/>
              </a:path>
            </a:pathLst>
          </a:custGeom>
          <a:solidFill>
            <a:srgbClr val="535353"/>
          </a:solidFill>
          <a:ln/>
        </p:spPr>
      </p:sp>
      <p:sp>
        <p:nvSpPr>
          <p:cNvPr id="16" name="Shape 14"/>
          <p:cNvSpPr/>
          <p:nvPr/>
        </p:nvSpPr>
        <p:spPr>
          <a:xfrm>
            <a:off x="2539455" y="2261862"/>
            <a:ext cx="913808" cy="913808"/>
          </a:xfrm>
          <a:custGeom>
            <a:avLst/>
            <a:gdLst/>
            <a:ahLst/>
            <a:cxnLst/>
            <a:rect l="l" t="t" r="r" b="b"/>
            <a:pathLst>
              <a:path w="913808" h="913808">
                <a:moveTo>
                  <a:pt x="913808" y="456904"/>
                </a:moveTo>
                <a:lnTo>
                  <a:pt x="909899" y="516542"/>
                </a:lnTo>
                <a:lnTo>
                  <a:pt x="898240" y="575160"/>
                </a:lnTo>
                <a:lnTo>
                  <a:pt x="879029" y="631754"/>
                </a:lnTo>
                <a:lnTo>
                  <a:pt x="852595" y="685356"/>
                </a:lnTo>
                <a:lnTo>
                  <a:pt x="819391" y="735050"/>
                </a:lnTo>
                <a:lnTo>
                  <a:pt x="779984" y="779984"/>
                </a:lnTo>
                <a:lnTo>
                  <a:pt x="735050" y="819391"/>
                </a:lnTo>
                <a:lnTo>
                  <a:pt x="685356" y="852595"/>
                </a:lnTo>
                <a:lnTo>
                  <a:pt x="631754" y="879029"/>
                </a:lnTo>
                <a:lnTo>
                  <a:pt x="575160" y="898240"/>
                </a:lnTo>
                <a:lnTo>
                  <a:pt x="516542" y="909899"/>
                </a:lnTo>
                <a:lnTo>
                  <a:pt x="456904" y="913808"/>
                </a:lnTo>
                <a:lnTo>
                  <a:pt x="397266" y="909899"/>
                </a:lnTo>
                <a:lnTo>
                  <a:pt x="338649" y="898240"/>
                </a:lnTo>
                <a:lnTo>
                  <a:pt x="282055" y="879029"/>
                </a:lnTo>
                <a:lnTo>
                  <a:pt x="228452" y="852595"/>
                </a:lnTo>
                <a:lnTo>
                  <a:pt x="178759" y="819391"/>
                </a:lnTo>
                <a:lnTo>
                  <a:pt x="133824" y="779984"/>
                </a:lnTo>
                <a:lnTo>
                  <a:pt x="94418" y="735050"/>
                </a:lnTo>
                <a:lnTo>
                  <a:pt x="61214" y="685356"/>
                </a:lnTo>
                <a:lnTo>
                  <a:pt x="34780" y="631754"/>
                </a:lnTo>
                <a:lnTo>
                  <a:pt x="15569" y="575160"/>
                </a:lnTo>
                <a:lnTo>
                  <a:pt x="3909" y="516542"/>
                </a:lnTo>
                <a:lnTo>
                  <a:pt x="0" y="456904"/>
                </a:lnTo>
                <a:lnTo>
                  <a:pt x="3909" y="397266"/>
                </a:lnTo>
                <a:lnTo>
                  <a:pt x="15569" y="338649"/>
                </a:lnTo>
                <a:lnTo>
                  <a:pt x="34780" y="282055"/>
                </a:lnTo>
                <a:lnTo>
                  <a:pt x="61214" y="228452"/>
                </a:lnTo>
                <a:lnTo>
                  <a:pt x="94418" y="178759"/>
                </a:lnTo>
                <a:lnTo>
                  <a:pt x="133824" y="133824"/>
                </a:lnTo>
                <a:lnTo>
                  <a:pt x="178759" y="94418"/>
                </a:lnTo>
                <a:lnTo>
                  <a:pt x="228452" y="61214"/>
                </a:lnTo>
                <a:lnTo>
                  <a:pt x="282055" y="34780"/>
                </a:lnTo>
                <a:lnTo>
                  <a:pt x="338649" y="15569"/>
                </a:lnTo>
                <a:lnTo>
                  <a:pt x="397266" y="3909"/>
                </a:lnTo>
                <a:lnTo>
                  <a:pt x="456904" y="0"/>
                </a:lnTo>
                <a:lnTo>
                  <a:pt x="516542" y="3909"/>
                </a:lnTo>
                <a:lnTo>
                  <a:pt x="575160" y="15569"/>
                </a:lnTo>
                <a:lnTo>
                  <a:pt x="631754" y="34780"/>
                </a:lnTo>
                <a:lnTo>
                  <a:pt x="685356" y="61214"/>
                </a:lnTo>
                <a:lnTo>
                  <a:pt x="735050" y="94418"/>
                </a:lnTo>
                <a:lnTo>
                  <a:pt x="779984" y="133824"/>
                </a:lnTo>
                <a:lnTo>
                  <a:pt x="819391" y="178759"/>
                </a:lnTo>
                <a:lnTo>
                  <a:pt x="852595" y="228452"/>
                </a:lnTo>
                <a:lnTo>
                  <a:pt x="879029" y="282055"/>
                </a:lnTo>
                <a:lnTo>
                  <a:pt x="898240" y="338649"/>
                </a:lnTo>
                <a:lnTo>
                  <a:pt x="909899" y="397266"/>
                </a:lnTo>
                <a:close/>
              </a:path>
            </a:pathLst>
          </a:custGeom>
          <a:solidFill>
            <a:srgbClr val="595959"/>
          </a:solidFill>
          <a:ln/>
        </p:spPr>
      </p:sp>
      <p:sp>
        <p:nvSpPr>
          <p:cNvPr id="17" name="Shape 15"/>
          <p:cNvSpPr/>
          <p:nvPr/>
        </p:nvSpPr>
        <p:spPr>
          <a:xfrm>
            <a:off x="2556681" y="2277665"/>
            <a:ext cx="867497" cy="867497"/>
          </a:xfrm>
          <a:custGeom>
            <a:avLst/>
            <a:gdLst/>
            <a:ahLst/>
            <a:cxnLst/>
            <a:rect l="l" t="t" r="r" b="b"/>
            <a:pathLst>
              <a:path w="867497" h="867497">
                <a:moveTo>
                  <a:pt x="867497" y="433748"/>
                </a:moveTo>
                <a:lnTo>
                  <a:pt x="863786" y="490364"/>
                </a:lnTo>
                <a:lnTo>
                  <a:pt x="852717" y="546011"/>
                </a:lnTo>
                <a:lnTo>
                  <a:pt x="834480" y="599737"/>
                </a:lnTo>
                <a:lnTo>
                  <a:pt x="809385" y="650622"/>
                </a:lnTo>
                <a:lnTo>
                  <a:pt x="777864" y="697798"/>
                </a:lnTo>
                <a:lnTo>
                  <a:pt x="740455" y="740455"/>
                </a:lnTo>
                <a:lnTo>
                  <a:pt x="697798" y="777864"/>
                </a:lnTo>
                <a:lnTo>
                  <a:pt x="650622" y="809385"/>
                </a:lnTo>
                <a:lnTo>
                  <a:pt x="599737" y="834480"/>
                </a:lnTo>
                <a:lnTo>
                  <a:pt x="546011" y="852717"/>
                </a:lnTo>
                <a:lnTo>
                  <a:pt x="490364" y="863786"/>
                </a:lnTo>
                <a:lnTo>
                  <a:pt x="433748" y="867497"/>
                </a:lnTo>
                <a:lnTo>
                  <a:pt x="377133" y="863786"/>
                </a:lnTo>
                <a:lnTo>
                  <a:pt x="321486" y="852717"/>
                </a:lnTo>
                <a:lnTo>
                  <a:pt x="267760" y="834480"/>
                </a:lnTo>
                <a:lnTo>
                  <a:pt x="216874" y="809385"/>
                </a:lnTo>
                <a:lnTo>
                  <a:pt x="169699" y="777864"/>
                </a:lnTo>
                <a:lnTo>
                  <a:pt x="127042" y="740455"/>
                </a:lnTo>
                <a:lnTo>
                  <a:pt x="89633" y="697798"/>
                </a:lnTo>
                <a:lnTo>
                  <a:pt x="58111" y="650622"/>
                </a:lnTo>
                <a:lnTo>
                  <a:pt x="33017" y="599737"/>
                </a:lnTo>
                <a:lnTo>
                  <a:pt x="14780" y="546011"/>
                </a:lnTo>
                <a:lnTo>
                  <a:pt x="3711" y="490364"/>
                </a:lnTo>
                <a:lnTo>
                  <a:pt x="0" y="433748"/>
                </a:lnTo>
                <a:lnTo>
                  <a:pt x="3711" y="377133"/>
                </a:lnTo>
                <a:lnTo>
                  <a:pt x="14780" y="321486"/>
                </a:lnTo>
                <a:lnTo>
                  <a:pt x="33017" y="267760"/>
                </a:lnTo>
                <a:lnTo>
                  <a:pt x="58111" y="216874"/>
                </a:lnTo>
                <a:lnTo>
                  <a:pt x="89633" y="169699"/>
                </a:lnTo>
                <a:lnTo>
                  <a:pt x="127042" y="127042"/>
                </a:lnTo>
                <a:lnTo>
                  <a:pt x="169699" y="89633"/>
                </a:lnTo>
                <a:lnTo>
                  <a:pt x="216874" y="58111"/>
                </a:lnTo>
                <a:lnTo>
                  <a:pt x="267760" y="33017"/>
                </a:lnTo>
                <a:lnTo>
                  <a:pt x="321486" y="14780"/>
                </a:lnTo>
                <a:lnTo>
                  <a:pt x="377133" y="3711"/>
                </a:lnTo>
                <a:lnTo>
                  <a:pt x="433748" y="0"/>
                </a:lnTo>
                <a:lnTo>
                  <a:pt x="490364" y="3711"/>
                </a:lnTo>
                <a:lnTo>
                  <a:pt x="546011" y="14780"/>
                </a:lnTo>
                <a:lnTo>
                  <a:pt x="599737" y="33017"/>
                </a:lnTo>
                <a:lnTo>
                  <a:pt x="650622" y="58111"/>
                </a:lnTo>
                <a:lnTo>
                  <a:pt x="697798" y="89633"/>
                </a:lnTo>
                <a:lnTo>
                  <a:pt x="740455" y="127042"/>
                </a:lnTo>
                <a:lnTo>
                  <a:pt x="777864" y="169699"/>
                </a:lnTo>
                <a:lnTo>
                  <a:pt x="809385" y="216874"/>
                </a:lnTo>
                <a:lnTo>
                  <a:pt x="834480" y="267760"/>
                </a:lnTo>
                <a:lnTo>
                  <a:pt x="852717" y="321486"/>
                </a:lnTo>
                <a:lnTo>
                  <a:pt x="863786" y="377133"/>
                </a:lnTo>
                <a:close/>
              </a:path>
            </a:pathLst>
          </a:custGeom>
          <a:solidFill>
            <a:srgbClr val="606060"/>
          </a:solidFill>
          <a:ln/>
        </p:spPr>
      </p:sp>
      <p:sp>
        <p:nvSpPr>
          <p:cNvPr id="18" name="Shape 16"/>
          <p:cNvSpPr/>
          <p:nvPr/>
        </p:nvSpPr>
        <p:spPr>
          <a:xfrm>
            <a:off x="2573907" y="2293467"/>
            <a:ext cx="821185" cy="821185"/>
          </a:xfrm>
          <a:custGeom>
            <a:avLst/>
            <a:gdLst/>
            <a:ahLst/>
            <a:cxnLst/>
            <a:rect l="l" t="t" r="r" b="b"/>
            <a:pathLst>
              <a:path w="821185" h="821185">
                <a:moveTo>
                  <a:pt x="821185" y="410592"/>
                </a:moveTo>
                <a:lnTo>
                  <a:pt x="817672" y="464186"/>
                </a:lnTo>
                <a:lnTo>
                  <a:pt x="807194" y="516862"/>
                </a:lnTo>
                <a:lnTo>
                  <a:pt x="789930" y="567719"/>
                </a:lnTo>
                <a:lnTo>
                  <a:pt x="766176" y="615889"/>
                </a:lnTo>
                <a:lnTo>
                  <a:pt x="736337" y="660545"/>
                </a:lnTo>
                <a:lnTo>
                  <a:pt x="700925" y="700925"/>
                </a:lnTo>
                <a:lnTo>
                  <a:pt x="660545" y="736337"/>
                </a:lnTo>
                <a:lnTo>
                  <a:pt x="615889" y="766176"/>
                </a:lnTo>
                <a:lnTo>
                  <a:pt x="567719" y="789930"/>
                </a:lnTo>
                <a:lnTo>
                  <a:pt x="516862" y="807194"/>
                </a:lnTo>
                <a:lnTo>
                  <a:pt x="464186" y="817672"/>
                </a:lnTo>
                <a:lnTo>
                  <a:pt x="410592" y="821185"/>
                </a:lnTo>
                <a:lnTo>
                  <a:pt x="356999" y="817672"/>
                </a:lnTo>
                <a:lnTo>
                  <a:pt x="304323" y="807194"/>
                </a:lnTo>
                <a:lnTo>
                  <a:pt x="253466" y="789930"/>
                </a:lnTo>
                <a:lnTo>
                  <a:pt x="205296" y="766176"/>
                </a:lnTo>
                <a:lnTo>
                  <a:pt x="160640" y="736337"/>
                </a:lnTo>
                <a:lnTo>
                  <a:pt x="120260" y="700925"/>
                </a:lnTo>
                <a:lnTo>
                  <a:pt x="84848" y="660545"/>
                </a:lnTo>
                <a:lnTo>
                  <a:pt x="55009" y="615889"/>
                </a:lnTo>
                <a:lnTo>
                  <a:pt x="31254" y="567719"/>
                </a:lnTo>
                <a:lnTo>
                  <a:pt x="13991" y="516862"/>
                </a:lnTo>
                <a:lnTo>
                  <a:pt x="3513" y="464186"/>
                </a:lnTo>
                <a:lnTo>
                  <a:pt x="0" y="410592"/>
                </a:lnTo>
                <a:lnTo>
                  <a:pt x="3513" y="356999"/>
                </a:lnTo>
                <a:lnTo>
                  <a:pt x="13991" y="304323"/>
                </a:lnTo>
                <a:lnTo>
                  <a:pt x="31254" y="253466"/>
                </a:lnTo>
                <a:lnTo>
                  <a:pt x="55009" y="205296"/>
                </a:lnTo>
                <a:lnTo>
                  <a:pt x="84848" y="160640"/>
                </a:lnTo>
                <a:lnTo>
                  <a:pt x="120260" y="120260"/>
                </a:lnTo>
                <a:lnTo>
                  <a:pt x="160640" y="84848"/>
                </a:lnTo>
                <a:lnTo>
                  <a:pt x="205296" y="55009"/>
                </a:lnTo>
                <a:lnTo>
                  <a:pt x="253466" y="31254"/>
                </a:lnTo>
                <a:lnTo>
                  <a:pt x="304323" y="13991"/>
                </a:lnTo>
                <a:lnTo>
                  <a:pt x="356999" y="3513"/>
                </a:lnTo>
                <a:lnTo>
                  <a:pt x="410592" y="0"/>
                </a:lnTo>
                <a:lnTo>
                  <a:pt x="464186" y="3513"/>
                </a:lnTo>
                <a:lnTo>
                  <a:pt x="516862" y="13991"/>
                </a:lnTo>
                <a:lnTo>
                  <a:pt x="567719" y="31254"/>
                </a:lnTo>
                <a:lnTo>
                  <a:pt x="615889" y="55009"/>
                </a:lnTo>
                <a:lnTo>
                  <a:pt x="660545" y="84848"/>
                </a:lnTo>
                <a:lnTo>
                  <a:pt x="700925" y="120260"/>
                </a:lnTo>
                <a:lnTo>
                  <a:pt x="736337" y="160640"/>
                </a:lnTo>
                <a:lnTo>
                  <a:pt x="766176" y="205296"/>
                </a:lnTo>
                <a:lnTo>
                  <a:pt x="789930" y="253466"/>
                </a:lnTo>
                <a:lnTo>
                  <a:pt x="807194" y="304323"/>
                </a:lnTo>
                <a:lnTo>
                  <a:pt x="817672" y="356999"/>
                </a:lnTo>
                <a:close/>
              </a:path>
            </a:pathLst>
          </a:custGeom>
          <a:solidFill>
            <a:srgbClr val="666666"/>
          </a:solidFill>
          <a:ln/>
        </p:spPr>
      </p:sp>
      <p:sp>
        <p:nvSpPr>
          <p:cNvPr id="19" name="Shape 17"/>
          <p:cNvSpPr/>
          <p:nvPr/>
        </p:nvSpPr>
        <p:spPr>
          <a:xfrm>
            <a:off x="2591132" y="2309270"/>
            <a:ext cx="774873" cy="774873"/>
          </a:xfrm>
          <a:custGeom>
            <a:avLst/>
            <a:gdLst/>
            <a:ahLst/>
            <a:cxnLst/>
            <a:rect l="l" t="t" r="r" b="b"/>
            <a:pathLst>
              <a:path w="774873" h="774873">
                <a:moveTo>
                  <a:pt x="774873" y="387437"/>
                </a:moveTo>
                <a:lnTo>
                  <a:pt x="771559" y="438007"/>
                </a:lnTo>
                <a:lnTo>
                  <a:pt x="761672" y="487713"/>
                </a:lnTo>
                <a:lnTo>
                  <a:pt x="745381" y="535702"/>
                </a:lnTo>
                <a:lnTo>
                  <a:pt x="722967" y="581155"/>
                </a:lnTo>
                <a:lnTo>
                  <a:pt x="694811" y="623293"/>
                </a:lnTo>
                <a:lnTo>
                  <a:pt x="661396" y="661396"/>
                </a:lnTo>
                <a:lnTo>
                  <a:pt x="623293" y="694811"/>
                </a:lnTo>
                <a:lnTo>
                  <a:pt x="581155" y="722967"/>
                </a:lnTo>
                <a:lnTo>
                  <a:pt x="535702" y="745381"/>
                </a:lnTo>
                <a:lnTo>
                  <a:pt x="487713" y="761672"/>
                </a:lnTo>
                <a:lnTo>
                  <a:pt x="438007" y="771559"/>
                </a:lnTo>
                <a:lnTo>
                  <a:pt x="387437" y="774873"/>
                </a:lnTo>
                <a:lnTo>
                  <a:pt x="336866" y="771559"/>
                </a:lnTo>
                <a:lnTo>
                  <a:pt x="287161" y="761672"/>
                </a:lnTo>
                <a:lnTo>
                  <a:pt x="239171" y="745381"/>
                </a:lnTo>
                <a:lnTo>
                  <a:pt x="193718" y="722967"/>
                </a:lnTo>
                <a:lnTo>
                  <a:pt x="151580" y="694811"/>
                </a:lnTo>
                <a:lnTo>
                  <a:pt x="113478" y="661396"/>
                </a:lnTo>
                <a:lnTo>
                  <a:pt x="80062" y="623293"/>
                </a:lnTo>
                <a:lnTo>
                  <a:pt x="51907" y="581155"/>
                </a:lnTo>
                <a:lnTo>
                  <a:pt x="29492" y="535702"/>
                </a:lnTo>
                <a:lnTo>
                  <a:pt x="13202" y="487713"/>
                </a:lnTo>
                <a:lnTo>
                  <a:pt x="3315" y="438007"/>
                </a:lnTo>
                <a:lnTo>
                  <a:pt x="0" y="387437"/>
                </a:lnTo>
                <a:lnTo>
                  <a:pt x="3315" y="336866"/>
                </a:lnTo>
                <a:lnTo>
                  <a:pt x="13202" y="287161"/>
                </a:lnTo>
                <a:lnTo>
                  <a:pt x="29492" y="239171"/>
                </a:lnTo>
                <a:lnTo>
                  <a:pt x="51907" y="193718"/>
                </a:lnTo>
                <a:lnTo>
                  <a:pt x="80062" y="151580"/>
                </a:lnTo>
                <a:lnTo>
                  <a:pt x="113478" y="113478"/>
                </a:lnTo>
                <a:lnTo>
                  <a:pt x="151580" y="80062"/>
                </a:lnTo>
                <a:lnTo>
                  <a:pt x="193718" y="51907"/>
                </a:lnTo>
                <a:lnTo>
                  <a:pt x="239171" y="29492"/>
                </a:lnTo>
                <a:lnTo>
                  <a:pt x="287161" y="13202"/>
                </a:lnTo>
                <a:lnTo>
                  <a:pt x="336866" y="3315"/>
                </a:lnTo>
                <a:lnTo>
                  <a:pt x="387437" y="0"/>
                </a:lnTo>
                <a:lnTo>
                  <a:pt x="438007" y="3315"/>
                </a:lnTo>
                <a:lnTo>
                  <a:pt x="487713" y="13202"/>
                </a:lnTo>
                <a:lnTo>
                  <a:pt x="535702" y="29492"/>
                </a:lnTo>
                <a:lnTo>
                  <a:pt x="581155" y="51907"/>
                </a:lnTo>
                <a:lnTo>
                  <a:pt x="623293" y="80062"/>
                </a:lnTo>
                <a:lnTo>
                  <a:pt x="661396" y="113478"/>
                </a:lnTo>
                <a:lnTo>
                  <a:pt x="694811" y="151580"/>
                </a:lnTo>
                <a:lnTo>
                  <a:pt x="722967" y="193718"/>
                </a:lnTo>
                <a:lnTo>
                  <a:pt x="745381" y="239171"/>
                </a:lnTo>
                <a:lnTo>
                  <a:pt x="761672" y="287161"/>
                </a:lnTo>
                <a:lnTo>
                  <a:pt x="771559" y="336866"/>
                </a:lnTo>
                <a:close/>
              </a:path>
            </a:pathLst>
          </a:custGeom>
          <a:solidFill>
            <a:srgbClr val="6D6D6D"/>
          </a:solidFill>
          <a:ln/>
        </p:spPr>
      </p:sp>
      <p:sp>
        <p:nvSpPr>
          <p:cNvPr id="20" name="Shape 18"/>
          <p:cNvSpPr/>
          <p:nvPr/>
        </p:nvSpPr>
        <p:spPr>
          <a:xfrm>
            <a:off x="2608358" y="2325072"/>
            <a:ext cx="728562" cy="728562"/>
          </a:xfrm>
          <a:custGeom>
            <a:avLst/>
            <a:gdLst/>
            <a:ahLst/>
            <a:cxnLst/>
            <a:rect l="l" t="t" r="r" b="b"/>
            <a:pathLst>
              <a:path w="728562" h="728562">
                <a:moveTo>
                  <a:pt x="728562" y="364281"/>
                </a:moveTo>
                <a:lnTo>
                  <a:pt x="725445" y="411829"/>
                </a:lnTo>
                <a:lnTo>
                  <a:pt x="716149" y="458564"/>
                </a:lnTo>
                <a:lnTo>
                  <a:pt x="700832" y="503685"/>
                </a:lnTo>
                <a:lnTo>
                  <a:pt x="679757" y="546421"/>
                </a:lnTo>
                <a:lnTo>
                  <a:pt x="653284" y="586041"/>
                </a:lnTo>
                <a:lnTo>
                  <a:pt x="621866" y="621866"/>
                </a:lnTo>
                <a:lnTo>
                  <a:pt x="586041" y="653284"/>
                </a:lnTo>
                <a:lnTo>
                  <a:pt x="546421" y="679757"/>
                </a:lnTo>
                <a:lnTo>
                  <a:pt x="503685" y="700832"/>
                </a:lnTo>
                <a:lnTo>
                  <a:pt x="458564" y="716149"/>
                </a:lnTo>
                <a:lnTo>
                  <a:pt x="411829" y="725445"/>
                </a:lnTo>
                <a:lnTo>
                  <a:pt x="364281" y="728562"/>
                </a:lnTo>
                <a:lnTo>
                  <a:pt x="316733" y="725445"/>
                </a:lnTo>
                <a:lnTo>
                  <a:pt x="269998" y="716149"/>
                </a:lnTo>
                <a:lnTo>
                  <a:pt x="224877" y="700832"/>
                </a:lnTo>
                <a:lnTo>
                  <a:pt x="182140" y="679757"/>
                </a:lnTo>
                <a:lnTo>
                  <a:pt x="142521" y="653284"/>
                </a:lnTo>
                <a:lnTo>
                  <a:pt x="106695" y="621866"/>
                </a:lnTo>
                <a:lnTo>
                  <a:pt x="75277" y="586041"/>
                </a:lnTo>
                <a:lnTo>
                  <a:pt x="48804" y="546421"/>
                </a:lnTo>
                <a:lnTo>
                  <a:pt x="27729" y="503685"/>
                </a:lnTo>
                <a:lnTo>
                  <a:pt x="12413" y="458564"/>
                </a:lnTo>
                <a:lnTo>
                  <a:pt x="3116" y="411829"/>
                </a:lnTo>
                <a:lnTo>
                  <a:pt x="0" y="364281"/>
                </a:lnTo>
                <a:lnTo>
                  <a:pt x="3116" y="316733"/>
                </a:lnTo>
                <a:lnTo>
                  <a:pt x="12413" y="269998"/>
                </a:lnTo>
                <a:lnTo>
                  <a:pt x="27729" y="224877"/>
                </a:lnTo>
                <a:lnTo>
                  <a:pt x="48804" y="182140"/>
                </a:lnTo>
                <a:lnTo>
                  <a:pt x="75277" y="142521"/>
                </a:lnTo>
                <a:lnTo>
                  <a:pt x="106695" y="106695"/>
                </a:lnTo>
                <a:lnTo>
                  <a:pt x="142521" y="75277"/>
                </a:lnTo>
                <a:lnTo>
                  <a:pt x="182140" y="48804"/>
                </a:lnTo>
                <a:lnTo>
                  <a:pt x="224877" y="27729"/>
                </a:lnTo>
                <a:lnTo>
                  <a:pt x="269998" y="12413"/>
                </a:lnTo>
                <a:lnTo>
                  <a:pt x="316733" y="3116"/>
                </a:lnTo>
                <a:lnTo>
                  <a:pt x="364281" y="0"/>
                </a:lnTo>
                <a:lnTo>
                  <a:pt x="411829" y="3116"/>
                </a:lnTo>
                <a:lnTo>
                  <a:pt x="458564" y="12413"/>
                </a:lnTo>
                <a:lnTo>
                  <a:pt x="503685" y="27729"/>
                </a:lnTo>
                <a:lnTo>
                  <a:pt x="546421" y="48804"/>
                </a:lnTo>
                <a:lnTo>
                  <a:pt x="586041" y="75277"/>
                </a:lnTo>
                <a:lnTo>
                  <a:pt x="621866" y="106695"/>
                </a:lnTo>
                <a:lnTo>
                  <a:pt x="653284" y="142521"/>
                </a:lnTo>
                <a:lnTo>
                  <a:pt x="679757" y="182140"/>
                </a:lnTo>
                <a:lnTo>
                  <a:pt x="700832" y="224877"/>
                </a:lnTo>
                <a:lnTo>
                  <a:pt x="716149" y="269998"/>
                </a:lnTo>
                <a:lnTo>
                  <a:pt x="725445" y="316733"/>
                </a:lnTo>
                <a:close/>
              </a:path>
            </a:pathLst>
          </a:custGeom>
          <a:solidFill>
            <a:srgbClr val="747474"/>
          </a:solidFill>
          <a:ln/>
        </p:spPr>
      </p:sp>
      <p:sp>
        <p:nvSpPr>
          <p:cNvPr id="21" name="Shape 19"/>
          <p:cNvSpPr/>
          <p:nvPr/>
        </p:nvSpPr>
        <p:spPr>
          <a:xfrm>
            <a:off x="2625584" y="2340875"/>
            <a:ext cx="682250" cy="682250"/>
          </a:xfrm>
          <a:custGeom>
            <a:avLst/>
            <a:gdLst/>
            <a:ahLst/>
            <a:cxnLst/>
            <a:rect l="l" t="t" r="r" b="b"/>
            <a:pathLst>
              <a:path w="682250" h="682250">
                <a:moveTo>
                  <a:pt x="682250" y="341125"/>
                </a:moveTo>
                <a:lnTo>
                  <a:pt x="679332" y="385651"/>
                </a:lnTo>
                <a:lnTo>
                  <a:pt x="670626" y="429415"/>
                </a:lnTo>
                <a:lnTo>
                  <a:pt x="656283" y="471668"/>
                </a:lnTo>
                <a:lnTo>
                  <a:pt x="636548" y="511687"/>
                </a:lnTo>
                <a:lnTo>
                  <a:pt x="611758" y="548789"/>
                </a:lnTo>
                <a:lnTo>
                  <a:pt x="582337" y="582337"/>
                </a:lnTo>
                <a:lnTo>
                  <a:pt x="548789" y="611758"/>
                </a:lnTo>
                <a:lnTo>
                  <a:pt x="511687" y="636548"/>
                </a:lnTo>
                <a:lnTo>
                  <a:pt x="471668" y="656283"/>
                </a:lnTo>
                <a:lnTo>
                  <a:pt x="429415" y="670626"/>
                </a:lnTo>
                <a:lnTo>
                  <a:pt x="385651" y="679332"/>
                </a:lnTo>
                <a:lnTo>
                  <a:pt x="341125" y="682250"/>
                </a:lnTo>
                <a:lnTo>
                  <a:pt x="296599" y="679332"/>
                </a:lnTo>
                <a:lnTo>
                  <a:pt x="252835" y="670626"/>
                </a:lnTo>
                <a:lnTo>
                  <a:pt x="210582" y="656283"/>
                </a:lnTo>
                <a:lnTo>
                  <a:pt x="170562" y="636548"/>
                </a:lnTo>
                <a:lnTo>
                  <a:pt x="133461" y="611758"/>
                </a:lnTo>
                <a:lnTo>
                  <a:pt x="99913" y="582337"/>
                </a:lnTo>
                <a:lnTo>
                  <a:pt x="70492" y="548789"/>
                </a:lnTo>
                <a:lnTo>
                  <a:pt x="45702" y="511687"/>
                </a:lnTo>
                <a:lnTo>
                  <a:pt x="25967" y="471668"/>
                </a:lnTo>
                <a:lnTo>
                  <a:pt x="11624" y="429415"/>
                </a:lnTo>
                <a:lnTo>
                  <a:pt x="2918" y="385651"/>
                </a:lnTo>
                <a:lnTo>
                  <a:pt x="0" y="341125"/>
                </a:lnTo>
                <a:lnTo>
                  <a:pt x="2918" y="296599"/>
                </a:lnTo>
                <a:lnTo>
                  <a:pt x="11624" y="252835"/>
                </a:lnTo>
                <a:lnTo>
                  <a:pt x="25967" y="210582"/>
                </a:lnTo>
                <a:lnTo>
                  <a:pt x="45702" y="170562"/>
                </a:lnTo>
                <a:lnTo>
                  <a:pt x="70492" y="133461"/>
                </a:lnTo>
                <a:lnTo>
                  <a:pt x="99913" y="99913"/>
                </a:lnTo>
                <a:lnTo>
                  <a:pt x="133461" y="70492"/>
                </a:lnTo>
                <a:lnTo>
                  <a:pt x="170562" y="45702"/>
                </a:lnTo>
                <a:lnTo>
                  <a:pt x="210582" y="25967"/>
                </a:lnTo>
                <a:lnTo>
                  <a:pt x="252835" y="11624"/>
                </a:lnTo>
                <a:lnTo>
                  <a:pt x="296599" y="2918"/>
                </a:lnTo>
                <a:lnTo>
                  <a:pt x="341125" y="0"/>
                </a:lnTo>
                <a:lnTo>
                  <a:pt x="385651" y="2918"/>
                </a:lnTo>
                <a:lnTo>
                  <a:pt x="429415" y="11624"/>
                </a:lnTo>
                <a:lnTo>
                  <a:pt x="471668" y="25967"/>
                </a:lnTo>
                <a:lnTo>
                  <a:pt x="511687" y="45702"/>
                </a:lnTo>
                <a:lnTo>
                  <a:pt x="548789" y="70492"/>
                </a:lnTo>
                <a:lnTo>
                  <a:pt x="582337" y="99913"/>
                </a:lnTo>
                <a:lnTo>
                  <a:pt x="611758" y="133461"/>
                </a:lnTo>
                <a:lnTo>
                  <a:pt x="636548" y="170562"/>
                </a:lnTo>
                <a:lnTo>
                  <a:pt x="656283" y="210582"/>
                </a:lnTo>
                <a:lnTo>
                  <a:pt x="670626" y="252835"/>
                </a:lnTo>
                <a:lnTo>
                  <a:pt x="679332" y="296599"/>
                </a:lnTo>
                <a:close/>
              </a:path>
            </a:pathLst>
          </a:custGeom>
          <a:solidFill>
            <a:srgbClr val="7A7A7A"/>
          </a:solidFill>
          <a:ln/>
        </p:spPr>
      </p:sp>
      <p:sp>
        <p:nvSpPr>
          <p:cNvPr id="22" name="Shape 20"/>
          <p:cNvSpPr/>
          <p:nvPr/>
        </p:nvSpPr>
        <p:spPr>
          <a:xfrm>
            <a:off x="2642809" y="2356677"/>
            <a:ext cx="635938" cy="635938"/>
          </a:xfrm>
          <a:custGeom>
            <a:avLst/>
            <a:gdLst/>
            <a:ahLst/>
            <a:cxnLst/>
            <a:rect l="l" t="t" r="r" b="b"/>
            <a:pathLst>
              <a:path w="635938" h="635938">
                <a:moveTo>
                  <a:pt x="635938" y="317969"/>
                </a:moveTo>
                <a:lnTo>
                  <a:pt x="633218" y="359472"/>
                </a:lnTo>
                <a:lnTo>
                  <a:pt x="625104" y="400266"/>
                </a:lnTo>
                <a:lnTo>
                  <a:pt x="611734" y="439651"/>
                </a:lnTo>
                <a:lnTo>
                  <a:pt x="593339" y="476954"/>
                </a:lnTo>
                <a:lnTo>
                  <a:pt x="570231" y="511537"/>
                </a:lnTo>
                <a:lnTo>
                  <a:pt x="542807" y="542807"/>
                </a:lnTo>
                <a:lnTo>
                  <a:pt x="511537" y="570231"/>
                </a:lnTo>
                <a:lnTo>
                  <a:pt x="476954" y="593339"/>
                </a:lnTo>
                <a:lnTo>
                  <a:pt x="439651" y="611734"/>
                </a:lnTo>
                <a:lnTo>
                  <a:pt x="400266" y="625104"/>
                </a:lnTo>
                <a:lnTo>
                  <a:pt x="359472" y="633218"/>
                </a:lnTo>
                <a:lnTo>
                  <a:pt x="317969" y="635938"/>
                </a:lnTo>
                <a:lnTo>
                  <a:pt x="276466" y="633218"/>
                </a:lnTo>
                <a:lnTo>
                  <a:pt x="235673" y="625104"/>
                </a:lnTo>
                <a:lnTo>
                  <a:pt x="196288" y="611734"/>
                </a:lnTo>
                <a:lnTo>
                  <a:pt x="158985" y="593339"/>
                </a:lnTo>
                <a:lnTo>
                  <a:pt x="124402" y="570231"/>
                </a:lnTo>
                <a:lnTo>
                  <a:pt x="93131" y="542807"/>
                </a:lnTo>
                <a:lnTo>
                  <a:pt x="65707" y="511537"/>
                </a:lnTo>
                <a:lnTo>
                  <a:pt x="42600" y="476954"/>
                </a:lnTo>
                <a:lnTo>
                  <a:pt x="24204" y="439651"/>
                </a:lnTo>
                <a:lnTo>
                  <a:pt x="10835" y="400266"/>
                </a:lnTo>
                <a:lnTo>
                  <a:pt x="2720" y="359472"/>
                </a:lnTo>
                <a:lnTo>
                  <a:pt x="0" y="317969"/>
                </a:lnTo>
                <a:lnTo>
                  <a:pt x="2720" y="276466"/>
                </a:lnTo>
                <a:lnTo>
                  <a:pt x="10835" y="235673"/>
                </a:lnTo>
                <a:lnTo>
                  <a:pt x="24204" y="196288"/>
                </a:lnTo>
                <a:lnTo>
                  <a:pt x="42600" y="158985"/>
                </a:lnTo>
                <a:lnTo>
                  <a:pt x="65707" y="124402"/>
                </a:lnTo>
                <a:lnTo>
                  <a:pt x="93131" y="93131"/>
                </a:lnTo>
                <a:lnTo>
                  <a:pt x="124402" y="65707"/>
                </a:lnTo>
                <a:lnTo>
                  <a:pt x="158985" y="42600"/>
                </a:lnTo>
                <a:lnTo>
                  <a:pt x="196288" y="24204"/>
                </a:lnTo>
                <a:lnTo>
                  <a:pt x="235673" y="10835"/>
                </a:lnTo>
                <a:lnTo>
                  <a:pt x="276466" y="2720"/>
                </a:lnTo>
                <a:lnTo>
                  <a:pt x="317969" y="0"/>
                </a:lnTo>
                <a:lnTo>
                  <a:pt x="359472" y="2720"/>
                </a:lnTo>
                <a:lnTo>
                  <a:pt x="400266" y="10835"/>
                </a:lnTo>
                <a:lnTo>
                  <a:pt x="439651" y="24204"/>
                </a:lnTo>
                <a:lnTo>
                  <a:pt x="476954" y="42600"/>
                </a:lnTo>
                <a:lnTo>
                  <a:pt x="511537" y="65707"/>
                </a:lnTo>
                <a:lnTo>
                  <a:pt x="542807" y="93131"/>
                </a:lnTo>
                <a:lnTo>
                  <a:pt x="570231" y="124402"/>
                </a:lnTo>
                <a:lnTo>
                  <a:pt x="593339" y="158985"/>
                </a:lnTo>
                <a:lnTo>
                  <a:pt x="611734" y="196288"/>
                </a:lnTo>
                <a:lnTo>
                  <a:pt x="625104" y="235673"/>
                </a:lnTo>
                <a:lnTo>
                  <a:pt x="633218" y="276466"/>
                </a:lnTo>
                <a:close/>
              </a:path>
            </a:pathLst>
          </a:custGeom>
          <a:solidFill>
            <a:srgbClr val="818181"/>
          </a:solidFill>
          <a:ln/>
        </p:spPr>
      </p:sp>
      <p:sp>
        <p:nvSpPr>
          <p:cNvPr id="23" name="Shape 21"/>
          <p:cNvSpPr/>
          <p:nvPr/>
        </p:nvSpPr>
        <p:spPr>
          <a:xfrm>
            <a:off x="2660035" y="2372479"/>
            <a:ext cx="589627" cy="589627"/>
          </a:xfrm>
          <a:custGeom>
            <a:avLst/>
            <a:gdLst/>
            <a:ahLst/>
            <a:cxnLst/>
            <a:rect l="l" t="t" r="r" b="b"/>
            <a:pathLst>
              <a:path w="589627" h="589627">
                <a:moveTo>
                  <a:pt x="589627" y="294813"/>
                </a:moveTo>
                <a:lnTo>
                  <a:pt x="587104" y="333294"/>
                </a:lnTo>
                <a:lnTo>
                  <a:pt x="579581" y="371117"/>
                </a:lnTo>
                <a:lnTo>
                  <a:pt x="567185" y="407633"/>
                </a:lnTo>
                <a:lnTo>
                  <a:pt x="550129" y="442220"/>
                </a:lnTo>
                <a:lnTo>
                  <a:pt x="528704" y="474284"/>
                </a:lnTo>
                <a:lnTo>
                  <a:pt x="503278" y="503278"/>
                </a:lnTo>
                <a:lnTo>
                  <a:pt x="474284" y="528704"/>
                </a:lnTo>
                <a:lnTo>
                  <a:pt x="442220" y="550129"/>
                </a:lnTo>
                <a:lnTo>
                  <a:pt x="407633" y="567185"/>
                </a:lnTo>
                <a:lnTo>
                  <a:pt x="371117" y="579581"/>
                </a:lnTo>
                <a:lnTo>
                  <a:pt x="333294" y="587104"/>
                </a:lnTo>
                <a:lnTo>
                  <a:pt x="294813" y="589627"/>
                </a:lnTo>
                <a:lnTo>
                  <a:pt x="256332" y="587104"/>
                </a:lnTo>
                <a:lnTo>
                  <a:pt x="218510" y="579581"/>
                </a:lnTo>
                <a:lnTo>
                  <a:pt x="181993" y="567185"/>
                </a:lnTo>
                <a:lnTo>
                  <a:pt x="147407" y="550129"/>
                </a:lnTo>
                <a:lnTo>
                  <a:pt x="115342" y="528704"/>
                </a:lnTo>
                <a:lnTo>
                  <a:pt x="86349" y="503278"/>
                </a:lnTo>
                <a:lnTo>
                  <a:pt x="60922" y="474284"/>
                </a:lnTo>
                <a:lnTo>
                  <a:pt x="39497" y="442220"/>
                </a:lnTo>
                <a:lnTo>
                  <a:pt x="22441" y="407633"/>
                </a:lnTo>
                <a:lnTo>
                  <a:pt x="10046" y="371117"/>
                </a:lnTo>
                <a:lnTo>
                  <a:pt x="2522" y="333294"/>
                </a:lnTo>
                <a:lnTo>
                  <a:pt x="0" y="294813"/>
                </a:lnTo>
                <a:lnTo>
                  <a:pt x="2522" y="256332"/>
                </a:lnTo>
                <a:lnTo>
                  <a:pt x="10046" y="218510"/>
                </a:lnTo>
                <a:lnTo>
                  <a:pt x="22441" y="181993"/>
                </a:lnTo>
                <a:lnTo>
                  <a:pt x="39497" y="147407"/>
                </a:lnTo>
                <a:lnTo>
                  <a:pt x="60922" y="115342"/>
                </a:lnTo>
                <a:lnTo>
                  <a:pt x="86349" y="86349"/>
                </a:lnTo>
                <a:lnTo>
                  <a:pt x="115342" y="60922"/>
                </a:lnTo>
                <a:lnTo>
                  <a:pt x="147407" y="39497"/>
                </a:lnTo>
                <a:lnTo>
                  <a:pt x="181993" y="22441"/>
                </a:lnTo>
                <a:lnTo>
                  <a:pt x="218510" y="10046"/>
                </a:lnTo>
                <a:lnTo>
                  <a:pt x="256332" y="2522"/>
                </a:lnTo>
                <a:lnTo>
                  <a:pt x="294813" y="0"/>
                </a:lnTo>
                <a:lnTo>
                  <a:pt x="333294" y="2522"/>
                </a:lnTo>
                <a:lnTo>
                  <a:pt x="371117" y="10046"/>
                </a:lnTo>
                <a:lnTo>
                  <a:pt x="407633" y="22441"/>
                </a:lnTo>
                <a:lnTo>
                  <a:pt x="442220" y="39497"/>
                </a:lnTo>
                <a:lnTo>
                  <a:pt x="474284" y="60922"/>
                </a:lnTo>
                <a:lnTo>
                  <a:pt x="503278" y="86349"/>
                </a:lnTo>
                <a:lnTo>
                  <a:pt x="528704" y="115342"/>
                </a:lnTo>
                <a:lnTo>
                  <a:pt x="550129" y="147407"/>
                </a:lnTo>
                <a:lnTo>
                  <a:pt x="567185" y="181993"/>
                </a:lnTo>
                <a:lnTo>
                  <a:pt x="579581" y="218510"/>
                </a:lnTo>
                <a:lnTo>
                  <a:pt x="587104" y="256332"/>
                </a:lnTo>
                <a:close/>
              </a:path>
            </a:pathLst>
          </a:custGeom>
          <a:solidFill>
            <a:srgbClr val="878787"/>
          </a:solidFill>
          <a:ln/>
        </p:spPr>
      </p:sp>
      <p:sp>
        <p:nvSpPr>
          <p:cNvPr id="24" name="Shape 22"/>
          <p:cNvSpPr/>
          <p:nvPr/>
        </p:nvSpPr>
        <p:spPr>
          <a:xfrm>
            <a:off x="2677261" y="2388282"/>
            <a:ext cx="543315" cy="543315"/>
          </a:xfrm>
          <a:custGeom>
            <a:avLst/>
            <a:gdLst/>
            <a:ahLst/>
            <a:cxnLst/>
            <a:rect l="l" t="t" r="r" b="b"/>
            <a:pathLst>
              <a:path w="543315" h="543315">
                <a:moveTo>
                  <a:pt x="543315" y="271657"/>
                </a:moveTo>
                <a:lnTo>
                  <a:pt x="540991" y="307116"/>
                </a:lnTo>
                <a:lnTo>
                  <a:pt x="534058" y="341968"/>
                </a:lnTo>
                <a:lnTo>
                  <a:pt x="522636" y="375616"/>
                </a:lnTo>
                <a:lnTo>
                  <a:pt x="506920" y="407486"/>
                </a:lnTo>
                <a:lnTo>
                  <a:pt x="487178" y="437032"/>
                </a:lnTo>
                <a:lnTo>
                  <a:pt x="463748" y="463748"/>
                </a:lnTo>
                <a:lnTo>
                  <a:pt x="437032" y="487178"/>
                </a:lnTo>
                <a:lnTo>
                  <a:pt x="407486" y="506920"/>
                </a:lnTo>
                <a:lnTo>
                  <a:pt x="375616" y="522636"/>
                </a:lnTo>
                <a:lnTo>
                  <a:pt x="341968" y="534058"/>
                </a:lnTo>
                <a:lnTo>
                  <a:pt x="307116" y="540991"/>
                </a:lnTo>
                <a:lnTo>
                  <a:pt x="271657" y="543315"/>
                </a:lnTo>
                <a:lnTo>
                  <a:pt x="236199" y="540991"/>
                </a:lnTo>
                <a:lnTo>
                  <a:pt x="201347" y="534058"/>
                </a:lnTo>
                <a:lnTo>
                  <a:pt x="167699" y="522636"/>
                </a:lnTo>
                <a:lnTo>
                  <a:pt x="135829" y="506920"/>
                </a:lnTo>
                <a:lnTo>
                  <a:pt x="106283" y="487178"/>
                </a:lnTo>
                <a:lnTo>
                  <a:pt x="79567" y="463748"/>
                </a:lnTo>
                <a:lnTo>
                  <a:pt x="56137" y="437032"/>
                </a:lnTo>
                <a:lnTo>
                  <a:pt x="36395" y="407486"/>
                </a:lnTo>
                <a:lnTo>
                  <a:pt x="20679" y="375616"/>
                </a:lnTo>
                <a:lnTo>
                  <a:pt x="9257" y="341968"/>
                </a:lnTo>
                <a:lnTo>
                  <a:pt x="2324" y="307116"/>
                </a:lnTo>
                <a:lnTo>
                  <a:pt x="0" y="271657"/>
                </a:lnTo>
                <a:lnTo>
                  <a:pt x="2324" y="236199"/>
                </a:lnTo>
                <a:lnTo>
                  <a:pt x="9257" y="201347"/>
                </a:lnTo>
                <a:lnTo>
                  <a:pt x="20679" y="167699"/>
                </a:lnTo>
                <a:lnTo>
                  <a:pt x="36395" y="135829"/>
                </a:lnTo>
                <a:lnTo>
                  <a:pt x="56137" y="106283"/>
                </a:lnTo>
                <a:lnTo>
                  <a:pt x="79567" y="79567"/>
                </a:lnTo>
                <a:lnTo>
                  <a:pt x="106283" y="56137"/>
                </a:lnTo>
                <a:lnTo>
                  <a:pt x="135829" y="36395"/>
                </a:lnTo>
                <a:lnTo>
                  <a:pt x="167699" y="20679"/>
                </a:lnTo>
                <a:lnTo>
                  <a:pt x="201347" y="9257"/>
                </a:lnTo>
                <a:lnTo>
                  <a:pt x="236199" y="2324"/>
                </a:lnTo>
                <a:lnTo>
                  <a:pt x="271657" y="0"/>
                </a:lnTo>
                <a:lnTo>
                  <a:pt x="307116" y="2324"/>
                </a:lnTo>
                <a:lnTo>
                  <a:pt x="341968" y="9257"/>
                </a:lnTo>
                <a:lnTo>
                  <a:pt x="375616" y="20679"/>
                </a:lnTo>
                <a:lnTo>
                  <a:pt x="407486" y="36395"/>
                </a:lnTo>
                <a:lnTo>
                  <a:pt x="437032" y="56137"/>
                </a:lnTo>
                <a:lnTo>
                  <a:pt x="463748" y="79567"/>
                </a:lnTo>
                <a:lnTo>
                  <a:pt x="487178" y="106283"/>
                </a:lnTo>
                <a:lnTo>
                  <a:pt x="506920" y="135829"/>
                </a:lnTo>
                <a:lnTo>
                  <a:pt x="522636" y="167699"/>
                </a:lnTo>
                <a:lnTo>
                  <a:pt x="534058" y="201347"/>
                </a:lnTo>
                <a:lnTo>
                  <a:pt x="540991" y="236199"/>
                </a:lnTo>
                <a:close/>
              </a:path>
            </a:pathLst>
          </a:custGeom>
          <a:solidFill>
            <a:srgbClr val="8E8E8E"/>
          </a:solidFill>
          <a:ln/>
        </p:spPr>
      </p:sp>
      <p:sp>
        <p:nvSpPr>
          <p:cNvPr id="25" name="Shape 23"/>
          <p:cNvSpPr/>
          <p:nvPr/>
        </p:nvSpPr>
        <p:spPr>
          <a:xfrm>
            <a:off x="2694487" y="2404084"/>
            <a:ext cx="497003" cy="497003"/>
          </a:xfrm>
          <a:custGeom>
            <a:avLst/>
            <a:gdLst/>
            <a:ahLst/>
            <a:cxnLst/>
            <a:rect l="l" t="t" r="r" b="b"/>
            <a:pathLst>
              <a:path w="497003" h="497003">
                <a:moveTo>
                  <a:pt x="497003" y="248502"/>
                </a:moveTo>
                <a:lnTo>
                  <a:pt x="494877" y="280938"/>
                </a:lnTo>
                <a:lnTo>
                  <a:pt x="488536" y="312819"/>
                </a:lnTo>
                <a:lnTo>
                  <a:pt x="478087" y="343599"/>
                </a:lnTo>
                <a:lnTo>
                  <a:pt x="463710" y="372752"/>
                </a:lnTo>
                <a:lnTo>
                  <a:pt x="445651" y="399780"/>
                </a:lnTo>
                <a:lnTo>
                  <a:pt x="424219" y="424219"/>
                </a:lnTo>
                <a:lnTo>
                  <a:pt x="399780" y="445651"/>
                </a:lnTo>
                <a:lnTo>
                  <a:pt x="372752" y="463710"/>
                </a:lnTo>
                <a:lnTo>
                  <a:pt x="343599" y="478087"/>
                </a:lnTo>
                <a:lnTo>
                  <a:pt x="312819" y="488536"/>
                </a:lnTo>
                <a:lnTo>
                  <a:pt x="280938" y="494877"/>
                </a:lnTo>
                <a:lnTo>
                  <a:pt x="248502" y="497003"/>
                </a:lnTo>
                <a:lnTo>
                  <a:pt x="216066" y="494877"/>
                </a:lnTo>
                <a:lnTo>
                  <a:pt x="184185" y="488536"/>
                </a:lnTo>
                <a:lnTo>
                  <a:pt x="153404" y="478087"/>
                </a:lnTo>
                <a:lnTo>
                  <a:pt x="124251" y="463710"/>
                </a:lnTo>
                <a:lnTo>
                  <a:pt x="97223" y="445651"/>
                </a:lnTo>
                <a:lnTo>
                  <a:pt x="72784" y="424219"/>
                </a:lnTo>
                <a:lnTo>
                  <a:pt x="51352" y="399780"/>
                </a:lnTo>
                <a:lnTo>
                  <a:pt x="33293" y="372752"/>
                </a:lnTo>
                <a:lnTo>
                  <a:pt x="18916" y="343599"/>
                </a:lnTo>
                <a:lnTo>
                  <a:pt x="8467" y="312819"/>
                </a:lnTo>
                <a:lnTo>
                  <a:pt x="2126" y="280938"/>
                </a:lnTo>
                <a:lnTo>
                  <a:pt x="0" y="248502"/>
                </a:lnTo>
                <a:lnTo>
                  <a:pt x="2126" y="216066"/>
                </a:lnTo>
                <a:lnTo>
                  <a:pt x="8467" y="184185"/>
                </a:lnTo>
                <a:lnTo>
                  <a:pt x="18916" y="153404"/>
                </a:lnTo>
                <a:lnTo>
                  <a:pt x="33293" y="124251"/>
                </a:lnTo>
                <a:lnTo>
                  <a:pt x="51352" y="97223"/>
                </a:lnTo>
                <a:lnTo>
                  <a:pt x="72784" y="72784"/>
                </a:lnTo>
                <a:lnTo>
                  <a:pt x="97223" y="51352"/>
                </a:lnTo>
                <a:lnTo>
                  <a:pt x="124251" y="33293"/>
                </a:lnTo>
                <a:lnTo>
                  <a:pt x="153404" y="18916"/>
                </a:lnTo>
                <a:lnTo>
                  <a:pt x="184185" y="8467"/>
                </a:lnTo>
                <a:lnTo>
                  <a:pt x="216066" y="2126"/>
                </a:lnTo>
                <a:lnTo>
                  <a:pt x="248502" y="0"/>
                </a:lnTo>
                <a:lnTo>
                  <a:pt x="280938" y="2126"/>
                </a:lnTo>
                <a:lnTo>
                  <a:pt x="312819" y="8467"/>
                </a:lnTo>
                <a:lnTo>
                  <a:pt x="343599" y="18916"/>
                </a:lnTo>
                <a:lnTo>
                  <a:pt x="372752" y="33293"/>
                </a:lnTo>
                <a:lnTo>
                  <a:pt x="399780" y="51352"/>
                </a:lnTo>
                <a:lnTo>
                  <a:pt x="424219" y="72784"/>
                </a:lnTo>
                <a:lnTo>
                  <a:pt x="445651" y="97223"/>
                </a:lnTo>
                <a:lnTo>
                  <a:pt x="463710" y="124251"/>
                </a:lnTo>
                <a:lnTo>
                  <a:pt x="478087" y="153404"/>
                </a:lnTo>
                <a:lnTo>
                  <a:pt x="488536" y="184185"/>
                </a:lnTo>
                <a:lnTo>
                  <a:pt x="494877" y="216066"/>
                </a:lnTo>
                <a:close/>
              </a:path>
            </a:pathLst>
          </a:custGeom>
          <a:solidFill>
            <a:srgbClr val="959595"/>
          </a:solidFill>
          <a:ln/>
        </p:spPr>
      </p:sp>
      <p:sp>
        <p:nvSpPr>
          <p:cNvPr id="26" name="Shape 24"/>
          <p:cNvSpPr/>
          <p:nvPr/>
        </p:nvSpPr>
        <p:spPr>
          <a:xfrm>
            <a:off x="2711712" y="2419887"/>
            <a:ext cx="450692" cy="450692"/>
          </a:xfrm>
          <a:custGeom>
            <a:avLst/>
            <a:gdLst/>
            <a:ahLst/>
            <a:cxnLst/>
            <a:rect l="l" t="t" r="r" b="b"/>
            <a:pathLst>
              <a:path w="450692" h="450692">
                <a:moveTo>
                  <a:pt x="450692" y="225346"/>
                </a:moveTo>
                <a:lnTo>
                  <a:pt x="448764" y="254759"/>
                </a:lnTo>
                <a:lnTo>
                  <a:pt x="443013" y="283670"/>
                </a:lnTo>
                <a:lnTo>
                  <a:pt x="433538" y="311582"/>
                </a:lnTo>
                <a:lnTo>
                  <a:pt x="420501" y="338019"/>
                </a:lnTo>
                <a:lnTo>
                  <a:pt x="404125" y="362528"/>
                </a:lnTo>
                <a:lnTo>
                  <a:pt x="384689" y="384689"/>
                </a:lnTo>
                <a:lnTo>
                  <a:pt x="362528" y="404125"/>
                </a:lnTo>
                <a:lnTo>
                  <a:pt x="338019" y="420501"/>
                </a:lnTo>
                <a:lnTo>
                  <a:pt x="311582" y="433538"/>
                </a:lnTo>
                <a:lnTo>
                  <a:pt x="283670" y="443013"/>
                </a:lnTo>
                <a:lnTo>
                  <a:pt x="254759" y="448764"/>
                </a:lnTo>
                <a:lnTo>
                  <a:pt x="225346" y="450692"/>
                </a:lnTo>
                <a:lnTo>
                  <a:pt x="195932" y="448764"/>
                </a:lnTo>
                <a:lnTo>
                  <a:pt x="167022" y="443013"/>
                </a:lnTo>
                <a:lnTo>
                  <a:pt x="139110" y="433538"/>
                </a:lnTo>
                <a:lnTo>
                  <a:pt x="112673" y="420501"/>
                </a:lnTo>
                <a:lnTo>
                  <a:pt x="88164" y="404125"/>
                </a:lnTo>
                <a:lnTo>
                  <a:pt x="66002" y="384689"/>
                </a:lnTo>
                <a:lnTo>
                  <a:pt x="46567" y="362528"/>
                </a:lnTo>
                <a:lnTo>
                  <a:pt x="30191" y="338019"/>
                </a:lnTo>
                <a:lnTo>
                  <a:pt x="17153" y="311582"/>
                </a:lnTo>
                <a:lnTo>
                  <a:pt x="7678" y="283670"/>
                </a:lnTo>
                <a:lnTo>
                  <a:pt x="1928" y="254759"/>
                </a:lnTo>
                <a:lnTo>
                  <a:pt x="0" y="225346"/>
                </a:lnTo>
                <a:lnTo>
                  <a:pt x="1928" y="195932"/>
                </a:lnTo>
                <a:lnTo>
                  <a:pt x="7678" y="167022"/>
                </a:lnTo>
                <a:lnTo>
                  <a:pt x="17153" y="139110"/>
                </a:lnTo>
                <a:lnTo>
                  <a:pt x="30191" y="112673"/>
                </a:lnTo>
                <a:lnTo>
                  <a:pt x="46567" y="88164"/>
                </a:lnTo>
                <a:lnTo>
                  <a:pt x="66002" y="66002"/>
                </a:lnTo>
                <a:lnTo>
                  <a:pt x="88164" y="46567"/>
                </a:lnTo>
                <a:lnTo>
                  <a:pt x="112673" y="30191"/>
                </a:lnTo>
                <a:lnTo>
                  <a:pt x="139110" y="17153"/>
                </a:lnTo>
                <a:lnTo>
                  <a:pt x="167022" y="7678"/>
                </a:lnTo>
                <a:lnTo>
                  <a:pt x="195932" y="1928"/>
                </a:lnTo>
                <a:lnTo>
                  <a:pt x="225346" y="0"/>
                </a:lnTo>
                <a:lnTo>
                  <a:pt x="254759" y="1928"/>
                </a:lnTo>
                <a:lnTo>
                  <a:pt x="283670" y="7678"/>
                </a:lnTo>
                <a:lnTo>
                  <a:pt x="311582" y="17153"/>
                </a:lnTo>
                <a:lnTo>
                  <a:pt x="338019" y="30191"/>
                </a:lnTo>
                <a:lnTo>
                  <a:pt x="362528" y="46567"/>
                </a:lnTo>
                <a:lnTo>
                  <a:pt x="384689" y="66002"/>
                </a:lnTo>
                <a:lnTo>
                  <a:pt x="404125" y="88164"/>
                </a:lnTo>
                <a:lnTo>
                  <a:pt x="420501" y="112673"/>
                </a:lnTo>
                <a:lnTo>
                  <a:pt x="433538" y="139110"/>
                </a:lnTo>
                <a:lnTo>
                  <a:pt x="443013" y="167022"/>
                </a:lnTo>
                <a:lnTo>
                  <a:pt x="448764" y="195932"/>
                </a:lnTo>
                <a:close/>
              </a:path>
            </a:pathLst>
          </a:custGeom>
          <a:solidFill>
            <a:srgbClr val="9B9B9B"/>
          </a:solidFill>
          <a:ln/>
        </p:spPr>
      </p:sp>
      <p:sp>
        <p:nvSpPr>
          <p:cNvPr id="27" name="Shape 25"/>
          <p:cNvSpPr/>
          <p:nvPr/>
        </p:nvSpPr>
        <p:spPr>
          <a:xfrm>
            <a:off x="2728938" y="2435689"/>
            <a:ext cx="404380" cy="404380"/>
          </a:xfrm>
          <a:custGeom>
            <a:avLst/>
            <a:gdLst/>
            <a:ahLst/>
            <a:cxnLst/>
            <a:rect l="l" t="t" r="r" b="b"/>
            <a:pathLst>
              <a:path w="404380" h="404380">
                <a:moveTo>
                  <a:pt x="404380" y="202190"/>
                </a:moveTo>
                <a:lnTo>
                  <a:pt x="402650" y="228581"/>
                </a:lnTo>
                <a:lnTo>
                  <a:pt x="397490" y="254521"/>
                </a:lnTo>
                <a:lnTo>
                  <a:pt x="388989" y="279565"/>
                </a:lnTo>
                <a:lnTo>
                  <a:pt x="377292" y="303285"/>
                </a:lnTo>
                <a:lnTo>
                  <a:pt x="362598" y="325275"/>
                </a:lnTo>
                <a:lnTo>
                  <a:pt x="345160" y="345160"/>
                </a:lnTo>
                <a:lnTo>
                  <a:pt x="325275" y="362598"/>
                </a:lnTo>
                <a:lnTo>
                  <a:pt x="303285" y="377292"/>
                </a:lnTo>
                <a:lnTo>
                  <a:pt x="279565" y="388989"/>
                </a:lnTo>
                <a:lnTo>
                  <a:pt x="254521" y="397490"/>
                </a:lnTo>
                <a:lnTo>
                  <a:pt x="228581" y="402650"/>
                </a:lnTo>
                <a:lnTo>
                  <a:pt x="202190" y="404380"/>
                </a:lnTo>
                <a:lnTo>
                  <a:pt x="175799" y="402650"/>
                </a:lnTo>
                <a:lnTo>
                  <a:pt x="149859" y="397490"/>
                </a:lnTo>
                <a:lnTo>
                  <a:pt x="124815" y="388989"/>
                </a:lnTo>
                <a:lnTo>
                  <a:pt x="101095" y="377292"/>
                </a:lnTo>
                <a:lnTo>
                  <a:pt x="79105" y="362598"/>
                </a:lnTo>
                <a:lnTo>
                  <a:pt x="59220" y="345160"/>
                </a:lnTo>
                <a:lnTo>
                  <a:pt x="41782" y="325275"/>
                </a:lnTo>
                <a:lnTo>
                  <a:pt x="27088" y="303285"/>
                </a:lnTo>
                <a:lnTo>
                  <a:pt x="15391" y="279565"/>
                </a:lnTo>
                <a:lnTo>
                  <a:pt x="6889" y="254521"/>
                </a:lnTo>
                <a:lnTo>
                  <a:pt x="1730" y="228581"/>
                </a:lnTo>
                <a:lnTo>
                  <a:pt x="0" y="202190"/>
                </a:lnTo>
                <a:lnTo>
                  <a:pt x="1730" y="175799"/>
                </a:lnTo>
                <a:lnTo>
                  <a:pt x="6889" y="149859"/>
                </a:lnTo>
                <a:lnTo>
                  <a:pt x="15391" y="124815"/>
                </a:lnTo>
                <a:lnTo>
                  <a:pt x="27088" y="101095"/>
                </a:lnTo>
                <a:lnTo>
                  <a:pt x="41782" y="79105"/>
                </a:lnTo>
                <a:lnTo>
                  <a:pt x="59220" y="59220"/>
                </a:lnTo>
                <a:lnTo>
                  <a:pt x="79105" y="41782"/>
                </a:lnTo>
                <a:lnTo>
                  <a:pt x="101095" y="27088"/>
                </a:lnTo>
                <a:lnTo>
                  <a:pt x="124815" y="15391"/>
                </a:lnTo>
                <a:lnTo>
                  <a:pt x="149859" y="6889"/>
                </a:lnTo>
                <a:lnTo>
                  <a:pt x="175799" y="1730"/>
                </a:lnTo>
                <a:lnTo>
                  <a:pt x="202190" y="0"/>
                </a:lnTo>
                <a:lnTo>
                  <a:pt x="228581" y="1730"/>
                </a:lnTo>
                <a:lnTo>
                  <a:pt x="254521" y="6889"/>
                </a:lnTo>
                <a:lnTo>
                  <a:pt x="279565" y="15391"/>
                </a:lnTo>
                <a:lnTo>
                  <a:pt x="303285" y="27088"/>
                </a:lnTo>
                <a:lnTo>
                  <a:pt x="325275" y="41782"/>
                </a:lnTo>
                <a:lnTo>
                  <a:pt x="345160" y="59220"/>
                </a:lnTo>
                <a:lnTo>
                  <a:pt x="362598" y="79105"/>
                </a:lnTo>
                <a:lnTo>
                  <a:pt x="377292" y="101095"/>
                </a:lnTo>
                <a:lnTo>
                  <a:pt x="388989" y="124815"/>
                </a:lnTo>
                <a:lnTo>
                  <a:pt x="397490" y="149859"/>
                </a:lnTo>
                <a:lnTo>
                  <a:pt x="402650" y="175799"/>
                </a:lnTo>
                <a:close/>
              </a:path>
            </a:pathLst>
          </a:custGeom>
          <a:solidFill>
            <a:srgbClr val="A2A2A2"/>
          </a:solidFill>
          <a:ln/>
        </p:spPr>
      </p:sp>
      <p:sp>
        <p:nvSpPr>
          <p:cNvPr id="28" name="Shape 26"/>
          <p:cNvSpPr/>
          <p:nvPr/>
        </p:nvSpPr>
        <p:spPr>
          <a:xfrm>
            <a:off x="2746164" y="2451492"/>
            <a:ext cx="358068" cy="358068"/>
          </a:xfrm>
          <a:custGeom>
            <a:avLst/>
            <a:gdLst/>
            <a:ahLst/>
            <a:cxnLst/>
            <a:rect l="l" t="t" r="r" b="b"/>
            <a:pathLst>
              <a:path w="358068" h="358068">
                <a:moveTo>
                  <a:pt x="358068" y="179034"/>
                </a:moveTo>
                <a:lnTo>
                  <a:pt x="356537" y="202403"/>
                </a:lnTo>
                <a:lnTo>
                  <a:pt x="351968" y="225372"/>
                </a:lnTo>
                <a:lnTo>
                  <a:pt x="344440" y="247548"/>
                </a:lnTo>
                <a:lnTo>
                  <a:pt x="334082" y="268551"/>
                </a:lnTo>
                <a:lnTo>
                  <a:pt x="321071" y="288023"/>
                </a:lnTo>
                <a:lnTo>
                  <a:pt x="305630" y="305630"/>
                </a:lnTo>
                <a:lnTo>
                  <a:pt x="288023" y="321071"/>
                </a:lnTo>
                <a:lnTo>
                  <a:pt x="268551" y="334082"/>
                </a:lnTo>
                <a:lnTo>
                  <a:pt x="247548" y="344440"/>
                </a:lnTo>
                <a:lnTo>
                  <a:pt x="225372" y="351968"/>
                </a:lnTo>
                <a:lnTo>
                  <a:pt x="202403" y="356537"/>
                </a:lnTo>
                <a:lnTo>
                  <a:pt x="179034" y="358068"/>
                </a:lnTo>
                <a:lnTo>
                  <a:pt x="155665" y="356537"/>
                </a:lnTo>
                <a:lnTo>
                  <a:pt x="132697" y="351968"/>
                </a:lnTo>
                <a:lnTo>
                  <a:pt x="110521" y="344440"/>
                </a:lnTo>
                <a:lnTo>
                  <a:pt x="89517" y="334082"/>
                </a:lnTo>
                <a:lnTo>
                  <a:pt x="70045" y="321071"/>
                </a:lnTo>
                <a:lnTo>
                  <a:pt x="52438" y="305630"/>
                </a:lnTo>
                <a:lnTo>
                  <a:pt x="36997" y="288023"/>
                </a:lnTo>
                <a:lnTo>
                  <a:pt x="23986" y="268551"/>
                </a:lnTo>
                <a:lnTo>
                  <a:pt x="13628" y="247548"/>
                </a:lnTo>
                <a:lnTo>
                  <a:pt x="6100" y="225372"/>
                </a:lnTo>
                <a:lnTo>
                  <a:pt x="1532" y="202403"/>
                </a:lnTo>
                <a:lnTo>
                  <a:pt x="0" y="179034"/>
                </a:lnTo>
                <a:lnTo>
                  <a:pt x="1532" y="155665"/>
                </a:lnTo>
                <a:lnTo>
                  <a:pt x="6100" y="132697"/>
                </a:lnTo>
                <a:lnTo>
                  <a:pt x="13628" y="110521"/>
                </a:lnTo>
                <a:lnTo>
                  <a:pt x="23986" y="89517"/>
                </a:lnTo>
                <a:lnTo>
                  <a:pt x="36997" y="70045"/>
                </a:lnTo>
                <a:lnTo>
                  <a:pt x="52438" y="52438"/>
                </a:lnTo>
                <a:lnTo>
                  <a:pt x="70045" y="36997"/>
                </a:lnTo>
                <a:lnTo>
                  <a:pt x="89517" y="23986"/>
                </a:lnTo>
                <a:lnTo>
                  <a:pt x="110521" y="13628"/>
                </a:lnTo>
                <a:lnTo>
                  <a:pt x="132697" y="6100"/>
                </a:lnTo>
                <a:lnTo>
                  <a:pt x="155665" y="1532"/>
                </a:lnTo>
                <a:lnTo>
                  <a:pt x="179034" y="0"/>
                </a:lnTo>
                <a:lnTo>
                  <a:pt x="202403" y="1532"/>
                </a:lnTo>
                <a:lnTo>
                  <a:pt x="225372" y="6100"/>
                </a:lnTo>
                <a:lnTo>
                  <a:pt x="247548" y="13628"/>
                </a:lnTo>
                <a:lnTo>
                  <a:pt x="268551" y="23986"/>
                </a:lnTo>
                <a:lnTo>
                  <a:pt x="288023" y="36997"/>
                </a:lnTo>
                <a:lnTo>
                  <a:pt x="305630" y="52438"/>
                </a:lnTo>
                <a:lnTo>
                  <a:pt x="321071" y="70045"/>
                </a:lnTo>
                <a:lnTo>
                  <a:pt x="334082" y="89517"/>
                </a:lnTo>
                <a:lnTo>
                  <a:pt x="344440" y="110521"/>
                </a:lnTo>
                <a:lnTo>
                  <a:pt x="351968" y="132697"/>
                </a:lnTo>
                <a:lnTo>
                  <a:pt x="356537" y="155665"/>
                </a:lnTo>
                <a:close/>
              </a:path>
            </a:pathLst>
          </a:custGeom>
          <a:solidFill>
            <a:srgbClr val="A9A9A9"/>
          </a:solidFill>
          <a:ln/>
        </p:spPr>
      </p:sp>
      <p:sp>
        <p:nvSpPr>
          <p:cNvPr id="29" name="Shape 27"/>
          <p:cNvSpPr/>
          <p:nvPr/>
        </p:nvSpPr>
        <p:spPr>
          <a:xfrm>
            <a:off x="2763389" y="2467294"/>
            <a:ext cx="311757" cy="311757"/>
          </a:xfrm>
          <a:custGeom>
            <a:avLst/>
            <a:gdLst/>
            <a:ahLst/>
            <a:cxnLst/>
            <a:rect l="l" t="t" r="r" b="b"/>
            <a:pathLst>
              <a:path w="311757" h="311757">
                <a:moveTo>
                  <a:pt x="311757" y="155878"/>
                </a:moveTo>
                <a:lnTo>
                  <a:pt x="310423" y="176225"/>
                </a:lnTo>
                <a:lnTo>
                  <a:pt x="306445" y="196223"/>
                </a:lnTo>
                <a:lnTo>
                  <a:pt x="299891" y="215530"/>
                </a:lnTo>
                <a:lnTo>
                  <a:pt x="290873" y="233817"/>
                </a:lnTo>
                <a:lnTo>
                  <a:pt x="279545" y="250771"/>
                </a:lnTo>
                <a:lnTo>
                  <a:pt x="266101" y="266101"/>
                </a:lnTo>
                <a:lnTo>
                  <a:pt x="250771" y="279545"/>
                </a:lnTo>
                <a:lnTo>
                  <a:pt x="233817" y="290873"/>
                </a:lnTo>
                <a:lnTo>
                  <a:pt x="215530" y="299891"/>
                </a:lnTo>
                <a:lnTo>
                  <a:pt x="196223" y="306445"/>
                </a:lnTo>
                <a:lnTo>
                  <a:pt x="176225" y="310423"/>
                </a:lnTo>
                <a:lnTo>
                  <a:pt x="155878" y="311757"/>
                </a:lnTo>
                <a:lnTo>
                  <a:pt x="135532" y="310423"/>
                </a:lnTo>
                <a:lnTo>
                  <a:pt x="115534" y="306445"/>
                </a:lnTo>
                <a:lnTo>
                  <a:pt x="96226" y="299891"/>
                </a:lnTo>
                <a:lnTo>
                  <a:pt x="77939" y="290873"/>
                </a:lnTo>
                <a:lnTo>
                  <a:pt x="60986" y="279545"/>
                </a:lnTo>
                <a:lnTo>
                  <a:pt x="45656" y="266101"/>
                </a:lnTo>
                <a:lnTo>
                  <a:pt x="32212" y="250771"/>
                </a:lnTo>
                <a:lnTo>
                  <a:pt x="20884" y="233817"/>
                </a:lnTo>
                <a:lnTo>
                  <a:pt x="11866" y="215530"/>
                </a:lnTo>
                <a:lnTo>
                  <a:pt x="5311" y="196223"/>
                </a:lnTo>
                <a:lnTo>
                  <a:pt x="1334" y="176225"/>
                </a:lnTo>
                <a:lnTo>
                  <a:pt x="0" y="155878"/>
                </a:lnTo>
                <a:lnTo>
                  <a:pt x="1334" y="135532"/>
                </a:lnTo>
                <a:lnTo>
                  <a:pt x="5311" y="115534"/>
                </a:lnTo>
                <a:lnTo>
                  <a:pt x="11866" y="96226"/>
                </a:lnTo>
                <a:lnTo>
                  <a:pt x="20884" y="77939"/>
                </a:lnTo>
                <a:lnTo>
                  <a:pt x="32212" y="60986"/>
                </a:lnTo>
                <a:lnTo>
                  <a:pt x="45656" y="45656"/>
                </a:lnTo>
                <a:lnTo>
                  <a:pt x="60986" y="32212"/>
                </a:lnTo>
                <a:lnTo>
                  <a:pt x="77939" y="20884"/>
                </a:lnTo>
                <a:lnTo>
                  <a:pt x="96226" y="11866"/>
                </a:lnTo>
                <a:lnTo>
                  <a:pt x="115534" y="5311"/>
                </a:lnTo>
                <a:lnTo>
                  <a:pt x="135532" y="1334"/>
                </a:lnTo>
                <a:lnTo>
                  <a:pt x="155878" y="0"/>
                </a:lnTo>
                <a:lnTo>
                  <a:pt x="176225" y="1334"/>
                </a:lnTo>
                <a:lnTo>
                  <a:pt x="196223" y="5311"/>
                </a:lnTo>
                <a:lnTo>
                  <a:pt x="215530" y="11866"/>
                </a:lnTo>
                <a:lnTo>
                  <a:pt x="233817" y="20884"/>
                </a:lnTo>
                <a:lnTo>
                  <a:pt x="250771" y="32212"/>
                </a:lnTo>
                <a:lnTo>
                  <a:pt x="266101" y="45656"/>
                </a:lnTo>
                <a:lnTo>
                  <a:pt x="279545" y="60986"/>
                </a:lnTo>
                <a:lnTo>
                  <a:pt x="290873" y="77939"/>
                </a:lnTo>
                <a:lnTo>
                  <a:pt x="299891" y="96226"/>
                </a:lnTo>
                <a:lnTo>
                  <a:pt x="306445" y="115534"/>
                </a:lnTo>
                <a:lnTo>
                  <a:pt x="310423" y="135532"/>
                </a:lnTo>
                <a:close/>
              </a:path>
            </a:pathLst>
          </a:custGeom>
          <a:solidFill>
            <a:srgbClr val="AFAFAF"/>
          </a:solidFill>
          <a:ln/>
        </p:spPr>
      </p:sp>
      <p:sp>
        <p:nvSpPr>
          <p:cNvPr id="30" name="Shape 28"/>
          <p:cNvSpPr/>
          <p:nvPr/>
        </p:nvSpPr>
        <p:spPr>
          <a:xfrm>
            <a:off x="2780615" y="2483097"/>
            <a:ext cx="265445" cy="265445"/>
          </a:xfrm>
          <a:custGeom>
            <a:avLst/>
            <a:gdLst/>
            <a:ahLst/>
            <a:cxnLst/>
            <a:rect l="l" t="t" r="r" b="b"/>
            <a:pathLst>
              <a:path w="265445" h="265445">
                <a:moveTo>
                  <a:pt x="265445" y="132722"/>
                </a:moveTo>
                <a:lnTo>
                  <a:pt x="264309" y="150046"/>
                </a:lnTo>
                <a:lnTo>
                  <a:pt x="260923" y="167074"/>
                </a:lnTo>
                <a:lnTo>
                  <a:pt x="255342" y="183513"/>
                </a:lnTo>
                <a:lnTo>
                  <a:pt x="247664" y="199084"/>
                </a:lnTo>
                <a:lnTo>
                  <a:pt x="238018" y="213519"/>
                </a:lnTo>
                <a:lnTo>
                  <a:pt x="226571" y="226571"/>
                </a:lnTo>
                <a:lnTo>
                  <a:pt x="213519" y="238018"/>
                </a:lnTo>
                <a:lnTo>
                  <a:pt x="199084" y="247664"/>
                </a:lnTo>
                <a:lnTo>
                  <a:pt x="183513" y="255342"/>
                </a:lnTo>
                <a:lnTo>
                  <a:pt x="167074" y="260923"/>
                </a:lnTo>
                <a:lnTo>
                  <a:pt x="150046" y="264309"/>
                </a:lnTo>
                <a:lnTo>
                  <a:pt x="132722" y="265445"/>
                </a:lnTo>
                <a:lnTo>
                  <a:pt x="115399" y="264309"/>
                </a:lnTo>
                <a:lnTo>
                  <a:pt x="98371" y="260923"/>
                </a:lnTo>
                <a:lnTo>
                  <a:pt x="81932" y="255342"/>
                </a:lnTo>
                <a:lnTo>
                  <a:pt x="66361" y="247664"/>
                </a:lnTo>
                <a:lnTo>
                  <a:pt x="51926" y="238018"/>
                </a:lnTo>
                <a:lnTo>
                  <a:pt x="38874" y="226571"/>
                </a:lnTo>
                <a:lnTo>
                  <a:pt x="27427" y="213519"/>
                </a:lnTo>
                <a:lnTo>
                  <a:pt x="17781" y="199084"/>
                </a:lnTo>
                <a:lnTo>
                  <a:pt x="10103" y="183513"/>
                </a:lnTo>
                <a:lnTo>
                  <a:pt x="4522" y="167074"/>
                </a:lnTo>
                <a:lnTo>
                  <a:pt x="1135" y="150046"/>
                </a:lnTo>
                <a:lnTo>
                  <a:pt x="0" y="132722"/>
                </a:lnTo>
                <a:lnTo>
                  <a:pt x="1135" y="115399"/>
                </a:lnTo>
                <a:lnTo>
                  <a:pt x="4522" y="98371"/>
                </a:lnTo>
                <a:lnTo>
                  <a:pt x="10103" y="81932"/>
                </a:lnTo>
                <a:lnTo>
                  <a:pt x="17781" y="66361"/>
                </a:lnTo>
                <a:lnTo>
                  <a:pt x="27427" y="51926"/>
                </a:lnTo>
                <a:lnTo>
                  <a:pt x="38874" y="38874"/>
                </a:lnTo>
                <a:lnTo>
                  <a:pt x="51926" y="27427"/>
                </a:lnTo>
                <a:lnTo>
                  <a:pt x="66361" y="17781"/>
                </a:lnTo>
                <a:lnTo>
                  <a:pt x="81932" y="10103"/>
                </a:lnTo>
                <a:lnTo>
                  <a:pt x="98371" y="4522"/>
                </a:lnTo>
                <a:lnTo>
                  <a:pt x="115399" y="1135"/>
                </a:lnTo>
                <a:lnTo>
                  <a:pt x="132722" y="0"/>
                </a:lnTo>
                <a:lnTo>
                  <a:pt x="150046" y="1135"/>
                </a:lnTo>
                <a:lnTo>
                  <a:pt x="167074" y="4522"/>
                </a:lnTo>
                <a:lnTo>
                  <a:pt x="183513" y="10103"/>
                </a:lnTo>
                <a:lnTo>
                  <a:pt x="199084" y="17781"/>
                </a:lnTo>
                <a:lnTo>
                  <a:pt x="213519" y="27427"/>
                </a:lnTo>
                <a:lnTo>
                  <a:pt x="226571" y="38874"/>
                </a:lnTo>
                <a:lnTo>
                  <a:pt x="238018" y="51926"/>
                </a:lnTo>
                <a:lnTo>
                  <a:pt x="247664" y="66361"/>
                </a:lnTo>
                <a:lnTo>
                  <a:pt x="255342" y="81932"/>
                </a:lnTo>
                <a:lnTo>
                  <a:pt x="260923" y="98371"/>
                </a:lnTo>
                <a:lnTo>
                  <a:pt x="264309" y="115399"/>
                </a:lnTo>
                <a:close/>
              </a:path>
            </a:pathLst>
          </a:custGeom>
          <a:solidFill>
            <a:srgbClr val="B6B6B6"/>
          </a:solidFill>
          <a:ln/>
        </p:spPr>
      </p:sp>
      <p:sp>
        <p:nvSpPr>
          <p:cNvPr id="31" name="Shape 29"/>
          <p:cNvSpPr/>
          <p:nvPr/>
        </p:nvSpPr>
        <p:spPr>
          <a:xfrm>
            <a:off x="2797841" y="2498899"/>
            <a:ext cx="219133" cy="219133"/>
          </a:xfrm>
          <a:custGeom>
            <a:avLst/>
            <a:gdLst/>
            <a:ahLst/>
            <a:cxnLst/>
            <a:rect l="l" t="t" r="r" b="b"/>
            <a:pathLst>
              <a:path w="219133" h="219133">
                <a:moveTo>
                  <a:pt x="219133" y="109567"/>
                </a:moveTo>
                <a:lnTo>
                  <a:pt x="218196" y="123868"/>
                </a:lnTo>
                <a:lnTo>
                  <a:pt x="215400" y="137925"/>
                </a:lnTo>
                <a:lnTo>
                  <a:pt x="210793" y="151496"/>
                </a:lnTo>
                <a:lnTo>
                  <a:pt x="204454" y="164350"/>
                </a:lnTo>
                <a:lnTo>
                  <a:pt x="196492" y="176267"/>
                </a:lnTo>
                <a:lnTo>
                  <a:pt x="187042" y="187042"/>
                </a:lnTo>
                <a:lnTo>
                  <a:pt x="176267" y="196492"/>
                </a:lnTo>
                <a:lnTo>
                  <a:pt x="164350" y="204454"/>
                </a:lnTo>
                <a:lnTo>
                  <a:pt x="151496" y="210793"/>
                </a:lnTo>
                <a:lnTo>
                  <a:pt x="137925" y="215400"/>
                </a:lnTo>
                <a:lnTo>
                  <a:pt x="123868" y="218196"/>
                </a:lnTo>
                <a:lnTo>
                  <a:pt x="109567" y="219133"/>
                </a:lnTo>
                <a:lnTo>
                  <a:pt x="95265" y="218196"/>
                </a:lnTo>
                <a:lnTo>
                  <a:pt x="81209" y="215400"/>
                </a:lnTo>
                <a:lnTo>
                  <a:pt x="67637" y="210793"/>
                </a:lnTo>
                <a:lnTo>
                  <a:pt x="54783" y="204454"/>
                </a:lnTo>
                <a:lnTo>
                  <a:pt x="42867" y="196492"/>
                </a:lnTo>
                <a:lnTo>
                  <a:pt x="32091" y="187042"/>
                </a:lnTo>
                <a:lnTo>
                  <a:pt x="22642" y="176267"/>
                </a:lnTo>
                <a:lnTo>
                  <a:pt x="14679" y="164350"/>
                </a:lnTo>
                <a:lnTo>
                  <a:pt x="8340" y="151496"/>
                </a:lnTo>
                <a:lnTo>
                  <a:pt x="3733" y="137925"/>
                </a:lnTo>
                <a:lnTo>
                  <a:pt x="937" y="123868"/>
                </a:lnTo>
                <a:lnTo>
                  <a:pt x="0" y="109567"/>
                </a:lnTo>
                <a:lnTo>
                  <a:pt x="937" y="95265"/>
                </a:lnTo>
                <a:lnTo>
                  <a:pt x="3733" y="81209"/>
                </a:lnTo>
                <a:lnTo>
                  <a:pt x="8340" y="67637"/>
                </a:lnTo>
                <a:lnTo>
                  <a:pt x="14679" y="54783"/>
                </a:lnTo>
                <a:lnTo>
                  <a:pt x="22642" y="42867"/>
                </a:lnTo>
                <a:lnTo>
                  <a:pt x="32091" y="32091"/>
                </a:lnTo>
                <a:lnTo>
                  <a:pt x="42867" y="22642"/>
                </a:lnTo>
                <a:lnTo>
                  <a:pt x="54783" y="14679"/>
                </a:lnTo>
                <a:lnTo>
                  <a:pt x="67637" y="8340"/>
                </a:lnTo>
                <a:lnTo>
                  <a:pt x="81209" y="3733"/>
                </a:lnTo>
                <a:lnTo>
                  <a:pt x="95265" y="937"/>
                </a:lnTo>
                <a:lnTo>
                  <a:pt x="109567" y="0"/>
                </a:lnTo>
                <a:lnTo>
                  <a:pt x="123868" y="937"/>
                </a:lnTo>
                <a:lnTo>
                  <a:pt x="137925" y="3733"/>
                </a:lnTo>
                <a:lnTo>
                  <a:pt x="151496" y="8340"/>
                </a:lnTo>
                <a:lnTo>
                  <a:pt x="164350" y="14679"/>
                </a:lnTo>
                <a:lnTo>
                  <a:pt x="176267" y="22642"/>
                </a:lnTo>
                <a:lnTo>
                  <a:pt x="187042" y="32091"/>
                </a:lnTo>
                <a:lnTo>
                  <a:pt x="196492" y="42867"/>
                </a:lnTo>
                <a:lnTo>
                  <a:pt x="204454" y="54783"/>
                </a:lnTo>
                <a:lnTo>
                  <a:pt x="210793" y="67637"/>
                </a:lnTo>
                <a:lnTo>
                  <a:pt x="215400" y="81209"/>
                </a:lnTo>
                <a:lnTo>
                  <a:pt x="218196" y="95265"/>
                </a:lnTo>
                <a:close/>
              </a:path>
            </a:pathLst>
          </a:custGeom>
          <a:solidFill>
            <a:srgbClr val="BCBCBC"/>
          </a:solidFill>
          <a:ln/>
        </p:spPr>
      </p:sp>
      <p:sp>
        <p:nvSpPr>
          <p:cNvPr id="32" name="Shape 30"/>
          <p:cNvSpPr/>
          <p:nvPr/>
        </p:nvSpPr>
        <p:spPr>
          <a:xfrm>
            <a:off x="2815066" y="2514701"/>
            <a:ext cx="172822" cy="172822"/>
          </a:xfrm>
          <a:custGeom>
            <a:avLst/>
            <a:gdLst/>
            <a:ahLst/>
            <a:cxnLst/>
            <a:rect l="l" t="t" r="r" b="b"/>
            <a:pathLst>
              <a:path w="172822" h="172822">
                <a:moveTo>
                  <a:pt x="172822" y="86411"/>
                </a:moveTo>
                <a:lnTo>
                  <a:pt x="172082" y="97690"/>
                </a:lnTo>
                <a:lnTo>
                  <a:pt x="169877" y="108776"/>
                </a:lnTo>
                <a:lnTo>
                  <a:pt x="166244" y="119479"/>
                </a:lnTo>
                <a:lnTo>
                  <a:pt x="161245" y="129616"/>
                </a:lnTo>
                <a:lnTo>
                  <a:pt x="154965" y="139014"/>
                </a:lnTo>
                <a:lnTo>
                  <a:pt x="147512" y="147512"/>
                </a:lnTo>
                <a:lnTo>
                  <a:pt x="139014" y="154965"/>
                </a:lnTo>
                <a:lnTo>
                  <a:pt x="129616" y="161245"/>
                </a:lnTo>
                <a:lnTo>
                  <a:pt x="119479" y="166244"/>
                </a:lnTo>
                <a:lnTo>
                  <a:pt x="108776" y="169877"/>
                </a:lnTo>
                <a:lnTo>
                  <a:pt x="97690" y="172082"/>
                </a:lnTo>
                <a:lnTo>
                  <a:pt x="86411" y="172822"/>
                </a:lnTo>
                <a:lnTo>
                  <a:pt x="75132" y="172082"/>
                </a:lnTo>
                <a:lnTo>
                  <a:pt x="64046" y="169877"/>
                </a:lnTo>
                <a:lnTo>
                  <a:pt x="53343" y="166244"/>
                </a:lnTo>
                <a:lnTo>
                  <a:pt x="43205" y="161245"/>
                </a:lnTo>
                <a:lnTo>
                  <a:pt x="33807" y="154965"/>
                </a:lnTo>
                <a:lnTo>
                  <a:pt x="25309" y="147512"/>
                </a:lnTo>
                <a:lnTo>
                  <a:pt x="17857" y="139014"/>
                </a:lnTo>
                <a:lnTo>
                  <a:pt x="11577" y="129616"/>
                </a:lnTo>
                <a:lnTo>
                  <a:pt x="6578" y="119479"/>
                </a:lnTo>
                <a:lnTo>
                  <a:pt x="2944" y="108776"/>
                </a:lnTo>
                <a:lnTo>
                  <a:pt x="739" y="97690"/>
                </a:lnTo>
                <a:lnTo>
                  <a:pt x="0" y="86411"/>
                </a:lnTo>
                <a:lnTo>
                  <a:pt x="739" y="75132"/>
                </a:lnTo>
                <a:lnTo>
                  <a:pt x="2944" y="64046"/>
                </a:lnTo>
                <a:lnTo>
                  <a:pt x="6578" y="53343"/>
                </a:lnTo>
                <a:lnTo>
                  <a:pt x="11577" y="43205"/>
                </a:lnTo>
                <a:lnTo>
                  <a:pt x="17857" y="33807"/>
                </a:lnTo>
                <a:lnTo>
                  <a:pt x="25309" y="25309"/>
                </a:lnTo>
                <a:lnTo>
                  <a:pt x="33807" y="17857"/>
                </a:lnTo>
                <a:lnTo>
                  <a:pt x="43205" y="11577"/>
                </a:lnTo>
                <a:lnTo>
                  <a:pt x="53343" y="6578"/>
                </a:lnTo>
                <a:lnTo>
                  <a:pt x="64046" y="2944"/>
                </a:lnTo>
                <a:lnTo>
                  <a:pt x="75132" y="739"/>
                </a:lnTo>
                <a:lnTo>
                  <a:pt x="86411" y="0"/>
                </a:lnTo>
                <a:lnTo>
                  <a:pt x="97690" y="739"/>
                </a:lnTo>
                <a:lnTo>
                  <a:pt x="108776" y="2944"/>
                </a:lnTo>
                <a:lnTo>
                  <a:pt x="119479" y="6578"/>
                </a:lnTo>
                <a:lnTo>
                  <a:pt x="129616" y="11577"/>
                </a:lnTo>
                <a:lnTo>
                  <a:pt x="139014" y="17857"/>
                </a:lnTo>
                <a:lnTo>
                  <a:pt x="147512" y="25309"/>
                </a:lnTo>
                <a:lnTo>
                  <a:pt x="154965" y="33807"/>
                </a:lnTo>
                <a:lnTo>
                  <a:pt x="161245" y="43205"/>
                </a:lnTo>
                <a:lnTo>
                  <a:pt x="166244" y="53343"/>
                </a:lnTo>
                <a:lnTo>
                  <a:pt x="169877" y="64046"/>
                </a:lnTo>
                <a:lnTo>
                  <a:pt x="172082" y="75132"/>
                </a:lnTo>
                <a:close/>
              </a:path>
            </a:pathLst>
          </a:custGeom>
          <a:solidFill>
            <a:srgbClr val="C3C3C3"/>
          </a:solidFill>
          <a:ln/>
        </p:spPr>
      </p:sp>
      <p:sp>
        <p:nvSpPr>
          <p:cNvPr id="33" name="Shape 31"/>
          <p:cNvSpPr/>
          <p:nvPr/>
        </p:nvSpPr>
        <p:spPr>
          <a:xfrm>
            <a:off x="2522230" y="2246060"/>
            <a:ext cx="960120" cy="960120"/>
          </a:xfrm>
          <a:custGeom>
            <a:avLst/>
            <a:gdLst/>
            <a:ahLst/>
            <a:cxnLst/>
            <a:rect l="l" t="t" r="r" b="b"/>
            <a:pathLst>
              <a:path w="960120" h="960120">
                <a:moveTo>
                  <a:pt x="960120" y="480060"/>
                </a:moveTo>
                <a:lnTo>
                  <a:pt x="956013" y="542720"/>
                </a:lnTo>
                <a:lnTo>
                  <a:pt x="943762" y="604309"/>
                </a:lnTo>
                <a:lnTo>
                  <a:pt x="923578" y="663771"/>
                </a:lnTo>
                <a:lnTo>
                  <a:pt x="895804" y="720090"/>
                </a:lnTo>
                <a:lnTo>
                  <a:pt x="860917" y="772302"/>
                </a:lnTo>
                <a:lnTo>
                  <a:pt x="819514" y="819514"/>
                </a:lnTo>
                <a:lnTo>
                  <a:pt x="772302" y="860917"/>
                </a:lnTo>
                <a:lnTo>
                  <a:pt x="720090" y="895804"/>
                </a:lnTo>
                <a:lnTo>
                  <a:pt x="663771" y="923578"/>
                </a:lnTo>
                <a:lnTo>
                  <a:pt x="604309" y="943762"/>
                </a:lnTo>
                <a:lnTo>
                  <a:pt x="542720" y="956013"/>
                </a:lnTo>
                <a:lnTo>
                  <a:pt x="480060" y="960120"/>
                </a:lnTo>
                <a:lnTo>
                  <a:pt x="417400" y="956013"/>
                </a:lnTo>
                <a:lnTo>
                  <a:pt x="355811" y="943762"/>
                </a:lnTo>
                <a:lnTo>
                  <a:pt x="296349" y="923578"/>
                </a:lnTo>
                <a:lnTo>
                  <a:pt x="240030" y="895804"/>
                </a:lnTo>
                <a:lnTo>
                  <a:pt x="187818" y="860917"/>
                </a:lnTo>
                <a:lnTo>
                  <a:pt x="140606" y="819514"/>
                </a:lnTo>
                <a:lnTo>
                  <a:pt x="99203" y="772302"/>
                </a:lnTo>
                <a:lnTo>
                  <a:pt x="64316" y="720090"/>
                </a:lnTo>
                <a:lnTo>
                  <a:pt x="36542" y="663771"/>
                </a:lnTo>
                <a:lnTo>
                  <a:pt x="16358" y="604309"/>
                </a:lnTo>
                <a:lnTo>
                  <a:pt x="4107" y="542720"/>
                </a:lnTo>
                <a:lnTo>
                  <a:pt x="0" y="480060"/>
                </a:lnTo>
                <a:lnTo>
                  <a:pt x="4107" y="417400"/>
                </a:lnTo>
                <a:lnTo>
                  <a:pt x="16358" y="355811"/>
                </a:lnTo>
                <a:lnTo>
                  <a:pt x="36542" y="296349"/>
                </a:lnTo>
                <a:lnTo>
                  <a:pt x="64316" y="240030"/>
                </a:lnTo>
                <a:lnTo>
                  <a:pt x="99203" y="187818"/>
                </a:lnTo>
                <a:lnTo>
                  <a:pt x="140606" y="140606"/>
                </a:lnTo>
                <a:lnTo>
                  <a:pt x="187818" y="99203"/>
                </a:lnTo>
                <a:lnTo>
                  <a:pt x="240030" y="64316"/>
                </a:lnTo>
                <a:lnTo>
                  <a:pt x="296349" y="36542"/>
                </a:lnTo>
                <a:lnTo>
                  <a:pt x="355811" y="16358"/>
                </a:lnTo>
                <a:lnTo>
                  <a:pt x="417400" y="4107"/>
                </a:lnTo>
                <a:lnTo>
                  <a:pt x="480060" y="0"/>
                </a:lnTo>
                <a:lnTo>
                  <a:pt x="542720" y="4107"/>
                </a:lnTo>
                <a:lnTo>
                  <a:pt x="604309" y="16358"/>
                </a:lnTo>
                <a:lnTo>
                  <a:pt x="663771" y="36542"/>
                </a:lnTo>
                <a:lnTo>
                  <a:pt x="720090" y="64316"/>
                </a:lnTo>
                <a:lnTo>
                  <a:pt x="772302" y="99203"/>
                </a:lnTo>
                <a:lnTo>
                  <a:pt x="819514" y="140606"/>
                </a:lnTo>
                <a:lnTo>
                  <a:pt x="860917" y="187818"/>
                </a:lnTo>
                <a:lnTo>
                  <a:pt x="895804" y="240030"/>
                </a:lnTo>
                <a:lnTo>
                  <a:pt x="923578" y="296349"/>
                </a:lnTo>
                <a:lnTo>
                  <a:pt x="943762" y="355811"/>
                </a:lnTo>
                <a:lnTo>
                  <a:pt x="956013" y="417400"/>
                </a:lnTo>
                <a:close/>
              </a:path>
            </a:pathLst>
          </a:custGeom>
          <a:ln w="12700">
            <a:solidFill>
              <a:srgbClr val="0000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203950" y="2262417"/>
            <a:ext cx="1833570" cy="243639"/>
          </a:xfrm>
          <a:custGeom>
            <a:avLst/>
            <a:gdLst/>
            <a:ahLst/>
            <a:cxnLst/>
            <a:rect l="l" t="t" r="r" b="b"/>
            <a:pathLst>
              <a:path w="1833570" h="243639">
                <a:moveTo>
                  <a:pt x="1798339" y="0"/>
                </a:moveTo>
                <a:lnTo>
                  <a:pt x="1833570" y="26599"/>
                </a:lnTo>
                <a:lnTo>
                  <a:pt x="35230" y="243639"/>
                </a:lnTo>
                <a:lnTo>
                  <a:pt x="0" y="217040"/>
                </a:lnTo>
                <a:close/>
              </a:path>
            </a:pathLst>
          </a:custGeom>
          <a:solidFill>
            <a:srgbClr val="B1B1B1"/>
          </a:solidFill>
          <a:ln w="6350">
            <a:solidFill>
              <a:srgbClr val="B1B1B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239180" y="2289016"/>
            <a:ext cx="1832499" cy="256920"/>
          </a:xfrm>
          <a:custGeom>
            <a:avLst/>
            <a:gdLst/>
            <a:ahLst/>
            <a:cxnLst/>
            <a:rect l="l" t="t" r="r" b="b"/>
            <a:pathLst>
              <a:path w="1832499" h="256920">
                <a:moveTo>
                  <a:pt x="1798339" y="0"/>
                </a:moveTo>
                <a:lnTo>
                  <a:pt x="1832499" y="39880"/>
                </a:lnTo>
                <a:lnTo>
                  <a:pt x="34160" y="256920"/>
                </a:lnTo>
                <a:lnTo>
                  <a:pt x="0" y="217040"/>
                </a:lnTo>
                <a:close/>
              </a:path>
            </a:pathLst>
          </a:custGeom>
          <a:solidFill>
            <a:srgbClr val="B1B1B1"/>
          </a:solidFill>
          <a:ln w="6350">
            <a:solidFill>
              <a:srgbClr val="B1B1B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273340" y="2328896"/>
            <a:ext cx="1830391" cy="268990"/>
          </a:xfrm>
          <a:custGeom>
            <a:avLst/>
            <a:gdLst/>
            <a:ahLst/>
            <a:cxnLst/>
            <a:rect l="l" t="t" r="r" b="b"/>
            <a:pathLst>
              <a:path w="1830391" h="268990">
                <a:moveTo>
                  <a:pt x="1798339" y="0"/>
                </a:moveTo>
                <a:lnTo>
                  <a:pt x="1830391" y="51949"/>
                </a:lnTo>
                <a:lnTo>
                  <a:pt x="32051" y="268990"/>
                </a:lnTo>
                <a:lnTo>
                  <a:pt x="0" y="217040"/>
                </a:lnTo>
                <a:close/>
              </a:path>
            </a:pathLst>
          </a:custGeom>
          <a:solidFill>
            <a:srgbClr val="AEAEAE"/>
          </a:solidFill>
          <a:ln w="6350">
            <a:solidFill>
              <a:srgbClr val="AEAEA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305391" y="2380846"/>
            <a:ext cx="1827308" cy="279481"/>
          </a:xfrm>
          <a:custGeom>
            <a:avLst/>
            <a:gdLst/>
            <a:ahLst/>
            <a:cxnLst/>
            <a:rect l="l" t="t" r="r" b="b"/>
            <a:pathLst>
              <a:path w="1827308" h="279481">
                <a:moveTo>
                  <a:pt x="1798339" y="0"/>
                </a:moveTo>
                <a:lnTo>
                  <a:pt x="1827308" y="62440"/>
                </a:lnTo>
                <a:lnTo>
                  <a:pt x="28969" y="279481"/>
                </a:lnTo>
                <a:lnTo>
                  <a:pt x="0" y="217040"/>
                </a:lnTo>
                <a:close/>
              </a:path>
            </a:pathLst>
          </a:custGeom>
          <a:solidFill>
            <a:srgbClr val="A8A8A8"/>
          </a:solidFill>
          <a:ln w="6350">
            <a:solidFill>
              <a:srgbClr val="A8A8A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334360" y="2443286"/>
            <a:ext cx="1823346" cy="288074"/>
          </a:xfrm>
          <a:custGeom>
            <a:avLst/>
            <a:gdLst/>
            <a:ahLst/>
            <a:cxnLst/>
            <a:rect l="l" t="t" r="r" b="b"/>
            <a:pathLst>
              <a:path w="1823346" h="288074">
                <a:moveTo>
                  <a:pt x="1798339" y="0"/>
                </a:moveTo>
                <a:lnTo>
                  <a:pt x="1823346" y="71034"/>
                </a:lnTo>
                <a:lnTo>
                  <a:pt x="25007" y="288074"/>
                </a:lnTo>
                <a:lnTo>
                  <a:pt x="0" y="217040"/>
                </a:lnTo>
                <a:close/>
              </a:path>
            </a:pathLst>
          </a:custGeom>
          <a:solidFill>
            <a:srgbClr val="A0A0A0"/>
          </a:solidFill>
          <a:ln w="6350">
            <a:solidFill>
              <a:srgbClr val="A0A0A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359367" y="2514320"/>
            <a:ext cx="1818624" cy="294510"/>
          </a:xfrm>
          <a:custGeom>
            <a:avLst/>
            <a:gdLst/>
            <a:ahLst/>
            <a:cxnLst/>
            <a:rect l="l" t="t" r="r" b="b"/>
            <a:pathLst>
              <a:path w="1818624" h="294510">
                <a:moveTo>
                  <a:pt x="1798339" y="0"/>
                </a:moveTo>
                <a:lnTo>
                  <a:pt x="1818624" y="77470"/>
                </a:lnTo>
                <a:lnTo>
                  <a:pt x="20284" y="294510"/>
                </a:lnTo>
                <a:lnTo>
                  <a:pt x="0" y="217040"/>
                </a:lnTo>
                <a:close/>
              </a:path>
            </a:pathLst>
          </a:custGeom>
          <a:solidFill>
            <a:srgbClr val="969696"/>
          </a:solidFill>
          <a:ln w="6350">
            <a:solidFill>
              <a:srgbClr val="96969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379651" y="2591790"/>
            <a:ext cx="1813285" cy="298591"/>
          </a:xfrm>
          <a:custGeom>
            <a:avLst/>
            <a:gdLst/>
            <a:ahLst/>
            <a:cxnLst/>
            <a:rect l="l" t="t" r="r" b="b"/>
            <a:pathLst>
              <a:path w="1813285" h="298591">
                <a:moveTo>
                  <a:pt x="1798339" y="0"/>
                </a:moveTo>
                <a:lnTo>
                  <a:pt x="1813285" y="81551"/>
                </a:lnTo>
                <a:lnTo>
                  <a:pt x="14946" y="298591"/>
                </a:lnTo>
                <a:lnTo>
                  <a:pt x="0" y="217040"/>
                </a:lnTo>
                <a:close/>
              </a:path>
            </a:pathLst>
          </a:custGeom>
          <a:solidFill>
            <a:srgbClr val="8B8B8B"/>
          </a:solidFill>
          <a:ln w="6350">
            <a:solidFill>
              <a:srgbClr val="8B8B8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394597" y="2673341"/>
            <a:ext cx="1807492" cy="300195"/>
          </a:xfrm>
          <a:custGeom>
            <a:avLst/>
            <a:gdLst/>
            <a:ahLst/>
            <a:cxnLst/>
            <a:rect l="l" t="t" r="r" b="b"/>
            <a:pathLst>
              <a:path w="1807492" h="300195">
                <a:moveTo>
                  <a:pt x="1798339" y="0"/>
                </a:moveTo>
                <a:lnTo>
                  <a:pt x="1807492" y="83155"/>
                </a:lnTo>
                <a:lnTo>
                  <a:pt x="9153" y="300195"/>
                </a:lnTo>
                <a:lnTo>
                  <a:pt x="0" y="217040"/>
                </a:lnTo>
                <a:close/>
              </a:path>
            </a:pathLst>
          </a:custGeom>
          <a:solidFill>
            <a:srgbClr val="7D7D7D"/>
          </a:solidFill>
          <a:ln w="6350">
            <a:solidFill>
              <a:srgbClr val="7D7D7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403750" y="2756496"/>
            <a:ext cx="1801422" cy="299272"/>
          </a:xfrm>
          <a:custGeom>
            <a:avLst/>
            <a:gdLst/>
            <a:ahLst/>
            <a:cxnLst/>
            <a:rect l="l" t="t" r="r" b="b"/>
            <a:pathLst>
              <a:path w="1801422" h="299272">
                <a:moveTo>
                  <a:pt x="1798339" y="0"/>
                </a:moveTo>
                <a:lnTo>
                  <a:pt x="1801422" y="82232"/>
                </a:lnTo>
                <a:lnTo>
                  <a:pt x="3082" y="299272"/>
                </a:lnTo>
                <a:lnTo>
                  <a:pt x="0" y="217040"/>
                </a:lnTo>
                <a:close/>
              </a:path>
            </a:pathLst>
          </a:custGeom>
          <a:solidFill>
            <a:srgbClr val="6F6F6F"/>
          </a:solidFill>
          <a:ln w="6350">
            <a:solidFill>
              <a:srgbClr val="6F6F6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403750" y="2838727"/>
            <a:ext cx="1801422" cy="295851"/>
          </a:xfrm>
          <a:custGeom>
            <a:avLst/>
            <a:gdLst/>
            <a:ahLst/>
            <a:cxnLst/>
            <a:rect l="l" t="t" r="r" b="b"/>
            <a:pathLst>
              <a:path w="1801422" h="295851">
                <a:moveTo>
                  <a:pt x="1801422" y="0"/>
                </a:moveTo>
                <a:lnTo>
                  <a:pt x="1798339" y="78810"/>
                </a:lnTo>
                <a:lnTo>
                  <a:pt x="0" y="295851"/>
                </a:lnTo>
                <a:lnTo>
                  <a:pt x="3082" y="217040"/>
                </a:lnTo>
                <a:close/>
              </a:path>
            </a:pathLst>
          </a:custGeom>
          <a:solidFill>
            <a:srgbClr val="606060"/>
          </a:solidFill>
          <a:ln w="6350">
            <a:solidFill>
              <a:srgbClr val="60606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394597" y="2917538"/>
            <a:ext cx="1807492" cy="290035"/>
          </a:xfrm>
          <a:custGeom>
            <a:avLst/>
            <a:gdLst/>
            <a:ahLst/>
            <a:cxnLst/>
            <a:rect l="l" t="t" r="r" b="b"/>
            <a:pathLst>
              <a:path w="1807492" h="290035">
                <a:moveTo>
                  <a:pt x="1807492" y="0"/>
                </a:moveTo>
                <a:lnTo>
                  <a:pt x="1798339" y="72994"/>
                </a:lnTo>
                <a:lnTo>
                  <a:pt x="0" y="290035"/>
                </a:lnTo>
                <a:lnTo>
                  <a:pt x="9153" y="217040"/>
                </a:lnTo>
                <a:close/>
              </a:path>
            </a:pathLst>
          </a:custGeom>
          <a:solidFill>
            <a:srgbClr val="5A5A5A"/>
          </a:solidFill>
          <a:ln w="6350">
            <a:solidFill>
              <a:srgbClr val="5A5A5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379651" y="2990532"/>
            <a:ext cx="1813285" cy="282000"/>
          </a:xfrm>
          <a:custGeom>
            <a:avLst/>
            <a:gdLst/>
            <a:ahLst/>
            <a:cxnLst/>
            <a:rect l="l" t="t" r="r" b="b"/>
            <a:pathLst>
              <a:path w="1813285" h="282000">
                <a:moveTo>
                  <a:pt x="1813285" y="0"/>
                </a:moveTo>
                <a:lnTo>
                  <a:pt x="1798339" y="64960"/>
                </a:lnTo>
                <a:lnTo>
                  <a:pt x="0" y="282000"/>
                </a:lnTo>
                <a:lnTo>
                  <a:pt x="14946" y="217040"/>
                </a:lnTo>
                <a:close/>
              </a:path>
            </a:pathLst>
          </a:custGeom>
          <a:solidFill>
            <a:srgbClr val="5A5A5A"/>
          </a:solidFill>
          <a:ln w="6350">
            <a:solidFill>
              <a:srgbClr val="5A5A5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359367" y="3055492"/>
            <a:ext cx="1818624" cy="271993"/>
          </a:xfrm>
          <a:custGeom>
            <a:avLst/>
            <a:gdLst/>
            <a:ahLst/>
            <a:cxnLst/>
            <a:rect l="l" t="t" r="r" b="b"/>
            <a:pathLst>
              <a:path w="1818624" h="271993">
                <a:moveTo>
                  <a:pt x="1818624" y="0"/>
                </a:moveTo>
                <a:lnTo>
                  <a:pt x="1798339" y="54952"/>
                </a:lnTo>
                <a:lnTo>
                  <a:pt x="0" y="271993"/>
                </a:lnTo>
                <a:lnTo>
                  <a:pt x="20284" y="217040"/>
                </a:lnTo>
                <a:close/>
              </a:path>
            </a:pathLst>
          </a:custGeom>
          <a:solidFill>
            <a:srgbClr val="5A5A5A"/>
          </a:solidFill>
          <a:ln w="6350">
            <a:solidFill>
              <a:srgbClr val="5A5A5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334360" y="3110444"/>
            <a:ext cx="1823346" cy="260315"/>
          </a:xfrm>
          <a:custGeom>
            <a:avLst/>
            <a:gdLst/>
            <a:ahLst/>
            <a:cxnLst/>
            <a:rect l="l" t="t" r="r" b="b"/>
            <a:pathLst>
              <a:path w="1823346" h="260315">
                <a:moveTo>
                  <a:pt x="1823346" y="0"/>
                </a:moveTo>
                <a:lnTo>
                  <a:pt x="1798339" y="43275"/>
                </a:lnTo>
                <a:lnTo>
                  <a:pt x="0" y="260315"/>
                </a:lnTo>
                <a:lnTo>
                  <a:pt x="25007" y="217040"/>
                </a:lnTo>
                <a:close/>
              </a:path>
            </a:pathLst>
          </a:custGeom>
          <a:solidFill>
            <a:srgbClr val="5A5A5A"/>
          </a:solidFill>
          <a:ln w="6350">
            <a:solidFill>
              <a:srgbClr val="5A5A5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305391" y="3153719"/>
            <a:ext cx="1827308" cy="247323"/>
          </a:xfrm>
          <a:custGeom>
            <a:avLst/>
            <a:gdLst/>
            <a:ahLst/>
            <a:cxnLst/>
            <a:rect l="l" t="t" r="r" b="b"/>
            <a:pathLst>
              <a:path w="1827308" h="247323">
                <a:moveTo>
                  <a:pt x="1827308" y="0"/>
                </a:moveTo>
                <a:lnTo>
                  <a:pt x="1798339" y="30282"/>
                </a:lnTo>
                <a:lnTo>
                  <a:pt x="0" y="247323"/>
                </a:lnTo>
                <a:lnTo>
                  <a:pt x="28969" y="217040"/>
                </a:lnTo>
                <a:close/>
              </a:path>
            </a:pathLst>
          </a:custGeom>
          <a:solidFill>
            <a:srgbClr val="5A5A5A"/>
          </a:solidFill>
          <a:ln w="6350">
            <a:solidFill>
              <a:srgbClr val="5A5A5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273340" y="3184002"/>
            <a:ext cx="1830391" cy="233410"/>
          </a:xfrm>
          <a:custGeom>
            <a:avLst/>
            <a:gdLst/>
            <a:ahLst/>
            <a:cxnLst/>
            <a:rect l="l" t="t" r="r" b="b"/>
            <a:pathLst>
              <a:path w="1830391" h="233410">
                <a:moveTo>
                  <a:pt x="1830391" y="0"/>
                </a:moveTo>
                <a:lnTo>
                  <a:pt x="1798339" y="16370"/>
                </a:lnTo>
                <a:lnTo>
                  <a:pt x="0" y="233410"/>
                </a:lnTo>
                <a:lnTo>
                  <a:pt x="32051" y="217040"/>
                </a:lnTo>
                <a:close/>
              </a:path>
            </a:pathLst>
          </a:custGeom>
          <a:solidFill>
            <a:srgbClr val="5A5A5A"/>
          </a:solidFill>
          <a:ln w="6350">
            <a:solidFill>
              <a:srgbClr val="5A5A5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134561" y="2249908"/>
            <a:ext cx="1832499" cy="219000"/>
          </a:xfrm>
          <a:custGeom>
            <a:avLst/>
            <a:gdLst/>
            <a:ahLst/>
            <a:cxnLst/>
            <a:rect l="l" t="t" r="r" b="b"/>
            <a:pathLst>
              <a:path w="1832499" h="219000">
                <a:moveTo>
                  <a:pt x="1798339" y="1960"/>
                </a:moveTo>
                <a:lnTo>
                  <a:pt x="1832499" y="0"/>
                </a:lnTo>
                <a:lnTo>
                  <a:pt x="34160" y="217040"/>
                </a:lnTo>
                <a:lnTo>
                  <a:pt x="0" y="219000"/>
                </a:lnTo>
                <a:close/>
              </a:path>
            </a:pathLst>
          </a:custGeom>
          <a:solidFill>
            <a:srgbClr val="AAAAAA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168720" y="2249908"/>
            <a:ext cx="1833570" cy="229550"/>
          </a:xfrm>
          <a:custGeom>
            <a:avLst/>
            <a:gdLst/>
            <a:ahLst/>
            <a:cxnLst/>
            <a:rect l="l" t="t" r="r" b="b"/>
            <a:pathLst>
              <a:path w="1833570" h="229550">
                <a:moveTo>
                  <a:pt x="1798339" y="0"/>
                </a:moveTo>
                <a:lnTo>
                  <a:pt x="1833570" y="12509"/>
                </a:lnTo>
                <a:lnTo>
                  <a:pt x="35230" y="229550"/>
                </a:lnTo>
                <a:lnTo>
                  <a:pt x="0" y="217040"/>
                </a:lnTo>
                <a:close/>
              </a:path>
            </a:pathLst>
          </a:custGeom>
          <a:solidFill>
            <a:srgbClr val="AFAFAF"/>
          </a:solidFill>
          <a:ln w="6350">
            <a:solidFill>
              <a:srgbClr val="AFAFA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01068" y="2249908"/>
            <a:ext cx="2204104" cy="1169464"/>
          </a:xfrm>
          <a:custGeom>
            <a:avLst/>
            <a:gdLst/>
            <a:ahLst/>
            <a:cxnLst/>
            <a:rect l="l" t="t" r="r" b="b"/>
            <a:pathLst>
              <a:path w="2204104" h="1169464">
                <a:moveTo>
                  <a:pt x="0" y="580645"/>
                </a:moveTo>
                <a:lnTo>
                  <a:pt x="3082" y="501834"/>
                </a:lnTo>
                <a:lnTo>
                  <a:pt x="12235" y="428840"/>
                </a:lnTo>
                <a:lnTo>
                  <a:pt x="27181" y="363880"/>
                </a:lnTo>
                <a:lnTo>
                  <a:pt x="47465" y="308928"/>
                </a:lnTo>
                <a:lnTo>
                  <a:pt x="72472" y="265653"/>
                </a:lnTo>
                <a:lnTo>
                  <a:pt x="101441" y="235370"/>
                </a:lnTo>
                <a:lnTo>
                  <a:pt x="133492" y="219000"/>
                </a:lnTo>
                <a:lnTo>
                  <a:pt x="1931832" y="1960"/>
                </a:lnTo>
                <a:lnTo>
                  <a:pt x="1965991" y="0"/>
                </a:lnTo>
                <a:lnTo>
                  <a:pt x="2001222" y="12509"/>
                </a:lnTo>
                <a:lnTo>
                  <a:pt x="2036452" y="39108"/>
                </a:lnTo>
                <a:lnTo>
                  <a:pt x="2070611" y="78988"/>
                </a:lnTo>
                <a:lnTo>
                  <a:pt x="2102663" y="130938"/>
                </a:lnTo>
                <a:lnTo>
                  <a:pt x="2131632" y="193378"/>
                </a:lnTo>
                <a:lnTo>
                  <a:pt x="2156638" y="264412"/>
                </a:lnTo>
                <a:lnTo>
                  <a:pt x="2176923" y="341882"/>
                </a:lnTo>
                <a:lnTo>
                  <a:pt x="2191868" y="423433"/>
                </a:lnTo>
                <a:lnTo>
                  <a:pt x="2201021" y="506587"/>
                </a:lnTo>
                <a:lnTo>
                  <a:pt x="2204104" y="588819"/>
                </a:lnTo>
                <a:lnTo>
                  <a:pt x="2201021" y="667630"/>
                </a:lnTo>
                <a:lnTo>
                  <a:pt x="2191868" y="740624"/>
                </a:lnTo>
                <a:lnTo>
                  <a:pt x="2176923" y="805584"/>
                </a:lnTo>
                <a:lnTo>
                  <a:pt x="2156638" y="860536"/>
                </a:lnTo>
                <a:lnTo>
                  <a:pt x="2131632" y="903811"/>
                </a:lnTo>
                <a:lnTo>
                  <a:pt x="2102663" y="934094"/>
                </a:lnTo>
                <a:lnTo>
                  <a:pt x="2070611" y="950463"/>
                </a:lnTo>
                <a:lnTo>
                  <a:pt x="272272" y="1167504"/>
                </a:lnTo>
                <a:lnTo>
                  <a:pt x="238112" y="1169464"/>
                </a:lnTo>
                <a:lnTo>
                  <a:pt x="202882" y="1156954"/>
                </a:lnTo>
                <a:lnTo>
                  <a:pt x="167652" y="1130356"/>
                </a:lnTo>
                <a:lnTo>
                  <a:pt x="133492" y="1090476"/>
                </a:lnTo>
                <a:lnTo>
                  <a:pt x="101441" y="1038526"/>
                </a:lnTo>
                <a:lnTo>
                  <a:pt x="72472" y="976086"/>
                </a:lnTo>
                <a:lnTo>
                  <a:pt x="47465" y="905052"/>
                </a:lnTo>
                <a:lnTo>
                  <a:pt x="27181" y="827582"/>
                </a:lnTo>
                <a:lnTo>
                  <a:pt x="12235" y="746031"/>
                </a:lnTo>
                <a:lnTo>
                  <a:pt x="3082" y="662876"/>
                </a:lnTo>
                <a:close/>
              </a:path>
            </a:pathLst>
          </a:custGeom>
          <a:ln w="12700">
            <a:solidFill>
              <a:srgbClr val="00000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001068" y="2466948"/>
            <a:ext cx="405764" cy="952424"/>
          </a:xfrm>
          <a:custGeom>
            <a:avLst/>
            <a:gdLst/>
            <a:ahLst/>
            <a:cxnLst/>
            <a:rect l="l" t="t" r="r" b="b"/>
            <a:pathLst>
              <a:path w="405764" h="952424">
                <a:moveTo>
                  <a:pt x="202882" y="12509"/>
                </a:moveTo>
                <a:lnTo>
                  <a:pt x="238112" y="39108"/>
                </a:lnTo>
                <a:lnTo>
                  <a:pt x="272272" y="78988"/>
                </a:lnTo>
                <a:lnTo>
                  <a:pt x="304323" y="130938"/>
                </a:lnTo>
                <a:lnTo>
                  <a:pt x="333292" y="193378"/>
                </a:lnTo>
                <a:lnTo>
                  <a:pt x="358299" y="264412"/>
                </a:lnTo>
                <a:lnTo>
                  <a:pt x="378583" y="341882"/>
                </a:lnTo>
                <a:lnTo>
                  <a:pt x="393529" y="423433"/>
                </a:lnTo>
                <a:lnTo>
                  <a:pt x="402682" y="506587"/>
                </a:lnTo>
                <a:lnTo>
                  <a:pt x="405764" y="588819"/>
                </a:lnTo>
                <a:lnTo>
                  <a:pt x="402682" y="667630"/>
                </a:lnTo>
                <a:lnTo>
                  <a:pt x="393529" y="740624"/>
                </a:lnTo>
                <a:lnTo>
                  <a:pt x="378583" y="805584"/>
                </a:lnTo>
                <a:lnTo>
                  <a:pt x="358299" y="860536"/>
                </a:lnTo>
                <a:lnTo>
                  <a:pt x="333292" y="903811"/>
                </a:lnTo>
                <a:lnTo>
                  <a:pt x="304323" y="934094"/>
                </a:lnTo>
                <a:lnTo>
                  <a:pt x="272272" y="950463"/>
                </a:lnTo>
                <a:lnTo>
                  <a:pt x="238112" y="952424"/>
                </a:lnTo>
                <a:lnTo>
                  <a:pt x="202882" y="939914"/>
                </a:lnTo>
                <a:lnTo>
                  <a:pt x="167652" y="913315"/>
                </a:lnTo>
                <a:lnTo>
                  <a:pt x="133492" y="873435"/>
                </a:lnTo>
                <a:lnTo>
                  <a:pt x="101441" y="821486"/>
                </a:lnTo>
                <a:lnTo>
                  <a:pt x="72472" y="759046"/>
                </a:lnTo>
                <a:lnTo>
                  <a:pt x="47465" y="688012"/>
                </a:lnTo>
                <a:lnTo>
                  <a:pt x="27181" y="610542"/>
                </a:lnTo>
                <a:lnTo>
                  <a:pt x="12235" y="528991"/>
                </a:lnTo>
                <a:lnTo>
                  <a:pt x="3082" y="445836"/>
                </a:lnTo>
                <a:lnTo>
                  <a:pt x="0" y="363604"/>
                </a:lnTo>
                <a:lnTo>
                  <a:pt x="3082" y="284794"/>
                </a:lnTo>
                <a:lnTo>
                  <a:pt x="12235" y="211800"/>
                </a:lnTo>
                <a:lnTo>
                  <a:pt x="27181" y="146840"/>
                </a:lnTo>
                <a:lnTo>
                  <a:pt x="47465" y="91887"/>
                </a:lnTo>
                <a:lnTo>
                  <a:pt x="72472" y="48612"/>
                </a:lnTo>
                <a:lnTo>
                  <a:pt x="101441" y="18330"/>
                </a:lnTo>
                <a:lnTo>
                  <a:pt x="133492" y="1960"/>
                </a:lnTo>
                <a:lnTo>
                  <a:pt x="167652" y="0"/>
                </a:lnTo>
                <a:close/>
              </a:path>
            </a:pathLst>
          </a:custGeom>
          <a:solidFill>
            <a:srgbClr val="95959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841216" y="2775733"/>
            <a:ext cx="85017" cy="66212"/>
          </a:xfrm>
          <a:custGeom>
            <a:avLst/>
            <a:gdLst/>
            <a:ahLst/>
            <a:cxnLst/>
            <a:rect l="l" t="t" r="r" b="b"/>
            <a:pathLst>
              <a:path w="85017" h="66212">
                <a:moveTo>
                  <a:pt x="0" y="21169"/>
                </a:moveTo>
                <a:lnTo>
                  <a:pt x="3864" y="0"/>
                </a:lnTo>
                <a:lnTo>
                  <a:pt x="85017" y="45043"/>
                </a:lnTo>
                <a:lnTo>
                  <a:pt x="81153" y="66212"/>
                </a:lnTo>
                <a:close/>
              </a:path>
            </a:pathLst>
          </a:custGeom>
          <a:solidFill>
            <a:srgbClr val="DEDEDE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845079" y="2756854"/>
            <a:ext cx="92156" cy="63922"/>
          </a:xfrm>
          <a:custGeom>
            <a:avLst/>
            <a:gdLst/>
            <a:ahLst/>
            <a:cxnLst/>
            <a:rect l="l" t="t" r="r" b="b"/>
            <a:pathLst>
              <a:path w="92156" h="63922">
                <a:moveTo>
                  <a:pt x="0" y="18879"/>
                </a:moveTo>
                <a:lnTo>
                  <a:pt x="11003" y="0"/>
                </a:lnTo>
                <a:lnTo>
                  <a:pt x="92156" y="45043"/>
                </a:lnTo>
                <a:lnTo>
                  <a:pt x="81153" y="63922"/>
                </a:lnTo>
                <a:close/>
              </a:path>
            </a:pathLst>
          </a:custGeom>
          <a:solidFill>
            <a:srgbClr val="EBEBEB"/>
          </a:solidFill>
          <a:ln w="6350">
            <a:solidFill>
              <a:srgbClr val="EBEBE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856083" y="2743140"/>
            <a:ext cx="97620" cy="58758"/>
          </a:xfrm>
          <a:custGeom>
            <a:avLst/>
            <a:gdLst/>
            <a:ahLst/>
            <a:cxnLst/>
            <a:rect l="l" t="t" r="r" b="b"/>
            <a:pathLst>
              <a:path w="97620" h="58758">
                <a:moveTo>
                  <a:pt x="0" y="13715"/>
                </a:moveTo>
                <a:lnTo>
                  <a:pt x="16468" y="0"/>
                </a:lnTo>
                <a:lnTo>
                  <a:pt x="97620" y="45043"/>
                </a:lnTo>
                <a:lnTo>
                  <a:pt x="81153" y="58758"/>
                </a:lnTo>
                <a:close/>
              </a:path>
            </a:pathLst>
          </a:custGeom>
          <a:solidFill>
            <a:srgbClr val="EFEFEF"/>
          </a:solidFill>
          <a:ln w="6350">
            <a:solidFill>
              <a:srgbClr val="EFEFE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872550" y="2736677"/>
            <a:ext cx="100578" cy="51505"/>
          </a:xfrm>
          <a:custGeom>
            <a:avLst/>
            <a:gdLst/>
            <a:ahLst/>
            <a:cxnLst/>
            <a:rect l="l" t="t" r="r" b="b"/>
            <a:pathLst>
              <a:path w="100578" h="51505">
                <a:moveTo>
                  <a:pt x="0" y="6462"/>
                </a:moveTo>
                <a:lnTo>
                  <a:pt x="19425" y="0"/>
                </a:lnTo>
                <a:lnTo>
                  <a:pt x="100578" y="45043"/>
                </a:lnTo>
                <a:lnTo>
                  <a:pt x="81153" y="51505"/>
                </a:lnTo>
                <a:close/>
              </a:path>
            </a:pathLst>
          </a:custGeom>
          <a:solidFill>
            <a:srgbClr val="EBEBEB"/>
          </a:solidFill>
          <a:ln w="6350">
            <a:solidFill>
              <a:srgbClr val="EBEBE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891975" y="2736677"/>
            <a:ext cx="100578" cy="46817"/>
          </a:xfrm>
          <a:custGeom>
            <a:avLst/>
            <a:gdLst/>
            <a:ahLst/>
            <a:cxnLst/>
            <a:rect l="l" t="t" r="r" b="b"/>
            <a:pathLst>
              <a:path w="100578" h="46817">
                <a:moveTo>
                  <a:pt x="0" y="0"/>
                </a:moveTo>
                <a:lnTo>
                  <a:pt x="19425" y="1774"/>
                </a:lnTo>
                <a:lnTo>
                  <a:pt x="100578" y="46817"/>
                </a:lnTo>
                <a:lnTo>
                  <a:pt x="81153" y="45043"/>
                </a:lnTo>
                <a:close/>
              </a:path>
            </a:pathLst>
          </a:custGeom>
          <a:solidFill>
            <a:srgbClr val="DDDDDD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856083" y="2833361"/>
            <a:ext cx="97620" cy="54783"/>
          </a:xfrm>
          <a:custGeom>
            <a:avLst/>
            <a:gdLst/>
            <a:ahLst/>
            <a:cxnLst/>
            <a:rect l="l" t="t" r="r" b="b"/>
            <a:pathLst>
              <a:path w="97620" h="54783">
                <a:moveTo>
                  <a:pt x="16468" y="9740"/>
                </a:moveTo>
                <a:lnTo>
                  <a:pt x="0" y="0"/>
                </a:lnTo>
                <a:lnTo>
                  <a:pt x="81153" y="45043"/>
                </a:lnTo>
                <a:lnTo>
                  <a:pt x="97620" y="54783"/>
                </a:lnTo>
                <a:close/>
              </a:path>
            </a:pathLst>
          </a:custGeom>
          <a:solidFill>
            <a:srgbClr val="B1B1B1"/>
          </a:solidFill>
          <a:ln w="6350">
            <a:solidFill>
              <a:srgbClr val="B1B1B1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845079" y="2817139"/>
            <a:ext cx="92156" cy="61266"/>
          </a:xfrm>
          <a:custGeom>
            <a:avLst/>
            <a:gdLst/>
            <a:ahLst/>
            <a:cxnLst/>
            <a:rect l="l" t="t" r="r" b="b"/>
            <a:pathLst>
              <a:path w="92156" h="61266">
                <a:moveTo>
                  <a:pt x="11003" y="16223"/>
                </a:moveTo>
                <a:lnTo>
                  <a:pt x="0" y="0"/>
                </a:lnTo>
                <a:lnTo>
                  <a:pt x="81153" y="45043"/>
                </a:lnTo>
                <a:lnTo>
                  <a:pt x="92156" y="61266"/>
                </a:lnTo>
                <a:close/>
              </a:path>
            </a:pathLst>
          </a:custGeom>
          <a:solidFill>
            <a:srgbClr val="B1B1B1"/>
          </a:solidFill>
          <a:ln w="6350">
            <a:solidFill>
              <a:srgbClr val="B1B1B1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841216" y="2796902"/>
            <a:ext cx="85017" cy="65279"/>
          </a:xfrm>
          <a:custGeom>
            <a:avLst/>
            <a:gdLst/>
            <a:ahLst/>
            <a:cxnLst/>
            <a:rect l="l" t="t" r="r" b="b"/>
            <a:pathLst>
              <a:path w="85017" h="65279">
                <a:moveTo>
                  <a:pt x="3864" y="20236"/>
                </a:moveTo>
                <a:lnTo>
                  <a:pt x="0" y="0"/>
                </a:lnTo>
                <a:lnTo>
                  <a:pt x="81153" y="45043"/>
                </a:lnTo>
                <a:lnTo>
                  <a:pt x="85017" y="65279"/>
                </a:lnTo>
                <a:close/>
              </a:path>
            </a:pathLst>
          </a:custGeom>
          <a:solidFill>
            <a:srgbClr val="C9C9C9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841216" y="2736677"/>
            <a:ext cx="182672" cy="153240"/>
          </a:xfrm>
          <a:custGeom>
            <a:avLst/>
            <a:gdLst/>
            <a:ahLst/>
            <a:cxnLst/>
            <a:rect l="l" t="t" r="r" b="b"/>
            <a:pathLst>
              <a:path w="182672" h="153240">
                <a:moveTo>
                  <a:pt x="0" y="60225"/>
                </a:moveTo>
                <a:lnTo>
                  <a:pt x="3864" y="39056"/>
                </a:lnTo>
                <a:lnTo>
                  <a:pt x="14867" y="20177"/>
                </a:lnTo>
                <a:lnTo>
                  <a:pt x="31335" y="6462"/>
                </a:lnTo>
                <a:lnTo>
                  <a:pt x="50760" y="0"/>
                </a:lnTo>
                <a:lnTo>
                  <a:pt x="70184" y="1774"/>
                </a:lnTo>
                <a:lnTo>
                  <a:pt x="151337" y="46817"/>
                </a:lnTo>
                <a:lnTo>
                  <a:pt x="167805" y="56556"/>
                </a:lnTo>
                <a:lnTo>
                  <a:pt x="178808" y="72779"/>
                </a:lnTo>
                <a:lnTo>
                  <a:pt x="182672" y="93015"/>
                </a:lnTo>
                <a:lnTo>
                  <a:pt x="178808" y="114184"/>
                </a:lnTo>
                <a:lnTo>
                  <a:pt x="167805" y="133063"/>
                </a:lnTo>
                <a:lnTo>
                  <a:pt x="151337" y="146778"/>
                </a:lnTo>
                <a:lnTo>
                  <a:pt x="131912" y="153240"/>
                </a:lnTo>
                <a:lnTo>
                  <a:pt x="112488" y="151467"/>
                </a:lnTo>
                <a:lnTo>
                  <a:pt x="31335" y="106424"/>
                </a:lnTo>
                <a:lnTo>
                  <a:pt x="14867" y="96684"/>
                </a:lnTo>
                <a:lnTo>
                  <a:pt x="3864" y="80461"/>
                </a:lnTo>
                <a:close/>
              </a:path>
            </a:pathLst>
          </a:custGeom>
          <a:ln w="12700">
            <a:solidFill>
              <a:srgbClr val="00000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922368" y="2781720"/>
            <a:ext cx="101519" cy="108197"/>
          </a:xfrm>
          <a:custGeom>
            <a:avLst/>
            <a:gdLst/>
            <a:ahLst/>
            <a:cxnLst/>
            <a:rect l="l" t="t" r="r" b="b"/>
            <a:pathLst>
              <a:path w="101519" h="108197">
                <a:moveTo>
                  <a:pt x="0" y="60225"/>
                </a:moveTo>
                <a:lnTo>
                  <a:pt x="3864" y="39056"/>
                </a:lnTo>
                <a:lnTo>
                  <a:pt x="14867" y="20177"/>
                </a:lnTo>
                <a:lnTo>
                  <a:pt x="31335" y="6462"/>
                </a:lnTo>
                <a:lnTo>
                  <a:pt x="50760" y="0"/>
                </a:lnTo>
                <a:lnTo>
                  <a:pt x="70184" y="1774"/>
                </a:lnTo>
                <a:lnTo>
                  <a:pt x="86652" y="11513"/>
                </a:lnTo>
                <a:lnTo>
                  <a:pt x="97655" y="27736"/>
                </a:lnTo>
                <a:lnTo>
                  <a:pt x="101519" y="47972"/>
                </a:lnTo>
                <a:lnTo>
                  <a:pt x="97655" y="69141"/>
                </a:lnTo>
                <a:lnTo>
                  <a:pt x="86652" y="88020"/>
                </a:lnTo>
                <a:lnTo>
                  <a:pt x="70184" y="101735"/>
                </a:lnTo>
                <a:lnTo>
                  <a:pt x="50760" y="108197"/>
                </a:lnTo>
                <a:lnTo>
                  <a:pt x="31335" y="106424"/>
                </a:lnTo>
                <a:lnTo>
                  <a:pt x="14867" y="96684"/>
                </a:lnTo>
                <a:lnTo>
                  <a:pt x="3864" y="80461"/>
                </a:lnTo>
                <a:close/>
              </a:path>
            </a:pathLst>
          </a:custGeom>
          <a:solidFill>
            <a:srgbClr val="B9B9B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23890" y="2463100"/>
            <a:ext cx="960120" cy="960120"/>
          </a:xfrm>
          <a:custGeom>
            <a:avLst/>
            <a:gdLst/>
            <a:ahLst/>
            <a:cxnLst/>
            <a:rect l="l" t="t" r="r" b="b"/>
            <a:pathLst>
              <a:path w="960120" h="960120">
                <a:moveTo>
                  <a:pt x="960120" y="480060"/>
                </a:moveTo>
                <a:lnTo>
                  <a:pt x="956013" y="542720"/>
                </a:lnTo>
                <a:lnTo>
                  <a:pt x="943762" y="604309"/>
                </a:lnTo>
                <a:lnTo>
                  <a:pt x="923578" y="663771"/>
                </a:lnTo>
                <a:lnTo>
                  <a:pt x="895804" y="720090"/>
                </a:lnTo>
                <a:lnTo>
                  <a:pt x="860917" y="772302"/>
                </a:lnTo>
                <a:lnTo>
                  <a:pt x="819514" y="819514"/>
                </a:lnTo>
                <a:lnTo>
                  <a:pt x="772302" y="860917"/>
                </a:lnTo>
                <a:lnTo>
                  <a:pt x="720090" y="895804"/>
                </a:lnTo>
                <a:lnTo>
                  <a:pt x="663771" y="923578"/>
                </a:lnTo>
                <a:lnTo>
                  <a:pt x="604309" y="943762"/>
                </a:lnTo>
                <a:lnTo>
                  <a:pt x="542720" y="956013"/>
                </a:lnTo>
                <a:lnTo>
                  <a:pt x="480060" y="960120"/>
                </a:lnTo>
                <a:lnTo>
                  <a:pt x="417400" y="956013"/>
                </a:lnTo>
                <a:lnTo>
                  <a:pt x="355811" y="943762"/>
                </a:lnTo>
                <a:lnTo>
                  <a:pt x="296349" y="923578"/>
                </a:lnTo>
                <a:lnTo>
                  <a:pt x="240030" y="895804"/>
                </a:lnTo>
                <a:lnTo>
                  <a:pt x="187818" y="860917"/>
                </a:lnTo>
                <a:lnTo>
                  <a:pt x="140606" y="819514"/>
                </a:lnTo>
                <a:lnTo>
                  <a:pt x="99203" y="772302"/>
                </a:lnTo>
                <a:lnTo>
                  <a:pt x="64316" y="720090"/>
                </a:lnTo>
                <a:lnTo>
                  <a:pt x="36542" y="663771"/>
                </a:lnTo>
                <a:lnTo>
                  <a:pt x="16358" y="604309"/>
                </a:lnTo>
                <a:lnTo>
                  <a:pt x="4107" y="542720"/>
                </a:lnTo>
                <a:lnTo>
                  <a:pt x="0" y="480060"/>
                </a:lnTo>
                <a:lnTo>
                  <a:pt x="4107" y="417400"/>
                </a:lnTo>
                <a:lnTo>
                  <a:pt x="16358" y="355811"/>
                </a:lnTo>
                <a:lnTo>
                  <a:pt x="36542" y="296349"/>
                </a:lnTo>
                <a:lnTo>
                  <a:pt x="64316" y="240030"/>
                </a:lnTo>
                <a:lnTo>
                  <a:pt x="99203" y="187818"/>
                </a:lnTo>
                <a:lnTo>
                  <a:pt x="140606" y="140606"/>
                </a:lnTo>
                <a:lnTo>
                  <a:pt x="187818" y="99203"/>
                </a:lnTo>
                <a:lnTo>
                  <a:pt x="240030" y="64316"/>
                </a:lnTo>
                <a:lnTo>
                  <a:pt x="296349" y="36542"/>
                </a:lnTo>
                <a:lnTo>
                  <a:pt x="355811" y="16358"/>
                </a:lnTo>
                <a:lnTo>
                  <a:pt x="417400" y="4107"/>
                </a:lnTo>
                <a:lnTo>
                  <a:pt x="480060" y="0"/>
                </a:lnTo>
                <a:lnTo>
                  <a:pt x="542720" y="4107"/>
                </a:lnTo>
                <a:lnTo>
                  <a:pt x="604309" y="16358"/>
                </a:lnTo>
                <a:lnTo>
                  <a:pt x="663771" y="36542"/>
                </a:lnTo>
                <a:lnTo>
                  <a:pt x="720090" y="64316"/>
                </a:lnTo>
                <a:lnTo>
                  <a:pt x="772302" y="99203"/>
                </a:lnTo>
                <a:lnTo>
                  <a:pt x="819514" y="140606"/>
                </a:lnTo>
                <a:lnTo>
                  <a:pt x="860917" y="187818"/>
                </a:lnTo>
                <a:lnTo>
                  <a:pt x="895804" y="240030"/>
                </a:lnTo>
                <a:lnTo>
                  <a:pt x="923578" y="296349"/>
                </a:lnTo>
                <a:lnTo>
                  <a:pt x="943762" y="355811"/>
                </a:lnTo>
                <a:lnTo>
                  <a:pt x="956013" y="417400"/>
                </a:lnTo>
                <a:close/>
              </a:path>
            </a:pathLst>
          </a:custGeom>
          <a:solidFill>
            <a:srgbClr val="535353"/>
          </a:solidFill>
          <a:ln/>
        </p:spPr>
      </p:sp>
      <p:sp>
        <p:nvSpPr>
          <p:cNvPr id="65" name="Shape 63"/>
          <p:cNvSpPr/>
          <p:nvPr/>
        </p:nvSpPr>
        <p:spPr>
          <a:xfrm>
            <a:off x="741116" y="2478903"/>
            <a:ext cx="913808" cy="913808"/>
          </a:xfrm>
          <a:custGeom>
            <a:avLst/>
            <a:gdLst/>
            <a:ahLst/>
            <a:cxnLst/>
            <a:rect l="l" t="t" r="r" b="b"/>
            <a:pathLst>
              <a:path w="913808" h="913808">
                <a:moveTo>
                  <a:pt x="913808" y="456904"/>
                </a:moveTo>
                <a:lnTo>
                  <a:pt x="909899" y="516542"/>
                </a:lnTo>
                <a:lnTo>
                  <a:pt x="898240" y="575160"/>
                </a:lnTo>
                <a:lnTo>
                  <a:pt x="879029" y="631754"/>
                </a:lnTo>
                <a:lnTo>
                  <a:pt x="852595" y="685356"/>
                </a:lnTo>
                <a:lnTo>
                  <a:pt x="819391" y="735050"/>
                </a:lnTo>
                <a:lnTo>
                  <a:pt x="779984" y="779984"/>
                </a:lnTo>
                <a:lnTo>
                  <a:pt x="735050" y="819391"/>
                </a:lnTo>
                <a:lnTo>
                  <a:pt x="685356" y="852595"/>
                </a:lnTo>
                <a:lnTo>
                  <a:pt x="631754" y="879029"/>
                </a:lnTo>
                <a:lnTo>
                  <a:pt x="575160" y="898240"/>
                </a:lnTo>
                <a:lnTo>
                  <a:pt x="516542" y="909899"/>
                </a:lnTo>
                <a:lnTo>
                  <a:pt x="456904" y="913808"/>
                </a:lnTo>
                <a:lnTo>
                  <a:pt x="397266" y="909899"/>
                </a:lnTo>
                <a:lnTo>
                  <a:pt x="338649" y="898240"/>
                </a:lnTo>
                <a:lnTo>
                  <a:pt x="282055" y="879029"/>
                </a:lnTo>
                <a:lnTo>
                  <a:pt x="228452" y="852595"/>
                </a:lnTo>
                <a:lnTo>
                  <a:pt x="178759" y="819391"/>
                </a:lnTo>
                <a:lnTo>
                  <a:pt x="133824" y="779984"/>
                </a:lnTo>
                <a:lnTo>
                  <a:pt x="94418" y="735050"/>
                </a:lnTo>
                <a:lnTo>
                  <a:pt x="61214" y="685356"/>
                </a:lnTo>
                <a:lnTo>
                  <a:pt x="34780" y="631754"/>
                </a:lnTo>
                <a:lnTo>
                  <a:pt x="15569" y="575160"/>
                </a:lnTo>
                <a:lnTo>
                  <a:pt x="3909" y="516542"/>
                </a:lnTo>
                <a:lnTo>
                  <a:pt x="0" y="456904"/>
                </a:lnTo>
                <a:lnTo>
                  <a:pt x="3909" y="397266"/>
                </a:lnTo>
                <a:lnTo>
                  <a:pt x="15569" y="338649"/>
                </a:lnTo>
                <a:lnTo>
                  <a:pt x="34780" y="282055"/>
                </a:lnTo>
                <a:lnTo>
                  <a:pt x="61214" y="228452"/>
                </a:lnTo>
                <a:lnTo>
                  <a:pt x="94418" y="178759"/>
                </a:lnTo>
                <a:lnTo>
                  <a:pt x="133824" y="133824"/>
                </a:lnTo>
                <a:lnTo>
                  <a:pt x="178759" y="94418"/>
                </a:lnTo>
                <a:lnTo>
                  <a:pt x="228452" y="61214"/>
                </a:lnTo>
                <a:lnTo>
                  <a:pt x="282055" y="34780"/>
                </a:lnTo>
                <a:lnTo>
                  <a:pt x="338649" y="15569"/>
                </a:lnTo>
                <a:lnTo>
                  <a:pt x="397266" y="3909"/>
                </a:lnTo>
                <a:lnTo>
                  <a:pt x="456904" y="0"/>
                </a:lnTo>
                <a:lnTo>
                  <a:pt x="516542" y="3909"/>
                </a:lnTo>
                <a:lnTo>
                  <a:pt x="575160" y="15569"/>
                </a:lnTo>
                <a:lnTo>
                  <a:pt x="631754" y="34780"/>
                </a:lnTo>
                <a:lnTo>
                  <a:pt x="685356" y="61214"/>
                </a:lnTo>
                <a:lnTo>
                  <a:pt x="735050" y="94418"/>
                </a:lnTo>
                <a:lnTo>
                  <a:pt x="779984" y="133824"/>
                </a:lnTo>
                <a:lnTo>
                  <a:pt x="819391" y="178759"/>
                </a:lnTo>
                <a:lnTo>
                  <a:pt x="852595" y="228452"/>
                </a:lnTo>
                <a:lnTo>
                  <a:pt x="879029" y="282055"/>
                </a:lnTo>
                <a:lnTo>
                  <a:pt x="898240" y="338649"/>
                </a:lnTo>
                <a:lnTo>
                  <a:pt x="909899" y="397266"/>
                </a:lnTo>
                <a:close/>
              </a:path>
            </a:pathLst>
          </a:custGeom>
          <a:solidFill>
            <a:srgbClr val="595959"/>
          </a:solidFill>
          <a:ln/>
        </p:spPr>
      </p:sp>
      <p:sp>
        <p:nvSpPr>
          <p:cNvPr id="66" name="Shape 64"/>
          <p:cNvSpPr/>
          <p:nvPr/>
        </p:nvSpPr>
        <p:spPr>
          <a:xfrm>
            <a:off x="758342" y="2494705"/>
            <a:ext cx="867497" cy="867497"/>
          </a:xfrm>
          <a:custGeom>
            <a:avLst/>
            <a:gdLst/>
            <a:ahLst/>
            <a:cxnLst/>
            <a:rect l="l" t="t" r="r" b="b"/>
            <a:pathLst>
              <a:path w="867497" h="867497">
                <a:moveTo>
                  <a:pt x="867497" y="433748"/>
                </a:moveTo>
                <a:lnTo>
                  <a:pt x="863786" y="490364"/>
                </a:lnTo>
                <a:lnTo>
                  <a:pt x="852717" y="546011"/>
                </a:lnTo>
                <a:lnTo>
                  <a:pt x="834480" y="599737"/>
                </a:lnTo>
                <a:lnTo>
                  <a:pt x="809385" y="650622"/>
                </a:lnTo>
                <a:lnTo>
                  <a:pt x="777864" y="697798"/>
                </a:lnTo>
                <a:lnTo>
                  <a:pt x="740455" y="740455"/>
                </a:lnTo>
                <a:lnTo>
                  <a:pt x="697798" y="777864"/>
                </a:lnTo>
                <a:lnTo>
                  <a:pt x="650622" y="809385"/>
                </a:lnTo>
                <a:lnTo>
                  <a:pt x="599737" y="834480"/>
                </a:lnTo>
                <a:lnTo>
                  <a:pt x="546011" y="852717"/>
                </a:lnTo>
                <a:lnTo>
                  <a:pt x="490364" y="863786"/>
                </a:lnTo>
                <a:lnTo>
                  <a:pt x="433748" y="867497"/>
                </a:lnTo>
                <a:lnTo>
                  <a:pt x="377133" y="863786"/>
                </a:lnTo>
                <a:lnTo>
                  <a:pt x="321486" y="852717"/>
                </a:lnTo>
                <a:lnTo>
                  <a:pt x="267760" y="834480"/>
                </a:lnTo>
                <a:lnTo>
                  <a:pt x="216874" y="809385"/>
                </a:lnTo>
                <a:lnTo>
                  <a:pt x="169699" y="777864"/>
                </a:lnTo>
                <a:lnTo>
                  <a:pt x="127042" y="740455"/>
                </a:lnTo>
                <a:lnTo>
                  <a:pt x="89633" y="697798"/>
                </a:lnTo>
                <a:lnTo>
                  <a:pt x="58111" y="650622"/>
                </a:lnTo>
                <a:lnTo>
                  <a:pt x="33017" y="599737"/>
                </a:lnTo>
                <a:lnTo>
                  <a:pt x="14780" y="546011"/>
                </a:lnTo>
                <a:lnTo>
                  <a:pt x="3711" y="490364"/>
                </a:lnTo>
                <a:lnTo>
                  <a:pt x="0" y="433748"/>
                </a:lnTo>
                <a:lnTo>
                  <a:pt x="3711" y="377133"/>
                </a:lnTo>
                <a:lnTo>
                  <a:pt x="14780" y="321486"/>
                </a:lnTo>
                <a:lnTo>
                  <a:pt x="33017" y="267760"/>
                </a:lnTo>
                <a:lnTo>
                  <a:pt x="58111" y="216874"/>
                </a:lnTo>
                <a:lnTo>
                  <a:pt x="89633" y="169699"/>
                </a:lnTo>
                <a:lnTo>
                  <a:pt x="127042" y="127042"/>
                </a:lnTo>
                <a:lnTo>
                  <a:pt x="169699" y="89633"/>
                </a:lnTo>
                <a:lnTo>
                  <a:pt x="216874" y="58111"/>
                </a:lnTo>
                <a:lnTo>
                  <a:pt x="267760" y="33017"/>
                </a:lnTo>
                <a:lnTo>
                  <a:pt x="321486" y="14780"/>
                </a:lnTo>
                <a:lnTo>
                  <a:pt x="377133" y="3711"/>
                </a:lnTo>
                <a:lnTo>
                  <a:pt x="433748" y="0"/>
                </a:lnTo>
                <a:lnTo>
                  <a:pt x="490364" y="3711"/>
                </a:lnTo>
                <a:lnTo>
                  <a:pt x="546011" y="14780"/>
                </a:lnTo>
                <a:lnTo>
                  <a:pt x="599737" y="33017"/>
                </a:lnTo>
                <a:lnTo>
                  <a:pt x="650622" y="58111"/>
                </a:lnTo>
                <a:lnTo>
                  <a:pt x="697798" y="89633"/>
                </a:lnTo>
                <a:lnTo>
                  <a:pt x="740455" y="127042"/>
                </a:lnTo>
                <a:lnTo>
                  <a:pt x="777864" y="169699"/>
                </a:lnTo>
                <a:lnTo>
                  <a:pt x="809385" y="216874"/>
                </a:lnTo>
                <a:lnTo>
                  <a:pt x="834480" y="267760"/>
                </a:lnTo>
                <a:lnTo>
                  <a:pt x="852717" y="321486"/>
                </a:lnTo>
                <a:lnTo>
                  <a:pt x="863786" y="377133"/>
                </a:lnTo>
                <a:close/>
              </a:path>
            </a:pathLst>
          </a:custGeom>
          <a:solidFill>
            <a:srgbClr val="606060"/>
          </a:solidFill>
          <a:ln/>
        </p:spPr>
      </p:sp>
      <p:sp>
        <p:nvSpPr>
          <p:cNvPr id="67" name="Shape 65"/>
          <p:cNvSpPr/>
          <p:nvPr/>
        </p:nvSpPr>
        <p:spPr>
          <a:xfrm>
            <a:off x="775567" y="2510508"/>
            <a:ext cx="821185" cy="821185"/>
          </a:xfrm>
          <a:custGeom>
            <a:avLst/>
            <a:gdLst/>
            <a:ahLst/>
            <a:cxnLst/>
            <a:rect l="l" t="t" r="r" b="b"/>
            <a:pathLst>
              <a:path w="821185" h="821185">
                <a:moveTo>
                  <a:pt x="821185" y="410592"/>
                </a:moveTo>
                <a:lnTo>
                  <a:pt x="817672" y="464186"/>
                </a:lnTo>
                <a:lnTo>
                  <a:pt x="807194" y="516862"/>
                </a:lnTo>
                <a:lnTo>
                  <a:pt x="789930" y="567719"/>
                </a:lnTo>
                <a:lnTo>
                  <a:pt x="766176" y="615889"/>
                </a:lnTo>
                <a:lnTo>
                  <a:pt x="736337" y="660545"/>
                </a:lnTo>
                <a:lnTo>
                  <a:pt x="700925" y="700925"/>
                </a:lnTo>
                <a:lnTo>
                  <a:pt x="660545" y="736337"/>
                </a:lnTo>
                <a:lnTo>
                  <a:pt x="615889" y="766176"/>
                </a:lnTo>
                <a:lnTo>
                  <a:pt x="567719" y="789930"/>
                </a:lnTo>
                <a:lnTo>
                  <a:pt x="516862" y="807194"/>
                </a:lnTo>
                <a:lnTo>
                  <a:pt x="464186" y="817672"/>
                </a:lnTo>
                <a:lnTo>
                  <a:pt x="410592" y="821185"/>
                </a:lnTo>
                <a:lnTo>
                  <a:pt x="356999" y="817672"/>
                </a:lnTo>
                <a:lnTo>
                  <a:pt x="304323" y="807194"/>
                </a:lnTo>
                <a:lnTo>
                  <a:pt x="253466" y="789930"/>
                </a:lnTo>
                <a:lnTo>
                  <a:pt x="205296" y="766176"/>
                </a:lnTo>
                <a:lnTo>
                  <a:pt x="160640" y="736337"/>
                </a:lnTo>
                <a:lnTo>
                  <a:pt x="120260" y="700925"/>
                </a:lnTo>
                <a:lnTo>
                  <a:pt x="84848" y="660545"/>
                </a:lnTo>
                <a:lnTo>
                  <a:pt x="55009" y="615889"/>
                </a:lnTo>
                <a:lnTo>
                  <a:pt x="31254" y="567719"/>
                </a:lnTo>
                <a:lnTo>
                  <a:pt x="13991" y="516862"/>
                </a:lnTo>
                <a:lnTo>
                  <a:pt x="3513" y="464186"/>
                </a:lnTo>
                <a:lnTo>
                  <a:pt x="0" y="410592"/>
                </a:lnTo>
                <a:lnTo>
                  <a:pt x="3513" y="356999"/>
                </a:lnTo>
                <a:lnTo>
                  <a:pt x="13991" y="304323"/>
                </a:lnTo>
                <a:lnTo>
                  <a:pt x="31254" y="253466"/>
                </a:lnTo>
                <a:lnTo>
                  <a:pt x="55009" y="205296"/>
                </a:lnTo>
                <a:lnTo>
                  <a:pt x="84848" y="160640"/>
                </a:lnTo>
                <a:lnTo>
                  <a:pt x="120260" y="120260"/>
                </a:lnTo>
                <a:lnTo>
                  <a:pt x="160640" y="84848"/>
                </a:lnTo>
                <a:lnTo>
                  <a:pt x="205296" y="55009"/>
                </a:lnTo>
                <a:lnTo>
                  <a:pt x="253466" y="31254"/>
                </a:lnTo>
                <a:lnTo>
                  <a:pt x="304323" y="13991"/>
                </a:lnTo>
                <a:lnTo>
                  <a:pt x="356999" y="3513"/>
                </a:lnTo>
                <a:lnTo>
                  <a:pt x="410592" y="0"/>
                </a:lnTo>
                <a:lnTo>
                  <a:pt x="464186" y="3513"/>
                </a:lnTo>
                <a:lnTo>
                  <a:pt x="516862" y="13991"/>
                </a:lnTo>
                <a:lnTo>
                  <a:pt x="567719" y="31254"/>
                </a:lnTo>
                <a:lnTo>
                  <a:pt x="615889" y="55009"/>
                </a:lnTo>
                <a:lnTo>
                  <a:pt x="660545" y="84848"/>
                </a:lnTo>
                <a:lnTo>
                  <a:pt x="700925" y="120260"/>
                </a:lnTo>
                <a:lnTo>
                  <a:pt x="736337" y="160640"/>
                </a:lnTo>
                <a:lnTo>
                  <a:pt x="766176" y="205296"/>
                </a:lnTo>
                <a:lnTo>
                  <a:pt x="789930" y="253466"/>
                </a:lnTo>
                <a:lnTo>
                  <a:pt x="807194" y="304323"/>
                </a:lnTo>
                <a:lnTo>
                  <a:pt x="817672" y="356999"/>
                </a:lnTo>
                <a:close/>
              </a:path>
            </a:pathLst>
          </a:custGeom>
          <a:solidFill>
            <a:srgbClr val="666666"/>
          </a:solidFill>
          <a:ln/>
        </p:spPr>
      </p:sp>
      <p:sp>
        <p:nvSpPr>
          <p:cNvPr id="68" name="Shape 66"/>
          <p:cNvSpPr/>
          <p:nvPr/>
        </p:nvSpPr>
        <p:spPr>
          <a:xfrm>
            <a:off x="792793" y="2526310"/>
            <a:ext cx="774873" cy="774873"/>
          </a:xfrm>
          <a:custGeom>
            <a:avLst/>
            <a:gdLst/>
            <a:ahLst/>
            <a:cxnLst/>
            <a:rect l="l" t="t" r="r" b="b"/>
            <a:pathLst>
              <a:path w="774873" h="774873">
                <a:moveTo>
                  <a:pt x="774873" y="387437"/>
                </a:moveTo>
                <a:lnTo>
                  <a:pt x="771559" y="438007"/>
                </a:lnTo>
                <a:lnTo>
                  <a:pt x="761672" y="487713"/>
                </a:lnTo>
                <a:lnTo>
                  <a:pt x="745381" y="535702"/>
                </a:lnTo>
                <a:lnTo>
                  <a:pt x="722967" y="581155"/>
                </a:lnTo>
                <a:lnTo>
                  <a:pt x="694811" y="623293"/>
                </a:lnTo>
                <a:lnTo>
                  <a:pt x="661396" y="661396"/>
                </a:lnTo>
                <a:lnTo>
                  <a:pt x="623293" y="694811"/>
                </a:lnTo>
                <a:lnTo>
                  <a:pt x="581155" y="722967"/>
                </a:lnTo>
                <a:lnTo>
                  <a:pt x="535702" y="745381"/>
                </a:lnTo>
                <a:lnTo>
                  <a:pt x="487713" y="761672"/>
                </a:lnTo>
                <a:lnTo>
                  <a:pt x="438007" y="771559"/>
                </a:lnTo>
                <a:lnTo>
                  <a:pt x="387437" y="774873"/>
                </a:lnTo>
                <a:lnTo>
                  <a:pt x="336866" y="771559"/>
                </a:lnTo>
                <a:lnTo>
                  <a:pt x="287161" y="761672"/>
                </a:lnTo>
                <a:lnTo>
                  <a:pt x="239171" y="745381"/>
                </a:lnTo>
                <a:lnTo>
                  <a:pt x="193718" y="722967"/>
                </a:lnTo>
                <a:lnTo>
                  <a:pt x="151580" y="694811"/>
                </a:lnTo>
                <a:lnTo>
                  <a:pt x="113478" y="661396"/>
                </a:lnTo>
                <a:lnTo>
                  <a:pt x="80062" y="623293"/>
                </a:lnTo>
                <a:lnTo>
                  <a:pt x="51907" y="581155"/>
                </a:lnTo>
                <a:lnTo>
                  <a:pt x="29492" y="535702"/>
                </a:lnTo>
                <a:lnTo>
                  <a:pt x="13202" y="487713"/>
                </a:lnTo>
                <a:lnTo>
                  <a:pt x="3315" y="438007"/>
                </a:lnTo>
                <a:lnTo>
                  <a:pt x="0" y="387437"/>
                </a:lnTo>
                <a:lnTo>
                  <a:pt x="3315" y="336866"/>
                </a:lnTo>
                <a:lnTo>
                  <a:pt x="13202" y="287161"/>
                </a:lnTo>
                <a:lnTo>
                  <a:pt x="29492" y="239171"/>
                </a:lnTo>
                <a:lnTo>
                  <a:pt x="51907" y="193718"/>
                </a:lnTo>
                <a:lnTo>
                  <a:pt x="80062" y="151580"/>
                </a:lnTo>
                <a:lnTo>
                  <a:pt x="113478" y="113478"/>
                </a:lnTo>
                <a:lnTo>
                  <a:pt x="151580" y="80062"/>
                </a:lnTo>
                <a:lnTo>
                  <a:pt x="193718" y="51907"/>
                </a:lnTo>
                <a:lnTo>
                  <a:pt x="239171" y="29492"/>
                </a:lnTo>
                <a:lnTo>
                  <a:pt x="287161" y="13202"/>
                </a:lnTo>
                <a:lnTo>
                  <a:pt x="336866" y="3315"/>
                </a:lnTo>
                <a:lnTo>
                  <a:pt x="387437" y="0"/>
                </a:lnTo>
                <a:lnTo>
                  <a:pt x="438007" y="3315"/>
                </a:lnTo>
                <a:lnTo>
                  <a:pt x="487713" y="13202"/>
                </a:lnTo>
                <a:lnTo>
                  <a:pt x="535702" y="29492"/>
                </a:lnTo>
                <a:lnTo>
                  <a:pt x="581155" y="51907"/>
                </a:lnTo>
                <a:lnTo>
                  <a:pt x="623293" y="80062"/>
                </a:lnTo>
                <a:lnTo>
                  <a:pt x="661396" y="113478"/>
                </a:lnTo>
                <a:lnTo>
                  <a:pt x="694811" y="151580"/>
                </a:lnTo>
                <a:lnTo>
                  <a:pt x="722967" y="193718"/>
                </a:lnTo>
                <a:lnTo>
                  <a:pt x="745381" y="239171"/>
                </a:lnTo>
                <a:lnTo>
                  <a:pt x="761672" y="287161"/>
                </a:lnTo>
                <a:lnTo>
                  <a:pt x="771559" y="336866"/>
                </a:lnTo>
                <a:close/>
              </a:path>
            </a:pathLst>
          </a:custGeom>
          <a:solidFill>
            <a:srgbClr val="6D6D6D"/>
          </a:solidFill>
          <a:ln/>
        </p:spPr>
      </p:sp>
      <p:sp>
        <p:nvSpPr>
          <p:cNvPr id="69" name="Shape 67"/>
          <p:cNvSpPr/>
          <p:nvPr/>
        </p:nvSpPr>
        <p:spPr>
          <a:xfrm>
            <a:off x="810019" y="2542112"/>
            <a:ext cx="728562" cy="728562"/>
          </a:xfrm>
          <a:custGeom>
            <a:avLst/>
            <a:gdLst/>
            <a:ahLst/>
            <a:cxnLst/>
            <a:rect l="l" t="t" r="r" b="b"/>
            <a:pathLst>
              <a:path w="728562" h="728562">
                <a:moveTo>
                  <a:pt x="728562" y="364281"/>
                </a:moveTo>
                <a:lnTo>
                  <a:pt x="725445" y="411829"/>
                </a:lnTo>
                <a:lnTo>
                  <a:pt x="716149" y="458564"/>
                </a:lnTo>
                <a:lnTo>
                  <a:pt x="700832" y="503685"/>
                </a:lnTo>
                <a:lnTo>
                  <a:pt x="679757" y="546421"/>
                </a:lnTo>
                <a:lnTo>
                  <a:pt x="653284" y="586041"/>
                </a:lnTo>
                <a:lnTo>
                  <a:pt x="621866" y="621866"/>
                </a:lnTo>
                <a:lnTo>
                  <a:pt x="586041" y="653284"/>
                </a:lnTo>
                <a:lnTo>
                  <a:pt x="546421" y="679757"/>
                </a:lnTo>
                <a:lnTo>
                  <a:pt x="503685" y="700832"/>
                </a:lnTo>
                <a:lnTo>
                  <a:pt x="458564" y="716149"/>
                </a:lnTo>
                <a:lnTo>
                  <a:pt x="411829" y="725445"/>
                </a:lnTo>
                <a:lnTo>
                  <a:pt x="364281" y="728562"/>
                </a:lnTo>
                <a:lnTo>
                  <a:pt x="316733" y="725445"/>
                </a:lnTo>
                <a:lnTo>
                  <a:pt x="269998" y="716149"/>
                </a:lnTo>
                <a:lnTo>
                  <a:pt x="224877" y="700832"/>
                </a:lnTo>
                <a:lnTo>
                  <a:pt x="182140" y="679757"/>
                </a:lnTo>
                <a:lnTo>
                  <a:pt x="142521" y="653284"/>
                </a:lnTo>
                <a:lnTo>
                  <a:pt x="106695" y="621866"/>
                </a:lnTo>
                <a:lnTo>
                  <a:pt x="75277" y="586041"/>
                </a:lnTo>
                <a:lnTo>
                  <a:pt x="48804" y="546421"/>
                </a:lnTo>
                <a:lnTo>
                  <a:pt x="27729" y="503685"/>
                </a:lnTo>
                <a:lnTo>
                  <a:pt x="12413" y="458564"/>
                </a:lnTo>
                <a:lnTo>
                  <a:pt x="3116" y="411829"/>
                </a:lnTo>
                <a:lnTo>
                  <a:pt x="0" y="364281"/>
                </a:lnTo>
                <a:lnTo>
                  <a:pt x="3116" y="316733"/>
                </a:lnTo>
                <a:lnTo>
                  <a:pt x="12413" y="269998"/>
                </a:lnTo>
                <a:lnTo>
                  <a:pt x="27729" y="224877"/>
                </a:lnTo>
                <a:lnTo>
                  <a:pt x="48804" y="182140"/>
                </a:lnTo>
                <a:lnTo>
                  <a:pt x="75277" y="142521"/>
                </a:lnTo>
                <a:lnTo>
                  <a:pt x="106695" y="106695"/>
                </a:lnTo>
                <a:lnTo>
                  <a:pt x="142521" y="75277"/>
                </a:lnTo>
                <a:lnTo>
                  <a:pt x="182140" y="48804"/>
                </a:lnTo>
                <a:lnTo>
                  <a:pt x="224877" y="27729"/>
                </a:lnTo>
                <a:lnTo>
                  <a:pt x="269998" y="12413"/>
                </a:lnTo>
                <a:lnTo>
                  <a:pt x="316733" y="3116"/>
                </a:lnTo>
                <a:lnTo>
                  <a:pt x="364281" y="0"/>
                </a:lnTo>
                <a:lnTo>
                  <a:pt x="411829" y="3116"/>
                </a:lnTo>
                <a:lnTo>
                  <a:pt x="458564" y="12413"/>
                </a:lnTo>
                <a:lnTo>
                  <a:pt x="503685" y="27729"/>
                </a:lnTo>
                <a:lnTo>
                  <a:pt x="546421" y="48804"/>
                </a:lnTo>
                <a:lnTo>
                  <a:pt x="586041" y="75277"/>
                </a:lnTo>
                <a:lnTo>
                  <a:pt x="621866" y="106695"/>
                </a:lnTo>
                <a:lnTo>
                  <a:pt x="653284" y="142521"/>
                </a:lnTo>
                <a:lnTo>
                  <a:pt x="679757" y="182140"/>
                </a:lnTo>
                <a:lnTo>
                  <a:pt x="700832" y="224877"/>
                </a:lnTo>
                <a:lnTo>
                  <a:pt x="716149" y="269998"/>
                </a:lnTo>
                <a:lnTo>
                  <a:pt x="725445" y="316733"/>
                </a:lnTo>
                <a:close/>
              </a:path>
            </a:pathLst>
          </a:custGeom>
          <a:solidFill>
            <a:srgbClr val="747474"/>
          </a:solidFill>
          <a:ln/>
        </p:spPr>
      </p:sp>
      <p:sp>
        <p:nvSpPr>
          <p:cNvPr id="70" name="Shape 68"/>
          <p:cNvSpPr/>
          <p:nvPr/>
        </p:nvSpPr>
        <p:spPr>
          <a:xfrm>
            <a:off x="827244" y="2557915"/>
            <a:ext cx="682250" cy="682250"/>
          </a:xfrm>
          <a:custGeom>
            <a:avLst/>
            <a:gdLst/>
            <a:ahLst/>
            <a:cxnLst/>
            <a:rect l="l" t="t" r="r" b="b"/>
            <a:pathLst>
              <a:path w="682250" h="682250">
                <a:moveTo>
                  <a:pt x="682250" y="341125"/>
                </a:moveTo>
                <a:lnTo>
                  <a:pt x="679332" y="385651"/>
                </a:lnTo>
                <a:lnTo>
                  <a:pt x="670626" y="429415"/>
                </a:lnTo>
                <a:lnTo>
                  <a:pt x="656283" y="471668"/>
                </a:lnTo>
                <a:lnTo>
                  <a:pt x="636548" y="511687"/>
                </a:lnTo>
                <a:lnTo>
                  <a:pt x="611758" y="548789"/>
                </a:lnTo>
                <a:lnTo>
                  <a:pt x="582337" y="582337"/>
                </a:lnTo>
                <a:lnTo>
                  <a:pt x="548789" y="611758"/>
                </a:lnTo>
                <a:lnTo>
                  <a:pt x="511687" y="636548"/>
                </a:lnTo>
                <a:lnTo>
                  <a:pt x="471668" y="656283"/>
                </a:lnTo>
                <a:lnTo>
                  <a:pt x="429415" y="670626"/>
                </a:lnTo>
                <a:lnTo>
                  <a:pt x="385651" y="679332"/>
                </a:lnTo>
                <a:lnTo>
                  <a:pt x="341125" y="682250"/>
                </a:lnTo>
                <a:lnTo>
                  <a:pt x="296599" y="679332"/>
                </a:lnTo>
                <a:lnTo>
                  <a:pt x="252835" y="670626"/>
                </a:lnTo>
                <a:lnTo>
                  <a:pt x="210582" y="656283"/>
                </a:lnTo>
                <a:lnTo>
                  <a:pt x="170562" y="636548"/>
                </a:lnTo>
                <a:lnTo>
                  <a:pt x="133461" y="611758"/>
                </a:lnTo>
                <a:lnTo>
                  <a:pt x="99913" y="582337"/>
                </a:lnTo>
                <a:lnTo>
                  <a:pt x="70492" y="548789"/>
                </a:lnTo>
                <a:lnTo>
                  <a:pt x="45702" y="511687"/>
                </a:lnTo>
                <a:lnTo>
                  <a:pt x="25967" y="471668"/>
                </a:lnTo>
                <a:lnTo>
                  <a:pt x="11624" y="429415"/>
                </a:lnTo>
                <a:lnTo>
                  <a:pt x="2918" y="385651"/>
                </a:lnTo>
                <a:lnTo>
                  <a:pt x="0" y="341125"/>
                </a:lnTo>
                <a:lnTo>
                  <a:pt x="2918" y="296599"/>
                </a:lnTo>
                <a:lnTo>
                  <a:pt x="11624" y="252835"/>
                </a:lnTo>
                <a:lnTo>
                  <a:pt x="25967" y="210582"/>
                </a:lnTo>
                <a:lnTo>
                  <a:pt x="45702" y="170562"/>
                </a:lnTo>
                <a:lnTo>
                  <a:pt x="70492" y="133461"/>
                </a:lnTo>
                <a:lnTo>
                  <a:pt x="99913" y="99913"/>
                </a:lnTo>
                <a:lnTo>
                  <a:pt x="133461" y="70492"/>
                </a:lnTo>
                <a:lnTo>
                  <a:pt x="170562" y="45702"/>
                </a:lnTo>
                <a:lnTo>
                  <a:pt x="210582" y="25967"/>
                </a:lnTo>
                <a:lnTo>
                  <a:pt x="252835" y="11624"/>
                </a:lnTo>
                <a:lnTo>
                  <a:pt x="296599" y="2918"/>
                </a:lnTo>
                <a:lnTo>
                  <a:pt x="341125" y="0"/>
                </a:lnTo>
                <a:lnTo>
                  <a:pt x="385651" y="2918"/>
                </a:lnTo>
                <a:lnTo>
                  <a:pt x="429415" y="11624"/>
                </a:lnTo>
                <a:lnTo>
                  <a:pt x="471668" y="25967"/>
                </a:lnTo>
                <a:lnTo>
                  <a:pt x="511687" y="45702"/>
                </a:lnTo>
                <a:lnTo>
                  <a:pt x="548789" y="70492"/>
                </a:lnTo>
                <a:lnTo>
                  <a:pt x="582337" y="99913"/>
                </a:lnTo>
                <a:lnTo>
                  <a:pt x="611758" y="133461"/>
                </a:lnTo>
                <a:lnTo>
                  <a:pt x="636548" y="170562"/>
                </a:lnTo>
                <a:lnTo>
                  <a:pt x="656283" y="210582"/>
                </a:lnTo>
                <a:lnTo>
                  <a:pt x="670626" y="252835"/>
                </a:lnTo>
                <a:lnTo>
                  <a:pt x="679332" y="296599"/>
                </a:lnTo>
                <a:close/>
              </a:path>
            </a:pathLst>
          </a:custGeom>
          <a:solidFill>
            <a:srgbClr val="7A7A7A"/>
          </a:solidFill>
          <a:ln/>
        </p:spPr>
      </p:sp>
      <p:sp>
        <p:nvSpPr>
          <p:cNvPr id="71" name="Shape 69"/>
          <p:cNvSpPr/>
          <p:nvPr/>
        </p:nvSpPr>
        <p:spPr>
          <a:xfrm>
            <a:off x="844470" y="2573717"/>
            <a:ext cx="635938" cy="635938"/>
          </a:xfrm>
          <a:custGeom>
            <a:avLst/>
            <a:gdLst/>
            <a:ahLst/>
            <a:cxnLst/>
            <a:rect l="l" t="t" r="r" b="b"/>
            <a:pathLst>
              <a:path w="635938" h="635938">
                <a:moveTo>
                  <a:pt x="635938" y="317969"/>
                </a:moveTo>
                <a:lnTo>
                  <a:pt x="633218" y="359472"/>
                </a:lnTo>
                <a:lnTo>
                  <a:pt x="625104" y="400266"/>
                </a:lnTo>
                <a:lnTo>
                  <a:pt x="611734" y="439651"/>
                </a:lnTo>
                <a:lnTo>
                  <a:pt x="593339" y="476954"/>
                </a:lnTo>
                <a:lnTo>
                  <a:pt x="570231" y="511537"/>
                </a:lnTo>
                <a:lnTo>
                  <a:pt x="542807" y="542807"/>
                </a:lnTo>
                <a:lnTo>
                  <a:pt x="511537" y="570231"/>
                </a:lnTo>
                <a:lnTo>
                  <a:pt x="476954" y="593339"/>
                </a:lnTo>
                <a:lnTo>
                  <a:pt x="439651" y="611734"/>
                </a:lnTo>
                <a:lnTo>
                  <a:pt x="400266" y="625104"/>
                </a:lnTo>
                <a:lnTo>
                  <a:pt x="359472" y="633218"/>
                </a:lnTo>
                <a:lnTo>
                  <a:pt x="317969" y="635938"/>
                </a:lnTo>
                <a:lnTo>
                  <a:pt x="276466" y="633218"/>
                </a:lnTo>
                <a:lnTo>
                  <a:pt x="235673" y="625104"/>
                </a:lnTo>
                <a:lnTo>
                  <a:pt x="196288" y="611734"/>
                </a:lnTo>
                <a:lnTo>
                  <a:pt x="158985" y="593339"/>
                </a:lnTo>
                <a:lnTo>
                  <a:pt x="124402" y="570231"/>
                </a:lnTo>
                <a:lnTo>
                  <a:pt x="93131" y="542807"/>
                </a:lnTo>
                <a:lnTo>
                  <a:pt x="65707" y="511537"/>
                </a:lnTo>
                <a:lnTo>
                  <a:pt x="42600" y="476954"/>
                </a:lnTo>
                <a:lnTo>
                  <a:pt x="24204" y="439651"/>
                </a:lnTo>
                <a:lnTo>
                  <a:pt x="10835" y="400266"/>
                </a:lnTo>
                <a:lnTo>
                  <a:pt x="2720" y="359472"/>
                </a:lnTo>
                <a:lnTo>
                  <a:pt x="0" y="317969"/>
                </a:lnTo>
                <a:lnTo>
                  <a:pt x="2720" y="276466"/>
                </a:lnTo>
                <a:lnTo>
                  <a:pt x="10835" y="235673"/>
                </a:lnTo>
                <a:lnTo>
                  <a:pt x="24204" y="196288"/>
                </a:lnTo>
                <a:lnTo>
                  <a:pt x="42600" y="158985"/>
                </a:lnTo>
                <a:lnTo>
                  <a:pt x="65707" y="124402"/>
                </a:lnTo>
                <a:lnTo>
                  <a:pt x="93131" y="93131"/>
                </a:lnTo>
                <a:lnTo>
                  <a:pt x="124402" y="65707"/>
                </a:lnTo>
                <a:lnTo>
                  <a:pt x="158985" y="42600"/>
                </a:lnTo>
                <a:lnTo>
                  <a:pt x="196288" y="24204"/>
                </a:lnTo>
                <a:lnTo>
                  <a:pt x="235673" y="10835"/>
                </a:lnTo>
                <a:lnTo>
                  <a:pt x="276466" y="2720"/>
                </a:lnTo>
                <a:lnTo>
                  <a:pt x="317969" y="0"/>
                </a:lnTo>
                <a:lnTo>
                  <a:pt x="359472" y="2720"/>
                </a:lnTo>
                <a:lnTo>
                  <a:pt x="400266" y="10835"/>
                </a:lnTo>
                <a:lnTo>
                  <a:pt x="439651" y="24204"/>
                </a:lnTo>
                <a:lnTo>
                  <a:pt x="476954" y="42600"/>
                </a:lnTo>
                <a:lnTo>
                  <a:pt x="511537" y="65707"/>
                </a:lnTo>
                <a:lnTo>
                  <a:pt x="542807" y="93131"/>
                </a:lnTo>
                <a:lnTo>
                  <a:pt x="570231" y="124402"/>
                </a:lnTo>
                <a:lnTo>
                  <a:pt x="593339" y="158985"/>
                </a:lnTo>
                <a:lnTo>
                  <a:pt x="611734" y="196288"/>
                </a:lnTo>
                <a:lnTo>
                  <a:pt x="625104" y="235673"/>
                </a:lnTo>
                <a:lnTo>
                  <a:pt x="633218" y="276466"/>
                </a:lnTo>
                <a:close/>
              </a:path>
            </a:pathLst>
          </a:custGeom>
          <a:solidFill>
            <a:srgbClr val="818181"/>
          </a:solidFill>
          <a:ln/>
        </p:spPr>
      </p:sp>
      <p:sp>
        <p:nvSpPr>
          <p:cNvPr id="72" name="Shape 70"/>
          <p:cNvSpPr/>
          <p:nvPr/>
        </p:nvSpPr>
        <p:spPr>
          <a:xfrm>
            <a:off x="861696" y="2589520"/>
            <a:ext cx="589627" cy="589627"/>
          </a:xfrm>
          <a:custGeom>
            <a:avLst/>
            <a:gdLst/>
            <a:ahLst/>
            <a:cxnLst/>
            <a:rect l="l" t="t" r="r" b="b"/>
            <a:pathLst>
              <a:path w="589627" h="589627">
                <a:moveTo>
                  <a:pt x="589627" y="294813"/>
                </a:moveTo>
                <a:lnTo>
                  <a:pt x="587104" y="333294"/>
                </a:lnTo>
                <a:lnTo>
                  <a:pt x="579581" y="371117"/>
                </a:lnTo>
                <a:lnTo>
                  <a:pt x="567185" y="407633"/>
                </a:lnTo>
                <a:lnTo>
                  <a:pt x="550129" y="442220"/>
                </a:lnTo>
                <a:lnTo>
                  <a:pt x="528704" y="474284"/>
                </a:lnTo>
                <a:lnTo>
                  <a:pt x="503278" y="503278"/>
                </a:lnTo>
                <a:lnTo>
                  <a:pt x="474284" y="528704"/>
                </a:lnTo>
                <a:lnTo>
                  <a:pt x="442220" y="550129"/>
                </a:lnTo>
                <a:lnTo>
                  <a:pt x="407633" y="567185"/>
                </a:lnTo>
                <a:lnTo>
                  <a:pt x="371117" y="579581"/>
                </a:lnTo>
                <a:lnTo>
                  <a:pt x="333294" y="587104"/>
                </a:lnTo>
                <a:lnTo>
                  <a:pt x="294813" y="589627"/>
                </a:lnTo>
                <a:lnTo>
                  <a:pt x="256332" y="587104"/>
                </a:lnTo>
                <a:lnTo>
                  <a:pt x="218510" y="579581"/>
                </a:lnTo>
                <a:lnTo>
                  <a:pt x="181993" y="567185"/>
                </a:lnTo>
                <a:lnTo>
                  <a:pt x="147407" y="550129"/>
                </a:lnTo>
                <a:lnTo>
                  <a:pt x="115342" y="528704"/>
                </a:lnTo>
                <a:lnTo>
                  <a:pt x="86349" y="503278"/>
                </a:lnTo>
                <a:lnTo>
                  <a:pt x="60922" y="474284"/>
                </a:lnTo>
                <a:lnTo>
                  <a:pt x="39497" y="442220"/>
                </a:lnTo>
                <a:lnTo>
                  <a:pt x="22441" y="407633"/>
                </a:lnTo>
                <a:lnTo>
                  <a:pt x="10046" y="371117"/>
                </a:lnTo>
                <a:lnTo>
                  <a:pt x="2522" y="333294"/>
                </a:lnTo>
                <a:lnTo>
                  <a:pt x="0" y="294813"/>
                </a:lnTo>
                <a:lnTo>
                  <a:pt x="2522" y="256332"/>
                </a:lnTo>
                <a:lnTo>
                  <a:pt x="10046" y="218510"/>
                </a:lnTo>
                <a:lnTo>
                  <a:pt x="22441" y="181993"/>
                </a:lnTo>
                <a:lnTo>
                  <a:pt x="39497" y="147407"/>
                </a:lnTo>
                <a:lnTo>
                  <a:pt x="60922" y="115342"/>
                </a:lnTo>
                <a:lnTo>
                  <a:pt x="86349" y="86349"/>
                </a:lnTo>
                <a:lnTo>
                  <a:pt x="115342" y="60922"/>
                </a:lnTo>
                <a:lnTo>
                  <a:pt x="147407" y="39497"/>
                </a:lnTo>
                <a:lnTo>
                  <a:pt x="181993" y="22441"/>
                </a:lnTo>
                <a:lnTo>
                  <a:pt x="218510" y="10046"/>
                </a:lnTo>
                <a:lnTo>
                  <a:pt x="256332" y="2522"/>
                </a:lnTo>
                <a:lnTo>
                  <a:pt x="294813" y="0"/>
                </a:lnTo>
                <a:lnTo>
                  <a:pt x="333294" y="2522"/>
                </a:lnTo>
                <a:lnTo>
                  <a:pt x="371117" y="10046"/>
                </a:lnTo>
                <a:lnTo>
                  <a:pt x="407633" y="22441"/>
                </a:lnTo>
                <a:lnTo>
                  <a:pt x="442220" y="39497"/>
                </a:lnTo>
                <a:lnTo>
                  <a:pt x="474284" y="60922"/>
                </a:lnTo>
                <a:lnTo>
                  <a:pt x="503278" y="86349"/>
                </a:lnTo>
                <a:lnTo>
                  <a:pt x="528704" y="115342"/>
                </a:lnTo>
                <a:lnTo>
                  <a:pt x="550129" y="147407"/>
                </a:lnTo>
                <a:lnTo>
                  <a:pt x="567185" y="181993"/>
                </a:lnTo>
                <a:lnTo>
                  <a:pt x="579581" y="218510"/>
                </a:lnTo>
                <a:lnTo>
                  <a:pt x="587104" y="256332"/>
                </a:lnTo>
                <a:close/>
              </a:path>
            </a:pathLst>
          </a:custGeom>
          <a:solidFill>
            <a:srgbClr val="878787"/>
          </a:solidFill>
          <a:ln/>
        </p:spPr>
      </p:sp>
      <p:sp>
        <p:nvSpPr>
          <p:cNvPr id="73" name="Shape 71"/>
          <p:cNvSpPr/>
          <p:nvPr/>
        </p:nvSpPr>
        <p:spPr>
          <a:xfrm>
            <a:off x="878921" y="2605322"/>
            <a:ext cx="543315" cy="543315"/>
          </a:xfrm>
          <a:custGeom>
            <a:avLst/>
            <a:gdLst/>
            <a:ahLst/>
            <a:cxnLst/>
            <a:rect l="l" t="t" r="r" b="b"/>
            <a:pathLst>
              <a:path w="543315" h="543315">
                <a:moveTo>
                  <a:pt x="543315" y="271657"/>
                </a:moveTo>
                <a:lnTo>
                  <a:pt x="540991" y="307116"/>
                </a:lnTo>
                <a:lnTo>
                  <a:pt x="534058" y="341968"/>
                </a:lnTo>
                <a:lnTo>
                  <a:pt x="522636" y="375616"/>
                </a:lnTo>
                <a:lnTo>
                  <a:pt x="506920" y="407486"/>
                </a:lnTo>
                <a:lnTo>
                  <a:pt x="487178" y="437032"/>
                </a:lnTo>
                <a:lnTo>
                  <a:pt x="463748" y="463748"/>
                </a:lnTo>
                <a:lnTo>
                  <a:pt x="437032" y="487178"/>
                </a:lnTo>
                <a:lnTo>
                  <a:pt x="407486" y="506920"/>
                </a:lnTo>
                <a:lnTo>
                  <a:pt x="375616" y="522636"/>
                </a:lnTo>
                <a:lnTo>
                  <a:pt x="341968" y="534058"/>
                </a:lnTo>
                <a:lnTo>
                  <a:pt x="307116" y="540991"/>
                </a:lnTo>
                <a:lnTo>
                  <a:pt x="271657" y="543315"/>
                </a:lnTo>
                <a:lnTo>
                  <a:pt x="236199" y="540991"/>
                </a:lnTo>
                <a:lnTo>
                  <a:pt x="201347" y="534058"/>
                </a:lnTo>
                <a:lnTo>
                  <a:pt x="167699" y="522636"/>
                </a:lnTo>
                <a:lnTo>
                  <a:pt x="135829" y="506920"/>
                </a:lnTo>
                <a:lnTo>
                  <a:pt x="106283" y="487178"/>
                </a:lnTo>
                <a:lnTo>
                  <a:pt x="79567" y="463748"/>
                </a:lnTo>
                <a:lnTo>
                  <a:pt x="56137" y="437032"/>
                </a:lnTo>
                <a:lnTo>
                  <a:pt x="36395" y="407486"/>
                </a:lnTo>
                <a:lnTo>
                  <a:pt x="20679" y="375616"/>
                </a:lnTo>
                <a:lnTo>
                  <a:pt x="9257" y="341968"/>
                </a:lnTo>
                <a:lnTo>
                  <a:pt x="2324" y="307116"/>
                </a:lnTo>
                <a:lnTo>
                  <a:pt x="0" y="271657"/>
                </a:lnTo>
                <a:lnTo>
                  <a:pt x="2324" y="236199"/>
                </a:lnTo>
                <a:lnTo>
                  <a:pt x="9257" y="201347"/>
                </a:lnTo>
                <a:lnTo>
                  <a:pt x="20679" y="167699"/>
                </a:lnTo>
                <a:lnTo>
                  <a:pt x="36395" y="135829"/>
                </a:lnTo>
                <a:lnTo>
                  <a:pt x="56137" y="106283"/>
                </a:lnTo>
                <a:lnTo>
                  <a:pt x="79567" y="79567"/>
                </a:lnTo>
                <a:lnTo>
                  <a:pt x="106283" y="56137"/>
                </a:lnTo>
                <a:lnTo>
                  <a:pt x="135829" y="36395"/>
                </a:lnTo>
                <a:lnTo>
                  <a:pt x="167699" y="20679"/>
                </a:lnTo>
                <a:lnTo>
                  <a:pt x="201347" y="9257"/>
                </a:lnTo>
                <a:lnTo>
                  <a:pt x="236199" y="2324"/>
                </a:lnTo>
                <a:lnTo>
                  <a:pt x="271657" y="0"/>
                </a:lnTo>
                <a:lnTo>
                  <a:pt x="307116" y="2324"/>
                </a:lnTo>
                <a:lnTo>
                  <a:pt x="341968" y="9257"/>
                </a:lnTo>
                <a:lnTo>
                  <a:pt x="375616" y="20679"/>
                </a:lnTo>
                <a:lnTo>
                  <a:pt x="407486" y="36395"/>
                </a:lnTo>
                <a:lnTo>
                  <a:pt x="437032" y="56137"/>
                </a:lnTo>
                <a:lnTo>
                  <a:pt x="463748" y="79567"/>
                </a:lnTo>
                <a:lnTo>
                  <a:pt x="487178" y="106283"/>
                </a:lnTo>
                <a:lnTo>
                  <a:pt x="506920" y="135829"/>
                </a:lnTo>
                <a:lnTo>
                  <a:pt x="522636" y="167699"/>
                </a:lnTo>
                <a:lnTo>
                  <a:pt x="534058" y="201347"/>
                </a:lnTo>
                <a:lnTo>
                  <a:pt x="540991" y="236199"/>
                </a:lnTo>
                <a:close/>
              </a:path>
            </a:pathLst>
          </a:custGeom>
          <a:solidFill>
            <a:srgbClr val="8E8E8E"/>
          </a:solidFill>
          <a:ln/>
        </p:spPr>
      </p:sp>
      <p:sp>
        <p:nvSpPr>
          <p:cNvPr id="74" name="Shape 72"/>
          <p:cNvSpPr/>
          <p:nvPr/>
        </p:nvSpPr>
        <p:spPr>
          <a:xfrm>
            <a:off x="896147" y="2621125"/>
            <a:ext cx="497003" cy="497003"/>
          </a:xfrm>
          <a:custGeom>
            <a:avLst/>
            <a:gdLst/>
            <a:ahLst/>
            <a:cxnLst/>
            <a:rect l="l" t="t" r="r" b="b"/>
            <a:pathLst>
              <a:path w="497003" h="497003">
                <a:moveTo>
                  <a:pt x="497003" y="248502"/>
                </a:moveTo>
                <a:lnTo>
                  <a:pt x="494877" y="280938"/>
                </a:lnTo>
                <a:lnTo>
                  <a:pt x="488536" y="312819"/>
                </a:lnTo>
                <a:lnTo>
                  <a:pt x="478087" y="343599"/>
                </a:lnTo>
                <a:lnTo>
                  <a:pt x="463710" y="372752"/>
                </a:lnTo>
                <a:lnTo>
                  <a:pt x="445651" y="399780"/>
                </a:lnTo>
                <a:lnTo>
                  <a:pt x="424219" y="424219"/>
                </a:lnTo>
                <a:lnTo>
                  <a:pt x="399780" y="445651"/>
                </a:lnTo>
                <a:lnTo>
                  <a:pt x="372752" y="463710"/>
                </a:lnTo>
                <a:lnTo>
                  <a:pt x="343599" y="478087"/>
                </a:lnTo>
                <a:lnTo>
                  <a:pt x="312819" y="488536"/>
                </a:lnTo>
                <a:lnTo>
                  <a:pt x="280938" y="494877"/>
                </a:lnTo>
                <a:lnTo>
                  <a:pt x="248502" y="497003"/>
                </a:lnTo>
                <a:lnTo>
                  <a:pt x="216066" y="494877"/>
                </a:lnTo>
                <a:lnTo>
                  <a:pt x="184185" y="488536"/>
                </a:lnTo>
                <a:lnTo>
                  <a:pt x="153404" y="478087"/>
                </a:lnTo>
                <a:lnTo>
                  <a:pt x="124251" y="463710"/>
                </a:lnTo>
                <a:lnTo>
                  <a:pt x="97223" y="445651"/>
                </a:lnTo>
                <a:lnTo>
                  <a:pt x="72784" y="424219"/>
                </a:lnTo>
                <a:lnTo>
                  <a:pt x="51352" y="399780"/>
                </a:lnTo>
                <a:lnTo>
                  <a:pt x="33293" y="372752"/>
                </a:lnTo>
                <a:lnTo>
                  <a:pt x="18916" y="343599"/>
                </a:lnTo>
                <a:lnTo>
                  <a:pt x="8467" y="312819"/>
                </a:lnTo>
                <a:lnTo>
                  <a:pt x="2126" y="280938"/>
                </a:lnTo>
                <a:lnTo>
                  <a:pt x="0" y="248502"/>
                </a:lnTo>
                <a:lnTo>
                  <a:pt x="2126" y="216066"/>
                </a:lnTo>
                <a:lnTo>
                  <a:pt x="8467" y="184185"/>
                </a:lnTo>
                <a:lnTo>
                  <a:pt x="18916" y="153404"/>
                </a:lnTo>
                <a:lnTo>
                  <a:pt x="33293" y="124251"/>
                </a:lnTo>
                <a:lnTo>
                  <a:pt x="51352" y="97223"/>
                </a:lnTo>
                <a:lnTo>
                  <a:pt x="72784" y="72784"/>
                </a:lnTo>
                <a:lnTo>
                  <a:pt x="97223" y="51352"/>
                </a:lnTo>
                <a:lnTo>
                  <a:pt x="124251" y="33293"/>
                </a:lnTo>
                <a:lnTo>
                  <a:pt x="153404" y="18916"/>
                </a:lnTo>
                <a:lnTo>
                  <a:pt x="184185" y="8467"/>
                </a:lnTo>
                <a:lnTo>
                  <a:pt x="216066" y="2126"/>
                </a:lnTo>
                <a:lnTo>
                  <a:pt x="248502" y="0"/>
                </a:lnTo>
                <a:lnTo>
                  <a:pt x="280938" y="2126"/>
                </a:lnTo>
                <a:lnTo>
                  <a:pt x="312819" y="8467"/>
                </a:lnTo>
                <a:lnTo>
                  <a:pt x="343599" y="18916"/>
                </a:lnTo>
                <a:lnTo>
                  <a:pt x="372752" y="33293"/>
                </a:lnTo>
                <a:lnTo>
                  <a:pt x="399780" y="51352"/>
                </a:lnTo>
                <a:lnTo>
                  <a:pt x="424219" y="72784"/>
                </a:lnTo>
                <a:lnTo>
                  <a:pt x="445651" y="97223"/>
                </a:lnTo>
                <a:lnTo>
                  <a:pt x="463710" y="124251"/>
                </a:lnTo>
                <a:lnTo>
                  <a:pt x="478087" y="153404"/>
                </a:lnTo>
                <a:lnTo>
                  <a:pt x="488536" y="184185"/>
                </a:lnTo>
                <a:lnTo>
                  <a:pt x="494877" y="216066"/>
                </a:lnTo>
                <a:close/>
              </a:path>
            </a:pathLst>
          </a:custGeom>
          <a:solidFill>
            <a:srgbClr val="959595"/>
          </a:solidFill>
          <a:ln/>
        </p:spPr>
      </p:sp>
      <p:sp>
        <p:nvSpPr>
          <p:cNvPr id="75" name="Shape 73"/>
          <p:cNvSpPr/>
          <p:nvPr/>
        </p:nvSpPr>
        <p:spPr>
          <a:xfrm>
            <a:off x="913373" y="2636927"/>
            <a:ext cx="450692" cy="450692"/>
          </a:xfrm>
          <a:custGeom>
            <a:avLst/>
            <a:gdLst/>
            <a:ahLst/>
            <a:cxnLst/>
            <a:rect l="l" t="t" r="r" b="b"/>
            <a:pathLst>
              <a:path w="450692" h="450692">
                <a:moveTo>
                  <a:pt x="450692" y="225346"/>
                </a:moveTo>
                <a:lnTo>
                  <a:pt x="448764" y="254759"/>
                </a:lnTo>
                <a:lnTo>
                  <a:pt x="443013" y="283670"/>
                </a:lnTo>
                <a:lnTo>
                  <a:pt x="433538" y="311582"/>
                </a:lnTo>
                <a:lnTo>
                  <a:pt x="420501" y="338019"/>
                </a:lnTo>
                <a:lnTo>
                  <a:pt x="404125" y="362528"/>
                </a:lnTo>
                <a:lnTo>
                  <a:pt x="384689" y="384689"/>
                </a:lnTo>
                <a:lnTo>
                  <a:pt x="362528" y="404125"/>
                </a:lnTo>
                <a:lnTo>
                  <a:pt x="338019" y="420501"/>
                </a:lnTo>
                <a:lnTo>
                  <a:pt x="311582" y="433538"/>
                </a:lnTo>
                <a:lnTo>
                  <a:pt x="283670" y="443013"/>
                </a:lnTo>
                <a:lnTo>
                  <a:pt x="254759" y="448764"/>
                </a:lnTo>
                <a:lnTo>
                  <a:pt x="225346" y="450692"/>
                </a:lnTo>
                <a:lnTo>
                  <a:pt x="195932" y="448764"/>
                </a:lnTo>
                <a:lnTo>
                  <a:pt x="167022" y="443013"/>
                </a:lnTo>
                <a:lnTo>
                  <a:pt x="139110" y="433538"/>
                </a:lnTo>
                <a:lnTo>
                  <a:pt x="112673" y="420501"/>
                </a:lnTo>
                <a:lnTo>
                  <a:pt x="88164" y="404125"/>
                </a:lnTo>
                <a:lnTo>
                  <a:pt x="66002" y="384689"/>
                </a:lnTo>
                <a:lnTo>
                  <a:pt x="46567" y="362528"/>
                </a:lnTo>
                <a:lnTo>
                  <a:pt x="30191" y="338019"/>
                </a:lnTo>
                <a:lnTo>
                  <a:pt x="17153" y="311582"/>
                </a:lnTo>
                <a:lnTo>
                  <a:pt x="7678" y="283670"/>
                </a:lnTo>
                <a:lnTo>
                  <a:pt x="1928" y="254759"/>
                </a:lnTo>
                <a:lnTo>
                  <a:pt x="0" y="225346"/>
                </a:lnTo>
                <a:lnTo>
                  <a:pt x="1928" y="195932"/>
                </a:lnTo>
                <a:lnTo>
                  <a:pt x="7678" y="167022"/>
                </a:lnTo>
                <a:lnTo>
                  <a:pt x="17153" y="139110"/>
                </a:lnTo>
                <a:lnTo>
                  <a:pt x="30191" y="112673"/>
                </a:lnTo>
                <a:lnTo>
                  <a:pt x="46567" y="88164"/>
                </a:lnTo>
                <a:lnTo>
                  <a:pt x="66002" y="66002"/>
                </a:lnTo>
                <a:lnTo>
                  <a:pt x="88164" y="46567"/>
                </a:lnTo>
                <a:lnTo>
                  <a:pt x="112673" y="30191"/>
                </a:lnTo>
                <a:lnTo>
                  <a:pt x="139110" y="17153"/>
                </a:lnTo>
                <a:lnTo>
                  <a:pt x="167022" y="7678"/>
                </a:lnTo>
                <a:lnTo>
                  <a:pt x="195932" y="1928"/>
                </a:lnTo>
                <a:lnTo>
                  <a:pt x="225346" y="0"/>
                </a:lnTo>
                <a:lnTo>
                  <a:pt x="254759" y="1928"/>
                </a:lnTo>
                <a:lnTo>
                  <a:pt x="283670" y="7678"/>
                </a:lnTo>
                <a:lnTo>
                  <a:pt x="311582" y="17153"/>
                </a:lnTo>
                <a:lnTo>
                  <a:pt x="338019" y="30191"/>
                </a:lnTo>
                <a:lnTo>
                  <a:pt x="362528" y="46567"/>
                </a:lnTo>
                <a:lnTo>
                  <a:pt x="384689" y="66002"/>
                </a:lnTo>
                <a:lnTo>
                  <a:pt x="404125" y="88164"/>
                </a:lnTo>
                <a:lnTo>
                  <a:pt x="420501" y="112673"/>
                </a:lnTo>
                <a:lnTo>
                  <a:pt x="433538" y="139110"/>
                </a:lnTo>
                <a:lnTo>
                  <a:pt x="443013" y="167022"/>
                </a:lnTo>
                <a:lnTo>
                  <a:pt x="448764" y="195932"/>
                </a:lnTo>
                <a:close/>
              </a:path>
            </a:pathLst>
          </a:custGeom>
          <a:solidFill>
            <a:srgbClr val="9B9B9B"/>
          </a:solidFill>
          <a:ln/>
        </p:spPr>
      </p:sp>
      <p:sp>
        <p:nvSpPr>
          <p:cNvPr id="76" name="Shape 74"/>
          <p:cNvSpPr/>
          <p:nvPr/>
        </p:nvSpPr>
        <p:spPr>
          <a:xfrm>
            <a:off x="930598" y="2652730"/>
            <a:ext cx="404380" cy="404380"/>
          </a:xfrm>
          <a:custGeom>
            <a:avLst/>
            <a:gdLst/>
            <a:ahLst/>
            <a:cxnLst/>
            <a:rect l="l" t="t" r="r" b="b"/>
            <a:pathLst>
              <a:path w="404380" h="404380">
                <a:moveTo>
                  <a:pt x="404380" y="202190"/>
                </a:moveTo>
                <a:lnTo>
                  <a:pt x="402650" y="228581"/>
                </a:lnTo>
                <a:lnTo>
                  <a:pt x="397490" y="254521"/>
                </a:lnTo>
                <a:lnTo>
                  <a:pt x="388989" y="279565"/>
                </a:lnTo>
                <a:lnTo>
                  <a:pt x="377292" y="303285"/>
                </a:lnTo>
                <a:lnTo>
                  <a:pt x="362598" y="325275"/>
                </a:lnTo>
                <a:lnTo>
                  <a:pt x="345160" y="345160"/>
                </a:lnTo>
                <a:lnTo>
                  <a:pt x="325275" y="362598"/>
                </a:lnTo>
                <a:lnTo>
                  <a:pt x="303285" y="377292"/>
                </a:lnTo>
                <a:lnTo>
                  <a:pt x="279565" y="388989"/>
                </a:lnTo>
                <a:lnTo>
                  <a:pt x="254521" y="397490"/>
                </a:lnTo>
                <a:lnTo>
                  <a:pt x="228581" y="402650"/>
                </a:lnTo>
                <a:lnTo>
                  <a:pt x="202190" y="404380"/>
                </a:lnTo>
                <a:lnTo>
                  <a:pt x="175799" y="402650"/>
                </a:lnTo>
                <a:lnTo>
                  <a:pt x="149859" y="397490"/>
                </a:lnTo>
                <a:lnTo>
                  <a:pt x="124815" y="388989"/>
                </a:lnTo>
                <a:lnTo>
                  <a:pt x="101095" y="377292"/>
                </a:lnTo>
                <a:lnTo>
                  <a:pt x="79105" y="362598"/>
                </a:lnTo>
                <a:lnTo>
                  <a:pt x="59220" y="345160"/>
                </a:lnTo>
                <a:lnTo>
                  <a:pt x="41782" y="325275"/>
                </a:lnTo>
                <a:lnTo>
                  <a:pt x="27088" y="303285"/>
                </a:lnTo>
                <a:lnTo>
                  <a:pt x="15391" y="279565"/>
                </a:lnTo>
                <a:lnTo>
                  <a:pt x="6889" y="254521"/>
                </a:lnTo>
                <a:lnTo>
                  <a:pt x="1730" y="228581"/>
                </a:lnTo>
                <a:lnTo>
                  <a:pt x="0" y="202190"/>
                </a:lnTo>
                <a:lnTo>
                  <a:pt x="1730" y="175799"/>
                </a:lnTo>
                <a:lnTo>
                  <a:pt x="6889" y="149859"/>
                </a:lnTo>
                <a:lnTo>
                  <a:pt x="15391" y="124815"/>
                </a:lnTo>
                <a:lnTo>
                  <a:pt x="27088" y="101095"/>
                </a:lnTo>
                <a:lnTo>
                  <a:pt x="41782" y="79105"/>
                </a:lnTo>
                <a:lnTo>
                  <a:pt x="59220" y="59220"/>
                </a:lnTo>
                <a:lnTo>
                  <a:pt x="79105" y="41782"/>
                </a:lnTo>
                <a:lnTo>
                  <a:pt x="101095" y="27088"/>
                </a:lnTo>
                <a:lnTo>
                  <a:pt x="124815" y="15391"/>
                </a:lnTo>
                <a:lnTo>
                  <a:pt x="149859" y="6889"/>
                </a:lnTo>
                <a:lnTo>
                  <a:pt x="175799" y="1730"/>
                </a:lnTo>
                <a:lnTo>
                  <a:pt x="202190" y="0"/>
                </a:lnTo>
                <a:lnTo>
                  <a:pt x="228581" y="1730"/>
                </a:lnTo>
                <a:lnTo>
                  <a:pt x="254521" y="6889"/>
                </a:lnTo>
                <a:lnTo>
                  <a:pt x="279565" y="15391"/>
                </a:lnTo>
                <a:lnTo>
                  <a:pt x="303285" y="27088"/>
                </a:lnTo>
                <a:lnTo>
                  <a:pt x="325275" y="41782"/>
                </a:lnTo>
                <a:lnTo>
                  <a:pt x="345160" y="59220"/>
                </a:lnTo>
                <a:lnTo>
                  <a:pt x="362598" y="79105"/>
                </a:lnTo>
                <a:lnTo>
                  <a:pt x="377292" y="101095"/>
                </a:lnTo>
                <a:lnTo>
                  <a:pt x="388989" y="124815"/>
                </a:lnTo>
                <a:lnTo>
                  <a:pt x="397490" y="149859"/>
                </a:lnTo>
                <a:lnTo>
                  <a:pt x="402650" y="175799"/>
                </a:lnTo>
                <a:close/>
              </a:path>
            </a:pathLst>
          </a:custGeom>
          <a:solidFill>
            <a:srgbClr val="A2A2A2"/>
          </a:solidFill>
          <a:ln/>
        </p:spPr>
      </p:sp>
      <p:sp>
        <p:nvSpPr>
          <p:cNvPr id="77" name="Shape 75"/>
          <p:cNvSpPr/>
          <p:nvPr/>
        </p:nvSpPr>
        <p:spPr>
          <a:xfrm>
            <a:off x="947824" y="2668532"/>
            <a:ext cx="358068" cy="358068"/>
          </a:xfrm>
          <a:custGeom>
            <a:avLst/>
            <a:gdLst/>
            <a:ahLst/>
            <a:cxnLst/>
            <a:rect l="l" t="t" r="r" b="b"/>
            <a:pathLst>
              <a:path w="358068" h="358068">
                <a:moveTo>
                  <a:pt x="358068" y="179034"/>
                </a:moveTo>
                <a:lnTo>
                  <a:pt x="356537" y="202403"/>
                </a:lnTo>
                <a:lnTo>
                  <a:pt x="351968" y="225372"/>
                </a:lnTo>
                <a:lnTo>
                  <a:pt x="344440" y="247548"/>
                </a:lnTo>
                <a:lnTo>
                  <a:pt x="334082" y="268551"/>
                </a:lnTo>
                <a:lnTo>
                  <a:pt x="321071" y="288023"/>
                </a:lnTo>
                <a:lnTo>
                  <a:pt x="305630" y="305630"/>
                </a:lnTo>
                <a:lnTo>
                  <a:pt x="288023" y="321071"/>
                </a:lnTo>
                <a:lnTo>
                  <a:pt x="268551" y="334082"/>
                </a:lnTo>
                <a:lnTo>
                  <a:pt x="247548" y="344440"/>
                </a:lnTo>
                <a:lnTo>
                  <a:pt x="225372" y="351968"/>
                </a:lnTo>
                <a:lnTo>
                  <a:pt x="202403" y="356537"/>
                </a:lnTo>
                <a:lnTo>
                  <a:pt x="179034" y="358068"/>
                </a:lnTo>
                <a:lnTo>
                  <a:pt x="155665" y="356537"/>
                </a:lnTo>
                <a:lnTo>
                  <a:pt x="132697" y="351968"/>
                </a:lnTo>
                <a:lnTo>
                  <a:pt x="110521" y="344440"/>
                </a:lnTo>
                <a:lnTo>
                  <a:pt x="89517" y="334082"/>
                </a:lnTo>
                <a:lnTo>
                  <a:pt x="70045" y="321071"/>
                </a:lnTo>
                <a:lnTo>
                  <a:pt x="52438" y="305630"/>
                </a:lnTo>
                <a:lnTo>
                  <a:pt x="36997" y="288023"/>
                </a:lnTo>
                <a:lnTo>
                  <a:pt x="23986" y="268551"/>
                </a:lnTo>
                <a:lnTo>
                  <a:pt x="13628" y="247548"/>
                </a:lnTo>
                <a:lnTo>
                  <a:pt x="6100" y="225372"/>
                </a:lnTo>
                <a:lnTo>
                  <a:pt x="1532" y="202403"/>
                </a:lnTo>
                <a:lnTo>
                  <a:pt x="0" y="179034"/>
                </a:lnTo>
                <a:lnTo>
                  <a:pt x="1532" y="155665"/>
                </a:lnTo>
                <a:lnTo>
                  <a:pt x="6100" y="132697"/>
                </a:lnTo>
                <a:lnTo>
                  <a:pt x="13628" y="110521"/>
                </a:lnTo>
                <a:lnTo>
                  <a:pt x="23986" y="89517"/>
                </a:lnTo>
                <a:lnTo>
                  <a:pt x="36997" y="70045"/>
                </a:lnTo>
                <a:lnTo>
                  <a:pt x="52438" y="52438"/>
                </a:lnTo>
                <a:lnTo>
                  <a:pt x="70045" y="36997"/>
                </a:lnTo>
                <a:lnTo>
                  <a:pt x="89517" y="23986"/>
                </a:lnTo>
                <a:lnTo>
                  <a:pt x="110521" y="13628"/>
                </a:lnTo>
                <a:lnTo>
                  <a:pt x="132697" y="6100"/>
                </a:lnTo>
                <a:lnTo>
                  <a:pt x="155665" y="1532"/>
                </a:lnTo>
                <a:lnTo>
                  <a:pt x="179034" y="0"/>
                </a:lnTo>
                <a:lnTo>
                  <a:pt x="202403" y="1532"/>
                </a:lnTo>
                <a:lnTo>
                  <a:pt x="225372" y="6100"/>
                </a:lnTo>
                <a:lnTo>
                  <a:pt x="247548" y="13628"/>
                </a:lnTo>
                <a:lnTo>
                  <a:pt x="268551" y="23986"/>
                </a:lnTo>
                <a:lnTo>
                  <a:pt x="288023" y="36997"/>
                </a:lnTo>
                <a:lnTo>
                  <a:pt x="305630" y="52438"/>
                </a:lnTo>
                <a:lnTo>
                  <a:pt x="321071" y="70045"/>
                </a:lnTo>
                <a:lnTo>
                  <a:pt x="334082" y="89517"/>
                </a:lnTo>
                <a:lnTo>
                  <a:pt x="344440" y="110521"/>
                </a:lnTo>
                <a:lnTo>
                  <a:pt x="351968" y="132697"/>
                </a:lnTo>
                <a:lnTo>
                  <a:pt x="356537" y="155665"/>
                </a:lnTo>
                <a:close/>
              </a:path>
            </a:pathLst>
          </a:custGeom>
          <a:solidFill>
            <a:srgbClr val="A9A9A9"/>
          </a:solidFill>
          <a:ln/>
        </p:spPr>
      </p:sp>
      <p:sp>
        <p:nvSpPr>
          <p:cNvPr id="78" name="Shape 76"/>
          <p:cNvSpPr/>
          <p:nvPr/>
        </p:nvSpPr>
        <p:spPr>
          <a:xfrm>
            <a:off x="965050" y="2684334"/>
            <a:ext cx="311757" cy="311757"/>
          </a:xfrm>
          <a:custGeom>
            <a:avLst/>
            <a:gdLst/>
            <a:ahLst/>
            <a:cxnLst/>
            <a:rect l="l" t="t" r="r" b="b"/>
            <a:pathLst>
              <a:path w="311757" h="311757">
                <a:moveTo>
                  <a:pt x="311757" y="155878"/>
                </a:moveTo>
                <a:lnTo>
                  <a:pt x="310423" y="176225"/>
                </a:lnTo>
                <a:lnTo>
                  <a:pt x="306445" y="196223"/>
                </a:lnTo>
                <a:lnTo>
                  <a:pt x="299891" y="215530"/>
                </a:lnTo>
                <a:lnTo>
                  <a:pt x="290873" y="233817"/>
                </a:lnTo>
                <a:lnTo>
                  <a:pt x="279545" y="250771"/>
                </a:lnTo>
                <a:lnTo>
                  <a:pt x="266101" y="266101"/>
                </a:lnTo>
                <a:lnTo>
                  <a:pt x="250771" y="279545"/>
                </a:lnTo>
                <a:lnTo>
                  <a:pt x="233817" y="290873"/>
                </a:lnTo>
                <a:lnTo>
                  <a:pt x="215530" y="299891"/>
                </a:lnTo>
                <a:lnTo>
                  <a:pt x="196223" y="306445"/>
                </a:lnTo>
                <a:lnTo>
                  <a:pt x="176225" y="310423"/>
                </a:lnTo>
                <a:lnTo>
                  <a:pt x="155878" y="311757"/>
                </a:lnTo>
                <a:lnTo>
                  <a:pt x="135532" y="310423"/>
                </a:lnTo>
                <a:lnTo>
                  <a:pt x="115534" y="306445"/>
                </a:lnTo>
                <a:lnTo>
                  <a:pt x="96226" y="299891"/>
                </a:lnTo>
                <a:lnTo>
                  <a:pt x="77939" y="290873"/>
                </a:lnTo>
                <a:lnTo>
                  <a:pt x="60986" y="279545"/>
                </a:lnTo>
                <a:lnTo>
                  <a:pt x="45656" y="266101"/>
                </a:lnTo>
                <a:lnTo>
                  <a:pt x="32212" y="250771"/>
                </a:lnTo>
                <a:lnTo>
                  <a:pt x="20884" y="233817"/>
                </a:lnTo>
                <a:lnTo>
                  <a:pt x="11866" y="215530"/>
                </a:lnTo>
                <a:lnTo>
                  <a:pt x="5311" y="196223"/>
                </a:lnTo>
                <a:lnTo>
                  <a:pt x="1334" y="176225"/>
                </a:lnTo>
                <a:lnTo>
                  <a:pt x="0" y="155878"/>
                </a:lnTo>
                <a:lnTo>
                  <a:pt x="1334" y="135532"/>
                </a:lnTo>
                <a:lnTo>
                  <a:pt x="5311" y="115534"/>
                </a:lnTo>
                <a:lnTo>
                  <a:pt x="11866" y="96226"/>
                </a:lnTo>
                <a:lnTo>
                  <a:pt x="20884" y="77939"/>
                </a:lnTo>
                <a:lnTo>
                  <a:pt x="32212" y="60986"/>
                </a:lnTo>
                <a:lnTo>
                  <a:pt x="45656" y="45656"/>
                </a:lnTo>
                <a:lnTo>
                  <a:pt x="60986" y="32212"/>
                </a:lnTo>
                <a:lnTo>
                  <a:pt x="77939" y="20884"/>
                </a:lnTo>
                <a:lnTo>
                  <a:pt x="96226" y="11866"/>
                </a:lnTo>
                <a:lnTo>
                  <a:pt x="115534" y="5311"/>
                </a:lnTo>
                <a:lnTo>
                  <a:pt x="135532" y="1334"/>
                </a:lnTo>
                <a:lnTo>
                  <a:pt x="155878" y="0"/>
                </a:lnTo>
                <a:lnTo>
                  <a:pt x="176225" y="1334"/>
                </a:lnTo>
                <a:lnTo>
                  <a:pt x="196223" y="5311"/>
                </a:lnTo>
                <a:lnTo>
                  <a:pt x="215530" y="11866"/>
                </a:lnTo>
                <a:lnTo>
                  <a:pt x="233817" y="20884"/>
                </a:lnTo>
                <a:lnTo>
                  <a:pt x="250771" y="32212"/>
                </a:lnTo>
                <a:lnTo>
                  <a:pt x="266101" y="45656"/>
                </a:lnTo>
                <a:lnTo>
                  <a:pt x="279545" y="60986"/>
                </a:lnTo>
                <a:lnTo>
                  <a:pt x="290873" y="77939"/>
                </a:lnTo>
                <a:lnTo>
                  <a:pt x="299891" y="96226"/>
                </a:lnTo>
                <a:lnTo>
                  <a:pt x="306445" y="115534"/>
                </a:lnTo>
                <a:lnTo>
                  <a:pt x="310423" y="135532"/>
                </a:lnTo>
                <a:close/>
              </a:path>
            </a:pathLst>
          </a:custGeom>
          <a:solidFill>
            <a:srgbClr val="AFAFAF"/>
          </a:solidFill>
          <a:ln/>
        </p:spPr>
      </p:sp>
      <p:sp>
        <p:nvSpPr>
          <p:cNvPr id="79" name="Shape 77"/>
          <p:cNvSpPr/>
          <p:nvPr/>
        </p:nvSpPr>
        <p:spPr>
          <a:xfrm>
            <a:off x="982276" y="2700137"/>
            <a:ext cx="265445" cy="265445"/>
          </a:xfrm>
          <a:custGeom>
            <a:avLst/>
            <a:gdLst/>
            <a:ahLst/>
            <a:cxnLst/>
            <a:rect l="l" t="t" r="r" b="b"/>
            <a:pathLst>
              <a:path w="265445" h="265445">
                <a:moveTo>
                  <a:pt x="265445" y="132722"/>
                </a:moveTo>
                <a:lnTo>
                  <a:pt x="264309" y="150046"/>
                </a:lnTo>
                <a:lnTo>
                  <a:pt x="260923" y="167074"/>
                </a:lnTo>
                <a:lnTo>
                  <a:pt x="255342" y="183513"/>
                </a:lnTo>
                <a:lnTo>
                  <a:pt x="247664" y="199084"/>
                </a:lnTo>
                <a:lnTo>
                  <a:pt x="238018" y="213519"/>
                </a:lnTo>
                <a:lnTo>
                  <a:pt x="226571" y="226571"/>
                </a:lnTo>
                <a:lnTo>
                  <a:pt x="213519" y="238018"/>
                </a:lnTo>
                <a:lnTo>
                  <a:pt x="199084" y="247664"/>
                </a:lnTo>
                <a:lnTo>
                  <a:pt x="183513" y="255342"/>
                </a:lnTo>
                <a:lnTo>
                  <a:pt x="167074" y="260923"/>
                </a:lnTo>
                <a:lnTo>
                  <a:pt x="150046" y="264309"/>
                </a:lnTo>
                <a:lnTo>
                  <a:pt x="132722" y="265445"/>
                </a:lnTo>
                <a:lnTo>
                  <a:pt x="115399" y="264309"/>
                </a:lnTo>
                <a:lnTo>
                  <a:pt x="98371" y="260923"/>
                </a:lnTo>
                <a:lnTo>
                  <a:pt x="81932" y="255342"/>
                </a:lnTo>
                <a:lnTo>
                  <a:pt x="66361" y="247664"/>
                </a:lnTo>
                <a:lnTo>
                  <a:pt x="51926" y="238018"/>
                </a:lnTo>
                <a:lnTo>
                  <a:pt x="38874" y="226571"/>
                </a:lnTo>
                <a:lnTo>
                  <a:pt x="27427" y="213519"/>
                </a:lnTo>
                <a:lnTo>
                  <a:pt x="17781" y="199084"/>
                </a:lnTo>
                <a:lnTo>
                  <a:pt x="10103" y="183513"/>
                </a:lnTo>
                <a:lnTo>
                  <a:pt x="4522" y="167074"/>
                </a:lnTo>
                <a:lnTo>
                  <a:pt x="1135" y="150046"/>
                </a:lnTo>
                <a:lnTo>
                  <a:pt x="0" y="132722"/>
                </a:lnTo>
                <a:lnTo>
                  <a:pt x="1135" y="115399"/>
                </a:lnTo>
                <a:lnTo>
                  <a:pt x="4522" y="98371"/>
                </a:lnTo>
                <a:lnTo>
                  <a:pt x="10103" y="81932"/>
                </a:lnTo>
                <a:lnTo>
                  <a:pt x="17781" y="66361"/>
                </a:lnTo>
                <a:lnTo>
                  <a:pt x="27427" y="51926"/>
                </a:lnTo>
                <a:lnTo>
                  <a:pt x="38874" y="38874"/>
                </a:lnTo>
                <a:lnTo>
                  <a:pt x="51926" y="27427"/>
                </a:lnTo>
                <a:lnTo>
                  <a:pt x="66361" y="17781"/>
                </a:lnTo>
                <a:lnTo>
                  <a:pt x="81932" y="10103"/>
                </a:lnTo>
                <a:lnTo>
                  <a:pt x="98371" y="4522"/>
                </a:lnTo>
                <a:lnTo>
                  <a:pt x="115399" y="1135"/>
                </a:lnTo>
                <a:lnTo>
                  <a:pt x="132722" y="0"/>
                </a:lnTo>
                <a:lnTo>
                  <a:pt x="150046" y="1135"/>
                </a:lnTo>
                <a:lnTo>
                  <a:pt x="167074" y="4522"/>
                </a:lnTo>
                <a:lnTo>
                  <a:pt x="183513" y="10103"/>
                </a:lnTo>
                <a:lnTo>
                  <a:pt x="199084" y="17781"/>
                </a:lnTo>
                <a:lnTo>
                  <a:pt x="213519" y="27427"/>
                </a:lnTo>
                <a:lnTo>
                  <a:pt x="226571" y="38874"/>
                </a:lnTo>
                <a:lnTo>
                  <a:pt x="238018" y="51926"/>
                </a:lnTo>
                <a:lnTo>
                  <a:pt x="247664" y="66361"/>
                </a:lnTo>
                <a:lnTo>
                  <a:pt x="255342" y="81932"/>
                </a:lnTo>
                <a:lnTo>
                  <a:pt x="260923" y="98371"/>
                </a:lnTo>
                <a:lnTo>
                  <a:pt x="264309" y="115399"/>
                </a:lnTo>
                <a:close/>
              </a:path>
            </a:pathLst>
          </a:custGeom>
          <a:solidFill>
            <a:srgbClr val="B6B6B6"/>
          </a:solidFill>
          <a:ln/>
        </p:spPr>
      </p:sp>
      <p:sp>
        <p:nvSpPr>
          <p:cNvPr id="80" name="Shape 78"/>
          <p:cNvSpPr/>
          <p:nvPr/>
        </p:nvSpPr>
        <p:spPr>
          <a:xfrm>
            <a:off x="999501" y="2715939"/>
            <a:ext cx="219133" cy="219133"/>
          </a:xfrm>
          <a:custGeom>
            <a:avLst/>
            <a:gdLst/>
            <a:ahLst/>
            <a:cxnLst/>
            <a:rect l="l" t="t" r="r" b="b"/>
            <a:pathLst>
              <a:path w="219133" h="219133">
                <a:moveTo>
                  <a:pt x="219133" y="109567"/>
                </a:moveTo>
                <a:lnTo>
                  <a:pt x="218196" y="123868"/>
                </a:lnTo>
                <a:lnTo>
                  <a:pt x="215400" y="137925"/>
                </a:lnTo>
                <a:lnTo>
                  <a:pt x="210793" y="151496"/>
                </a:lnTo>
                <a:lnTo>
                  <a:pt x="204454" y="164350"/>
                </a:lnTo>
                <a:lnTo>
                  <a:pt x="196492" y="176267"/>
                </a:lnTo>
                <a:lnTo>
                  <a:pt x="187042" y="187042"/>
                </a:lnTo>
                <a:lnTo>
                  <a:pt x="176267" y="196492"/>
                </a:lnTo>
                <a:lnTo>
                  <a:pt x="164350" y="204454"/>
                </a:lnTo>
                <a:lnTo>
                  <a:pt x="151496" y="210793"/>
                </a:lnTo>
                <a:lnTo>
                  <a:pt x="137925" y="215400"/>
                </a:lnTo>
                <a:lnTo>
                  <a:pt x="123868" y="218196"/>
                </a:lnTo>
                <a:lnTo>
                  <a:pt x="109567" y="219133"/>
                </a:lnTo>
                <a:lnTo>
                  <a:pt x="95265" y="218196"/>
                </a:lnTo>
                <a:lnTo>
                  <a:pt x="81209" y="215400"/>
                </a:lnTo>
                <a:lnTo>
                  <a:pt x="67637" y="210793"/>
                </a:lnTo>
                <a:lnTo>
                  <a:pt x="54783" y="204454"/>
                </a:lnTo>
                <a:lnTo>
                  <a:pt x="42867" y="196492"/>
                </a:lnTo>
                <a:lnTo>
                  <a:pt x="32091" y="187042"/>
                </a:lnTo>
                <a:lnTo>
                  <a:pt x="22642" y="176267"/>
                </a:lnTo>
                <a:lnTo>
                  <a:pt x="14679" y="164350"/>
                </a:lnTo>
                <a:lnTo>
                  <a:pt x="8340" y="151496"/>
                </a:lnTo>
                <a:lnTo>
                  <a:pt x="3733" y="137925"/>
                </a:lnTo>
                <a:lnTo>
                  <a:pt x="937" y="123868"/>
                </a:lnTo>
                <a:lnTo>
                  <a:pt x="0" y="109567"/>
                </a:lnTo>
                <a:lnTo>
                  <a:pt x="937" y="95265"/>
                </a:lnTo>
                <a:lnTo>
                  <a:pt x="3733" y="81209"/>
                </a:lnTo>
                <a:lnTo>
                  <a:pt x="8340" y="67637"/>
                </a:lnTo>
                <a:lnTo>
                  <a:pt x="14679" y="54783"/>
                </a:lnTo>
                <a:lnTo>
                  <a:pt x="22642" y="42867"/>
                </a:lnTo>
                <a:lnTo>
                  <a:pt x="32091" y="32091"/>
                </a:lnTo>
                <a:lnTo>
                  <a:pt x="42867" y="22642"/>
                </a:lnTo>
                <a:lnTo>
                  <a:pt x="54783" y="14679"/>
                </a:lnTo>
                <a:lnTo>
                  <a:pt x="67637" y="8340"/>
                </a:lnTo>
                <a:lnTo>
                  <a:pt x="81209" y="3733"/>
                </a:lnTo>
                <a:lnTo>
                  <a:pt x="95265" y="937"/>
                </a:lnTo>
                <a:lnTo>
                  <a:pt x="109567" y="0"/>
                </a:lnTo>
                <a:lnTo>
                  <a:pt x="123868" y="937"/>
                </a:lnTo>
                <a:lnTo>
                  <a:pt x="137925" y="3733"/>
                </a:lnTo>
                <a:lnTo>
                  <a:pt x="151496" y="8340"/>
                </a:lnTo>
                <a:lnTo>
                  <a:pt x="164350" y="14679"/>
                </a:lnTo>
                <a:lnTo>
                  <a:pt x="176267" y="22642"/>
                </a:lnTo>
                <a:lnTo>
                  <a:pt x="187042" y="32091"/>
                </a:lnTo>
                <a:lnTo>
                  <a:pt x="196492" y="42867"/>
                </a:lnTo>
                <a:lnTo>
                  <a:pt x="204454" y="54783"/>
                </a:lnTo>
                <a:lnTo>
                  <a:pt x="210793" y="67637"/>
                </a:lnTo>
                <a:lnTo>
                  <a:pt x="215400" y="81209"/>
                </a:lnTo>
                <a:lnTo>
                  <a:pt x="218196" y="95265"/>
                </a:lnTo>
                <a:close/>
              </a:path>
            </a:pathLst>
          </a:custGeom>
          <a:solidFill>
            <a:srgbClr val="BCBCBC"/>
          </a:solidFill>
          <a:ln/>
        </p:spPr>
      </p:sp>
      <p:sp>
        <p:nvSpPr>
          <p:cNvPr id="81" name="Shape 79"/>
          <p:cNvSpPr/>
          <p:nvPr/>
        </p:nvSpPr>
        <p:spPr>
          <a:xfrm>
            <a:off x="1016727" y="2731742"/>
            <a:ext cx="172822" cy="172822"/>
          </a:xfrm>
          <a:custGeom>
            <a:avLst/>
            <a:gdLst/>
            <a:ahLst/>
            <a:cxnLst/>
            <a:rect l="l" t="t" r="r" b="b"/>
            <a:pathLst>
              <a:path w="172822" h="172822">
                <a:moveTo>
                  <a:pt x="172822" y="86411"/>
                </a:moveTo>
                <a:lnTo>
                  <a:pt x="172082" y="97690"/>
                </a:lnTo>
                <a:lnTo>
                  <a:pt x="169877" y="108776"/>
                </a:lnTo>
                <a:lnTo>
                  <a:pt x="166244" y="119479"/>
                </a:lnTo>
                <a:lnTo>
                  <a:pt x="161245" y="129616"/>
                </a:lnTo>
                <a:lnTo>
                  <a:pt x="154965" y="139014"/>
                </a:lnTo>
                <a:lnTo>
                  <a:pt x="147512" y="147512"/>
                </a:lnTo>
                <a:lnTo>
                  <a:pt x="139014" y="154965"/>
                </a:lnTo>
                <a:lnTo>
                  <a:pt x="129616" y="161245"/>
                </a:lnTo>
                <a:lnTo>
                  <a:pt x="119479" y="166244"/>
                </a:lnTo>
                <a:lnTo>
                  <a:pt x="108776" y="169877"/>
                </a:lnTo>
                <a:lnTo>
                  <a:pt x="97690" y="172082"/>
                </a:lnTo>
                <a:lnTo>
                  <a:pt x="86411" y="172822"/>
                </a:lnTo>
                <a:lnTo>
                  <a:pt x="75132" y="172082"/>
                </a:lnTo>
                <a:lnTo>
                  <a:pt x="64046" y="169877"/>
                </a:lnTo>
                <a:lnTo>
                  <a:pt x="53343" y="166244"/>
                </a:lnTo>
                <a:lnTo>
                  <a:pt x="43205" y="161245"/>
                </a:lnTo>
                <a:lnTo>
                  <a:pt x="33807" y="154965"/>
                </a:lnTo>
                <a:lnTo>
                  <a:pt x="25309" y="147512"/>
                </a:lnTo>
                <a:lnTo>
                  <a:pt x="17857" y="139014"/>
                </a:lnTo>
                <a:lnTo>
                  <a:pt x="11577" y="129616"/>
                </a:lnTo>
                <a:lnTo>
                  <a:pt x="6578" y="119479"/>
                </a:lnTo>
                <a:lnTo>
                  <a:pt x="2944" y="108776"/>
                </a:lnTo>
                <a:lnTo>
                  <a:pt x="739" y="97690"/>
                </a:lnTo>
                <a:lnTo>
                  <a:pt x="0" y="86411"/>
                </a:lnTo>
                <a:lnTo>
                  <a:pt x="739" y="75132"/>
                </a:lnTo>
                <a:lnTo>
                  <a:pt x="2944" y="64046"/>
                </a:lnTo>
                <a:lnTo>
                  <a:pt x="6578" y="53343"/>
                </a:lnTo>
                <a:lnTo>
                  <a:pt x="11577" y="43205"/>
                </a:lnTo>
                <a:lnTo>
                  <a:pt x="17857" y="33807"/>
                </a:lnTo>
                <a:lnTo>
                  <a:pt x="25309" y="25309"/>
                </a:lnTo>
                <a:lnTo>
                  <a:pt x="33807" y="17857"/>
                </a:lnTo>
                <a:lnTo>
                  <a:pt x="43205" y="11577"/>
                </a:lnTo>
                <a:lnTo>
                  <a:pt x="53343" y="6578"/>
                </a:lnTo>
                <a:lnTo>
                  <a:pt x="64046" y="2944"/>
                </a:lnTo>
                <a:lnTo>
                  <a:pt x="75132" y="739"/>
                </a:lnTo>
                <a:lnTo>
                  <a:pt x="86411" y="0"/>
                </a:lnTo>
                <a:lnTo>
                  <a:pt x="97690" y="739"/>
                </a:lnTo>
                <a:lnTo>
                  <a:pt x="108776" y="2944"/>
                </a:lnTo>
                <a:lnTo>
                  <a:pt x="119479" y="6578"/>
                </a:lnTo>
                <a:lnTo>
                  <a:pt x="129616" y="11577"/>
                </a:lnTo>
                <a:lnTo>
                  <a:pt x="139014" y="17857"/>
                </a:lnTo>
                <a:lnTo>
                  <a:pt x="147512" y="25309"/>
                </a:lnTo>
                <a:lnTo>
                  <a:pt x="154965" y="33807"/>
                </a:lnTo>
                <a:lnTo>
                  <a:pt x="161245" y="43205"/>
                </a:lnTo>
                <a:lnTo>
                  <a:pt x="166244" y="53343"/>
                </a:lnTo>
                <a:lnTo>
                  <a:pt x="169877" y="64046"/>
                </a:lnTo>
                <a:lnTo>
                  <a:pt x="172082" y="75132"/>
                </a:lnTo>
                <a:close/>
              </a:path>
            </a:pathLst>
          </a:custGeom>
          <a:solidFill>
            <a:srgbClr val="C3C3C3"/>
          </a:solidFill>
          <a:ln/>
        </p:spPr>
      </p:sp>
      <p:sp>
        <p:nvSpPr>
          <p:cNvPr id="82" name="Shape 80"/>
          <p:cNvSpPr/>
          <p:nvPr/>
        </p:nvSpPr>
        <p:spPr>
          <a:xfrm>
            <a:off x="723890" y="2463100"/>
            <a:ext cx="960120" cy="960120"/>
          </a:xfrm>
          <a:custGeom>
            <a:avLst/>
            <a:gdLst/>
            <a:ahLst/>
            <a:cxnLst/>
            <a:rect l="l" t="t" r="r" b="b"/>
            <a:pathLst>
              <a:path w="960120" h="960120">
                <a:moveTo>
                  <a:pt x="960120" y="480060"/>
                </a:moveTo>
                <a:lnTo>
                  <a:pt x="956013" y="542720"/>
                </a:lnTo>
                <a:lnTo>
                  <a:pt x="943762" y="604309"/>
                </a:lnTo>
                <a:lnTo>
                  <a:pt x="923578" y="663771"/>
                </a:lnTo>
                <a:lnTo>
                  <a:pt x="895804" y="720090"/>
                </a:lnTo>
                <a:lnTo>
                  <a:pt x="860917" y="772302"/>
                </a:lnTo>
                <a:lnTo>
                  <a:pt x="819514" y="819514"/>
                </a:lnTo>
                <a:lnTo>
                  <a:pt x="772302" y="860917"/>
                </a:lnTo>
                <a:lnTo>
                  <a:pt x="720090" y="895804"/>
                </a:lnTo>
                <a:lnTo>
                  <a:pt x="663771" y="923578"/>
                </a:lnTo>
                <a:lnTo>
                  <a:pt x="604309" y="943762"/>
                </a:lnTo>
                <a:lnTo>
                  <a:pt x="542720" y="956013"/>
                </a:lnTo>
                <a:lnTo>
                  <a:pt x="480060" y="960120"/>
                </a:lnTo>
                <a:lnTo>
                  <a:pt x="417400" y="956013"/>
                </a:lnTo>
                <a:lnTo>
                  <a:pt x="355811" y="943762"/>
                </a:lnTo>
                <a:lnTo>
                  <a:pt x="296349" y="923578"/>
                </a:lnTo>
                <a:lnTo>
                  <a:pt x="240030" y="895804"/>
                </a:lnTo>
                <a:lnTo>
                  <a:pt x="187818" y="860917"/>
                </a:lnTo>
                <a:lnTo>
                  <a:pt x="140606" y="819514"/>
                </a:lnTo>
                <a:lnTo>
                  <a:pt x="99203" y="772302"/>
                </a:lnTo>
                <a:lnTo>
                  <a:pt x="64316" y="720090"/>
                </a:lnTo>
                <a:lnTo>
                  <a:pt x="36542" y="663771"/>
                </a:lnTo>
                <a:lnTo>
                  <a:pt x="16358" y="604309"/>
                </a:lnTo>
                <a:lnTo>
                  <a:pt x="4107" y="542720"/>
                </a:lnTo>
                <a:lnTo>
                  <a:pt x="0" y="480060"/>
                </a:lnTo>
                <a:lnTo>
                  <a:pt x="4107" y="417400"/>
                </a:lnTo>
                <a:lnTo>
                  <a:pt x="16358" y="355811"/>
                </a:lnTo>
                <a:lnTo>
                  <a:pt x="36542" y="296349"/>
                </a:lnTo>
                <a:lnTo>
                  <a:pt x="64316" y="240030"/>
                </a:lnTo>
                <a:lnTo>
                  <a:pt x="99203" y="187818"/>
                </a:lnTo>
                <a:lnTo>
                  <a:pt x="140606" y="140606"/>
                </a:lnTo>
                <a:lnTo>
                  <a:pt x="187818" y="99203"/>
                </a:lnTo>
                <a:lnTo>
                  <a:pt x="240030" y="64316"/>
                </a:lnTo>
                <a:lnTo>
                  <a:pt x="296349" y="36542"/>
                </a:lnTo>
                <a:lnTo>
                  <a:pt x="355811" y="16358"/>
                </a:lnTo>
                <a:lnTo>
                  <a:pt x="417400" y="4107"/>
                </a:lnTo>
                <a:lnTo>
                  <a:pt x="480060" y="0"/>
                </a:lnTo>
                <a:lnTo>
                  <a:pt x="542720" y="4107"/>
                </a:lnTo>
                <a:lnTo>
                  <a:pt x="604309" y="16358"/>
                </a:lnTo>
                <a:lnTo>
                  <a:pt x="663771" y="36542"/>
                </a:lnTo>
                <a:lnTo>
                  <a:pt x="720090" y="64316"/>
                </a:lnTo>
                <a:lnTo>
                  <a:pt x="772302" y="99203"/>
                </a:lnTo>
                <a:lnTo>
                  <a:pt x="819514" y="140606"/>
                </a:lnTo>
                <a:lnTo>
                  <a:pt x="860917" y="187818"/>
                </a:lnTo>
                <a:lnTo>
                  <a:pt x="895804" y="240030"/>
                </a:lnTo>
                <a:lnTo>
                  <a:pt x="923578" y="296349"/>
                </a:lnTo>
                <a:lnTo>
                  <a:pt x="943762" y="355811"/>
                </a:lnTo>
                <a:lnTo>
                  <a:pt x="956013" y="417400"/>
                </a:lnTo>
                <a:close/>
              </a:path>
            </a:pathLst>
          </a:custGeom>
          <a:ln w="12700">
            <a:solidFill>
              <a:srgbClr val="00000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949297" y="2883959"/>
            <a:ext cx="115771" cy="113436"/>
          </a:xfrm>
          <a:custGeom>
            <a:avLst/>
            <a:gdLst/>
            <a:ahLst/>
            <a:cxnLst/>
            <a:rect l="l" t="t" r="r" b="b"/>
            <a:pathLst>
              <a:path w="115771" h="113436">
                <a:moveTo>
                  <a:pt x="0" y="51502"/>
                </a:moveTo>
                <a:lnTo>
                  <a:pt x="4186" y="0"/>
                </a:lnTo>
                <a:lnTo>
                  <a:pt x="115771" y="61934"/>
                </a:lnTo>
                <a:lnTo>
                  <a:pt x="111585" y="113436"/>
                </a:lnTo>
                <a:close/>
              </a:path>
            </a:pathLst>
          </a:custGeom>
          <a:solidFill>
            <a:srgbClr val="727272"/>
          </a:solidFill>
          <a:ln w="6350">
            <a:solidFill>
              <a:srgbClr val="727272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953484" y="2833011"/>
            <a:ext cx="124017" cy="112882"/>
          </a:xfrm>
          <a:custGeom>
            <a:avLst/>
            <a:gdLst/>
            <a:ahLst/>
            <a:cxnLst/>
            <a:rect l="l" t="t" r="r" b="b"/>
            <a:pathLst>
              <a:path w="124017" h="112882">
                <a:moveTo>
                  <a:pt x="0" y="50948"/>
                </a:moveTo>
                <a:lnTo>
                  <a:pt x="12432" y="0"/>
                </a:lnTo>
                <a:lnTo>
                  <a:pt x="124017" y="61934"/>
                </a:lnTo>
                <a:lnTo>
                  <a:pt x="111585" y="112882"/>
                </a:lnTo>
                <a:close/>
              </a:path>
            </a:pathLst>
          </a:custGeom>
          <a:solidFill>
            <a:srgbClr val="7C7C7C"/>
          </a:solidFill>
          <a:ln w="6350">
            <a:solidFill>
              <a:srgbClr val="7C7C7C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965915" y="2784166"/>
            <a:ext cx="131884" cy="110779"/>
          </a:xfrm>
          <a:custGeom>
            <a:avLst/>
            <a:gdLst/>
            <a:ahLst/>
            <a:cxnLst/>
            <a:rect l="l" t="t" r="r" b="b"/>
            <a:pathLst>
              <a:path w="131884" h="110779">
                <a:moveTo>
                  <a:pt x="0" y="48845"/>
                </a:moveTo>
                <a:lnTo>
                  <a:pt x="20299" y="0"/>
                </a:lnTo>
                <a:lnTo>
                  <a:pt x="131884" y="61934"/>
                </a:lnTo>
                <a:lnTo>
                  <a:pt x="111585" y="110779"/>
                </a:lnTo>
                <a:close/>
              </a:path>
            </a:pathLst>
          </a:custGeom>
          <a:solidFill>
            <a:srgbClr val="858585"/>
          </a:solidFill>
          <a:ln w="6350">
            <a:solidFill>
              <a:srgbClr val="858585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986214" y="2738908"/>
            <a:ext cx="139135" cy="107193"/>
          </a:xfrm>
          <a:custGeom>
            <a:avLst/>
            <a:gdLst/>
            <a:ahLst/>
            <a:cxnLst/>
            <a:rect l="l" t="t" r="r" b="b"/>
            <a:pathLst>
              <a:path w="139135" h="107193">
                <a:moveTo>
                  <a:pt x="0" y="45259"/>
                </a:moveTo>
                <a:lnTo>
                  <a:pt x="27550" y="0"/>
                </a:lnTo>
                <a:lnTo>
                  <a:pt x="139135" y="61934"/>
                </a:lnTo>
                <a:lnTo>
                  <a:pt x="111585" y="107193"/>
                </a:lnTo>
                <a:close/>
              </a:path>
            </a:pathLst>
          </a:custGeom>
          <a:solidFill>
            <a:srgbClr val="8B8B8B"/>
          </a:solidFill>
          <a:ln w="6350">
            <a:solidFill>
              <a:srgbClr val="8B8B8B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2013764" y="2698611"/>
            <a:ext cx="145549" cy="102231"/>
          </a:xfrm>
          <a:custGeom>
            <a:avLst/>
            <a:gdLst/>
            <a:ahLst/>
            <a:cxnLst/>
            <a:rect l="l" t="t" r="r" b="b"/>
            <a:pathLst>
              <a:path w="145549" h="102231">
                <a:moveTo>
                  <a:pt x="0" y="40297"/>
                </a:moveTo>
                <a:lnTo>
                  <a:pt x="33964" y="0"/>
                </a:lnTo>
                <a:lnTo>
                  <a:pt x="145549" y="61934"/>
                </a:lnTo>
                <a:lnTo>
                  <a:pt x="111585" y="102231"/>
                </a:lnTo>
                <a:close/>
              </a:path>
            </a:pathLst>
          </a:custGeom>
          <a:solidFill>
            <a:srgbClr val="8F8F8F"/>
          </a:solidFill>
          <a:ln w="6350">
            <a:solidFill>
              <a:srgbClr val="8F8F8F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2047728" y="2664500"/>
            <a:ext cx="150931" cy="96045"/>
          </a:xfrm>
          <a:custGeom>
            <a:avLst/>
            <a:gdLst/>
            <a:ahLst/>
            <a:cxnLst/>
            <a:rect l="l" t="t" r="r" b="b"/>
            <a:pathLst>
              <a:path w="150931" h="96045">
                <a:moveTo>
                  <a:pt x="0" y="34111"/>
                </a:moveTo>
                <a:lnTo>
                  <a:pt x="39345" y="0"/>
                </a:lnTo>
                <a:lnTo>
                  <a:pt x="150931" y="61934"/>
                </a:lnTo>
                <a:lnTo>
                  <a:pt x="111585" y="96045"/>
                </a:lnTo>
                <a:close/>
              </a:path>
            </a:pathLst>
          </a:custGeom>
          <a:solidFill>
            <a:srgbClr val="909090"/>
          </a:solidFill>
          <a:ln w="6350">
            <a:solidFill>
              <a:srgbClr val="90909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2087073" y="2637612"/>
            <a:ext cx="155117" cy="88822"/>
          </a:xfrm>
          <a:custGeom>
            <a:avLst/>
            <a:gdLst/>
            <a:ahLst/>
            <a:cxnLst/>
            <a:rect l="l" t="t" r="r" b="b"/>
            <a:pathLst>
              <a:path w="155117" h="88822">
                <a:moveTo>
                  <a:pt x="0" y="26888"/>
                </a:moveTo>
                <a:lnTo>
                  <a:pt x="43532" y="0"/>
                </a:lnTo>
                <a:lnTo>
                  <a:pt x="155117" y="61934"/>
                </a:lnTo>
                <a:lnTo>
                  <a:pt x="111585" y="88822"/>
                </a:lnTo>
                <a:close/>
              </a:path>
            </a:pathLst>
          </a:custGeom>
          <a:solidFill>
            <a:srgbClr val="8F8F8F"/>
          </a:solidFill>
          <a:ln w="6350">
            <a:solidFill>
              <a:srgbClr val="8F8F8F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2130605" y="2618763"/>
            <a:ext cx="157980" cy="80783"/>
          </a:xfrm>
          <a:custGeom>
            <a:avLst/>
            <a:gdLst/>
            <a:ahLst/>
            <a:cxnLst/>
            <a:rect l="l" t="t" r="r" b="b"/>
            <a:pathLst>
              <a:path w="157980" h="80783">
                <a:moveTo>
                  <a:pt x="0" y="18849"/>
                </a:moveTo>
                <a:lnTo>
                  <a:pt x="46395" y="0"/>
                </a:lnTo>
                <a:lnTo>
                  <a:pt x="157980" y="61934"/>
                </a:lnTo>
                <a:lnTo>
                  <a:pt x="111585" y="80783"/>
                </a:lnTo>
                <a:close/>
              </a:path>
            </a:pathLst>
          </a:custGeom>
          <a:solidFill>
            <a:srgbClr val="8C8C8C"/>
          </a:solidFill>
          <a:ln w="6350">
            <a:solidFill>
              <a:srgbClr val="8C8C8C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2177000" y="2608526"/>
            <a:ext cx="159434" cy="72171"/>
          </a:xfrm>
          <a:custGeom>
            <a:avLst/>
            <a:gdLst/>
            <a:ahLst/>
            <a:cxnLst/>
            <a:rect l="l" t="t" r="r" b="b"/>
            <a:pathLst>
              <a:path w="159434" h="72171">
                <a:moveTo>
                  <a:pt x="0" y="10237"/>
                </a:moveTo>
                <a:lnTo>
                  <a:pt x="47849" y="0"/>
                </a:lnTo>
                <a:lnTo>
                  <a:pt x="159434" y="61934"/>
                </a:lnTo>
                <a:lnTo>
                  <a:pt x="111585" y="72171"/>
                </a:lnTo>
                <a:close/>
              </a:path>
            </a:pathLst>
          </a:custGeom>
          <a:solidFill>
            <a:srgbClr val="868686"/>
          </a:solidFill>
          <a:ln w="6350">
            <a:solidFill>
              <a:srgbClr val="868686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2224849" y="2607213"/>
            <a:ext cx="159434" cy="63247"/>
          </a:xfrm>
          <a:custGeom>
            <a:avLst/>
            <a:gdLst/>
            <a:ahLst/>
            <a:cxnLst/>
            <a:rect l="l" t="t" r="r" b="b"/>
            <a:pathLst>
              <a:path w="159434" h="63247">
                <a:moveTo>
                  <a:pt x="0" y="1313"/>
                </a:moveTo>
                <a:lnTo>
                  <a:pt x="47849" y="0"/>
                </a:lnTo>
                <a:lnTo>
                  <a:pt x="159434" y="61934"/>
                </a:lnTo>
                <a:lnTo>
                  <a:pt x="111585" y="63247"/>
                </a:lnTo>
                <a:close/>
              </a:path>
            </a:pathLst>
          </a:custGeom>
          <a:solidFill>
            <a:srgbClr val="7E7E7E"/>
          </a:solidFill>
          <a:ln w="6350">
            <a:solidFill>
              <a:srgbClr val="7E7E7E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2272698" y="2607213"/>
            <a:ext cx="157980" cy="69584"/>
          </a:xfrm>
          <a:custGeom>
            <a:avLst/>
            <a:gdLst/>
            <a:ahLst/>
            <a:cxnLst/>
            <a:rect l="l" t="t" r="r" b="b"/>
            <a:pathLst>
              <a:path w="157980" h="69584">
                <a:moveTo>
                  <a:pt x="0" y="0"/>
                </a:moveTo>
                <a:lnTo>
                  <a:pt x="46395" y="7650"/>
                </a:lnTo>
                <a:lnTo>
                  <a:pt x="157980" y="69584"/>
                </a:lnTo>
                <a:lnTo>
                  <a:pt x="111585" y="61934"/>
                </a:lnTo>
                <a:close/>
              </a:path>
            </a:pathLst>
          </a:custGeom>
          <a:solidFill>
            <a:srgbClr val="737373"/>
          </a:solidFill>
          <a:ln w="6350">
            <a:solidFill>
              <a:srgbClr val="737373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2319094" y="2614863"/>
            <a:ext cx="155117" cy="78315"/>
          </a:xfrm>
          <a:custGeom>
            <a:avLst/>
            <a:gdLst/>
            <a:ahLst/>
            <a:cxnLst/>
            <a:rect l="l" t="t" r="r" b="b"/>
            <a:pathLst>
              <a:path w="155117" h="78315">
                <a:moveTo>
                  <a:pt x="0" y="0"/>
                </a:moveTo>
                <a:lnTo>
                  <a:pt x="43532" y="16381"/>
                </a:lnTo>
                <a:lnTo>
                  <a:pt x="155117" y="78315"/>
                </a:lnTo>
                <a:lnTo>
                  <a:pt x="111585" y="61934"/>
                </a:lnTo>
                <a:close/>
              </a:path>
            </a:pathLst>
          </a:custGeom>
          <a:solidFill>
            <a:srgbClr val="686868"/>
          </a:solidFill>
          <a:ln w="6350">
            <a:solidFill>
              <a:srgbClr val="686868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2047728" y="3148552"/>
            <a:ext cx="150931" cy="86548"/>
          </a:xfrm>
          <a:custGeom>
            <a:avLst/>
            <a:gdLst/>
            <a:ahLst/>
            <a:cxnLst/>
            <a:rect l="l" t="t" r="r" b="b"/>
            <a:pathLst>
              <a:path w="150931" h="86548">
                <a:moveTo>
                  <a:pt x="39345" y="24614"/>
                </a:moveTo>
                <a:lnTo>
                  <a:pt x="0" y="0"/>
                </a:lnTo>
                <a:lnTo>
                  <a:pt x="111585" y="61934"/>
                </a:lnTo>
                <a:lnTo>
                  <a:pt x="150931" y="86548"/>
                </a:lnTo>
                <a:close/>
              </a:path>
            </a:pathLst>
          </a:custGeom>
          <a:solidFill>
            <a:srgbClr val="3D3D3D"/>
          </a:solidFill>
          <a:ln w="6350">
            <a:solidFill>
              <a:srgbClr val="3D3D3D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2013764" y="3116453"/>
            <a:ext cx="145549" cy="94033"/>
          </a:xfrm>
          <a:custGeom>
            <a:avLst/>
            <a:gdLst/>
            <a:ahLst/>
            <a:cxnLst/>
            <a:rect l="l" t="t" r="r" b="b"/>
            <a:pathLst>
              <a:path w="145549" h="94033">
                <a:moveTo>
                  <a:pt x="33964" y="32099"/>
                </a:moveTo>
                <a:lnTo>
                  <a:pt x="0" y="0"/>
                </a:lnTo>
                <a:lnTo>
                  <a:pt x="111585" y="61934"/>
                </a:lnTo>
                <a:lnTo>
                  <a:pt x="145549" y="94033"/>
                </a:lnTo>
                <a:close/>
              </a:path>
            </a:pathLst>
          </a:custGeom>
          <a:solidFill>
            <a:srgbClr val="3D3D3D"/>
          </a:solidFill>
          <a:ln w="6350">
            <a:solidFill>
              <a:srgbClr val="3D3D3D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986214" y="3077844"/>
            <a:ext cx="139135" cy="100543"/>
          </a:xfrm>
          <a:custGeom>
            <a:avLst/>
            <a:gdLst/>
            <a:ahLst/>
            <a:cxnLst/>
            <a:rect l="l" t="t" r="r" b="b"/>
            <a:pathLst>
              <a:path w="139135" h="100543">
                <a:moveTo>
                  <a:pt x="27550" y="38609"/>
                </a:moveTo>
                <a:lnTo>
                  <a:pt x="0" y="0"/>
                </a:lnTo>
                <a:lnTo>
                  <a:pt x="111585" y="61934"/>
                </a:lnTo>
                <a:lnTo>
                  <a:pt x="139135" y="100543"/>
                </a:lnTo>
                <a:close/>
              </a:path>
            </a:pathLst>
          </a:custGeom>
          <a:solidFill>
            <a:srgbClr val="3D3D3D"/>
          </a:solidFill>
          <a:ln w="6350">
            <a:solidFill>
              <a:srgbClr val="3D3D3D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1965915" y="3033899"/>
            <a:ext cx="131884" cy="105879"/>
          </a:xfrm>
          <a:custGeom>
            <a:avLst/>
            <a:gdLst/>
            <a:ahLst/>
            <a:cxnLst/>
            <a:rect l="l" t="t" r="r" b="b"/>
            <a:pathLst>
              <a:path w="131884" h="105879">
                <a:moveTo>
                  <a:pt x="20299" y="43945"/>
                </a:moveTo>
                <a:lnTo>
                  <a:pt x="0" y="0"/>
                </a:lnTo>
                <a:lnTo>
                  <a:pt x="111585" y="61934"/>
                </a:lnTo>
                <a:lnTo>
                  <a:pt x="131884" y="105879"/>
                </a:lnTo>
                <a:close/>
              </a:path>
            </a:pathLst>
          </a:custGeom>
          <a:solidFill>
            <a:srgbClr val="4A4A4A"/>
          </a:solidFill>
          <a:ln w="6350">
            <a:solidFill>
              <a:srgbClr val="4A4A4A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1953484" y="2985952"/>
            <a:ext cx="124017" cy="109881"/>
          </a:xfrm>
          <a:custGeom>
            <a:avLst/>
            <a:gdLst/>
            <a:ahLst/>
            <a:cxnLst/>
            <a:rect l="l" t="t" r="r" b="b"/>
            <a:pathLst>
              <a:path w="124017" h="109881">
                <a:moveTo>
                  <a:pt x="12432" y="47947"/>
                </a:moveTo>
                <a:lnTo>
                  <a:pt x="0" y="0"/>
                </a:lnTo>
                <a:lnTo>
                  <a:pt x="111585" y="61934"/>
                </a:lnTo>
                <a:lnTo>
                  <a:pt x="124017" y="109881"/>
                </a:lnTo>
                <a:close/>
              </a:path>
            </a:pathLst>
          </a:custGeom>
          <a:solidFill>
            <a:srgbClr val="585858"/>
          </a:solidFill>
          <a:ln w="6350">
            <a:solidFill>
              <a:srgbClr val="585858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1949297" y="2935461"/>
            <a:ext cx="115771" cy="112426"/>
          </a:xfrm>
          <a:custGeom>
            <a:avLst/>
            <a:gdLst/>
            <a:ahLst/>
            <a:cxnLst/>
            <a:rect l="l" t="t" r="r" b="b"/>
            <a:pathLst>
              <a:path w="115771" h="112426">
                <a:moveTo>
                  <a:pt x="4186" y="50491"/>
                </a:moveTo>
                <a:lnTo>
                  <a:pt x="0" y="0"/>
                </a:lnTo>
                <a:lnTo>
                  <a:pt x="111585" y="61934"/>
                </a:lnTo>
                <a:lnTo>
                  <a:pt x="115771" y="112426"/>
                </a:lnTo>
                <a:close/>
              </a:path>
            </a:pathLst>
          </a:custGeom>
          <a:solidFill>
            <a:srgbClr val="666666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949297" y="2607213"/>
            <a:ext cx="662689" cy="651917"/>
          </a:xfrm>
          <a:custGeom>
            <a:avLst/>
            <a:gdLst/>
            <a:ahLst/>
            <a:cxnLst/>
            <a:rect l="l" t="t" r="r" b="b"/>
            <a:pathLst>
              <a:path w="662689" h="651917">
                <a:moveTo>
                  <a:pt x="0" y="328248"/>
                </a:moveTo>
                <a:lnTo>
                  <a:pt x="4186" y="276746"/>
                </a:lnTo>
                <a:lnTo>
                  <a:pt x="16618" y="225798"/>
                </a:lnTo>
                <a:lnTo>
                  <a:pt x="36917" y="176953"/>
                </a:lnTo>
                <a:lnTo>
                  <a:pt x="64467" y="131694"/>
                </a:lnTo>
                <a:lnTo>
                  <a:pt x="98431" y="91398"/>
                </a:lnTo>
                <a:lnTo>
                  <a:pt x="137776" y="57287"/>
                </a:lnTo>
                <a:lnTo>
                  <a:pt x="181308" y="30398"/>
                </a:lnTo>
                <a:lnTo>
                  <a:pt x="227703" y="11550"/>
                </a:lnTo>
                <a:lnTo>
                  <a:pt x="275552" y="1313"/>
                </a:lnTo>
                <a:lnTo>
                  <a:pt x="323401" y="0"/>
                </a:lnTo>
                <a:lnTo>
                  <a:pt x="369796" y="7650"/>
                </a:lnTo>
                <a:lnTo>
                  <a:pt x="413328" y="24031"/>
                </a:lnTo>
                <a:lnTo>
                  <a:pt x="524913" y="85965"/>
                </a:lnTo>
                <a:lnTo>
                  <a:pt x="564259" y="110578"/>
                </a:lnTo>
                <a:lnTo>
                  <a:pt x="598222" y="142677"/>
                </a:lnTo>
                <a:lnTo>
                  <a:pt x="625772" y="181286"/>
                </a:lnTo>
                <a:lnTo>
                  <a:pt x="646071" y="225231"/>
                </a:lnTo>
                <a:lnTo>
                  <a:pt x="658503" y="273178"/>
                </a:lnTo>
                <a:lnTo>
                  <a:pt x="662689" y="323669"/>
                </a:lnTo>
                <a:lnTo>
                  <a:pt x="658503" y="375171"/>
                </a:lnTo>
                <a:lnTo>
                  <a:pt x="646071" y="426119"/>
                </a:lnTo>
                <a:lnTo>
                  <a:pt x="625772" y="474964"/>
                </a:lnTo>
                <a:lnTo>
                  <a:pt x="598222" y="520223"/>
                </a:lnTo>
                <a:lnTo>
                  <a:pt x="564259" y="560519"/>
                </a:lnTo>
                <a:lnTo>
                  <a:pt x="524913" y="594630"/>
                </a:lnTo>
                <a:lnTo>
                  <a:pt x="481382" y="621518"/>
                </a:lnTo>
                <a:lnTo>
                  <a:pt x="434986" y="640367"/>
                </a:lnTo>
                <a:lnTo>
                  <a:pt x="387137" y="650604"/>
                </a:lnTo>
                <a:lnTo>
                  <a:pt x="339288" y="651917"/>
                </a:lnTo>
                <a:lnTo>
                  <a:pt x="292893" y="644267"/>
                </a:lnTo>
                <a:lnTo>
                  <a:pt x="249361" y="627886"/>
                </a:lnTo>
                <a:lnTo>
                  <a:pt x="137776" y="565952"/>
                </a:lnTo>
                <a:lnTo>
                  <a:pt x="98431" y="541339"/>
                </a:lnTo>
                <a:lnTo>
                  <a:pt x="64467" y="509240"/>
                </a:lnTo>
                <a:lnTo>
                  <a:pt x="36917" y="470631"/>
                </a:lnTo>
                <a:lnTo>
                  <a:pt x="16618" y="426686"/>
                </a:lnTo>
                <a:lnTo>
                  <a:pt x="4186" y="378739"/>
                </a:lnTo>
                <a:close/>
              </a:path>
            </a:pathLst>
          </a:custGeom>
          <a:ln w="12700">
            <a:solidFill>
              <a:srgbClr val="000000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2060882" y="2669147"/>
            <a:ext cx="551104" cy="589983"/>
          </a:xfrm>
          <a:custGeom>
            <a:avLst/>
            <a:gdLst/>
            <a:ahLst/>
            <a:cxnLst/>
            <a:rect l="l" t="t" r="r" b="b"/>
            <a:pathLst>
              <a:path w="551104" h="589983">
                <a:moveTo>
                  <a:pt x="0" y="328248"/>
                </a:moveTo>
                <a:lnTo>
                  <a:pt x="4186" y="276746"/>
                </a:lnTo>
                <a:lnTo>
                  <a:pt x="16618" y="225798"/>
                </a:lnTo>
                <a:lnTo>
                  <a:pt x="36917" y="176953"/>
                </a:lnTo>
                <a:lnTo>
                  <a:pt x="64467" y="131694"/>
                </a:lnTo>
                <a:lnTo>
                  <a:pt x="98431" y="91398"/>
                </a:lnTo>
                <a:lnTo>
                  <a:pt x="137776" y="57287"/>
                </a:lnTo>
                <a:lnTo>
                  <a:pt x="181308" y="30398"/>
                </a:lnTo>
                <a:lnTo>
                  <a:pt x="227703" y="11550"/>
                </a:lnTo>
                <a:lnTo>
                  <a:pt x="275552" y="1313"/>
                </a:lnTo>
                <a:lnTo>
                  <a:pt x="323401" y="0"/>
                </a:lnTo>
                <a:lnTo>
                  <a:pt x="369796" y="7650"/>
                </a:lnTo>
                <a:lnTo>
                  <a:pt x="413328" y="24031"/>
                </a:lnTo>
                <a:lnTo>
                  <a:pt x="452673" y="48644"/>
                </a:lnTo>
                <a:lnTo>
                  <a:pt x="486637" y="80743"/>
                </a:lnTo>
                <a:lnTo>
                  <a:pt x="514187" y="119352"/>
                </a:lnTo>
                <a:lnTo>
                  <a:pt x="534486" y="163297"/>
                </a:lnTo>
                <a:lnTo>
                  <a:pt x="546918" y="211244"/>
                </a:lnTo>
                <a:lnTo>
                  <a:pt x="551104" y="261735"/>
                </a:lnTo>
                <a:lnTo>
                  <a:pt x="546918" y="313237"/>
                </a:lnTo>
                <a:lnTo>
                  <a:pt x="534486" y="364185"/>
                </a:lnTo>
                <a:lnTo>
                  <a:pt x="514187" y="413030"/>
                </a:lnTo>
                <a:lnTo>
                  <a:pt x="486637" y="458288"/>
                </a:lnTo>
                <a:lnTo>
                  <a:pt x="452673" y="498585"/>
                </a:lnTo>
                <a:lnTo>
                  <a:pt x="413328" y="532696"/>
                </a:lnTo>
                <a:lnTo>
                  <a:pt x="369796" y="559584"/>
                </a:lnTo>
                <a:lnTo>
                  <a:pt x="323401" y="578433"/>
                </a:lnTo>
                <a:lnTo>
                  <a:pt x="275552" y="588670"/>
                </a:lnTo>
                <a:lnTo>
                  <a:pt x="227703" y="589983"/>
                </a:lnTo>
                <a:lnTo>
                  <a:pt x="181308" y="582333"/>
                </a:lnTo>
                <a:lnTo>
                  <a:pt x="137776" y="565952"/>
                </a:lnTo>
                <a:lnTo>
                  <a:pt x="98431" y="541339"/>
                </a:lnTo>
                <a:lnTo>
                  <a:pt x="64467" y="509240"/>
                </a:lnTo>
                <a:lnTo>
                  <a:pt x="36917" y="470631"/>
                </a:lnTo>
                <a:lnTo>
                  <a:pt x="16618" y="426686"/>
                </a:lnTo>
                <a:lnTo>
                  <a:pt x="4186" y="378739"/>
                </a:lnTo>
                <a:close/>
              </a:path>
            </a:pathLst>
          </a:custGeom>
          <a:solidFill>
            <a:srgbClr val="48484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115993" y="2728146"/>
            <a:ext cx="440883" cy="471986"/>
          </a:xfrm>
          <a:custGeom>
            <a:avLst/>
            <a:gdLst/>
            <a:ahLst/>
            <a:cxnLst/>
            <a:rect l="l" t="t" r="r" b="b"/>
            <a:pathLst>
              <a:path w="440883" h="471986">
                <a:moveTo>
                  <a:pt x="0" y="262598"/>
                </a:moveTo>
                <a:lnTo>
                  <a:pt x="3349" y="221397"/>
                </a:lnTo>
                <a:lnTo>
                  <a:pt x="13294" y="180639"/>
                </a:lnTo>
                <a:lnTo>
                  <a:pt x="29534" y="141562"/>
                </a:lnTo>
                <a:lnTo>
                  <a:pt x="51574" y="105356"/>
                </a:lnTo>
                <a:lnTo>
                  <a:pt x="78744" y="73118"/>
                </a:lnTo>
                <a:lnTo>
                  <a:pt x="110221" y="45829"/>
                </a:lnTo>
                <a:lnTo>
                  <a:pt x="145046" y="24319"/>
                </a:lnTo>
                <a:lnTo>
                  <a:pt x="182162" y="9240"/>
                </a:lnTo>
                <a:lnTo>
                  <a:pt x="220442" y="1051"/>
                </a:lnTo>
                <a:lnTo>
                  <a:pt x="258721" y="0"/>
                </a:lnTo>
                <a:lnTo>
                  <a:pt x="295837" y="6120"/>
                </a:lnTo>
                <a:lnTo>
                  <a:pt x="330662" y="19224"/>
                </a:lnTo>
                <a:lnTo>
                  <a:pt x="362139" y="38915"/>
                </a:lnTo>
                <a:lnTo>
                  <a:pt x="389310" y="64594"/>
                </a:lnTo>
                <a:lnTo>
                  <a:pt x="411350" y="95481"/>
                </a:lnTo>
                <a:lnTo>
                  <a:pt x="427589" y="130638"/>
                </a:lnTo>
                <a:lnTo>
                  <a:pt x="437534" y="168995"/>
                </a:lnTo>
                <a:lnTo>
                  <a:pt x="440883" y="209388"/>
                </a:lnTo>
                <a:lnTo>
                  <a:pt x="437534" y="250590"/>
                </a:lnTo>
                <a:lnTo>
                  <a:pt x="427589" y="291348"/>
                </a:lnTo>
                <a:lnTo>
                  <a:pt x="411350" y="330424"/>
                </a:lnTo>
                <a:lnTo>
                  <a:pt x="389310" y="366631"/>
                </a:lnTo>
                <a:lnTo>
                  <a:pt x="362139" y="398868"/>
                </a:lnTo>
                <a:lnTo>
                  <a:pt x="330662" y="426157"/>
                </a:lnTo>
                <a:lnTo>
                  <a:pt x="295837" y="447667"/>
                </a:lnTo>
                <a:lnTo>
                  <a:pt x="258721" y="462746"/>
                </a:lnTo>
                <a:lnTo>
                  <a:pt x="220442" y="470936"/>
                </a:lnTo>
                <a:lnTo>
                  <a:pt x="182162" y="471986"/>
                </a:lnTo>
                <a:lnTo>
                  <a:pt x="145046" y="465866"/>
                </a:lnTo>
                <a:lnTo>
                  <a:pt x="110221" y="452762"/>
                </a:lnTo>
                <a:lnTo>
                  <a:pt x="78744" y="433071"/>
                </a:lnTo>
                <a:lnTo>
                  <a:pt x="51574" y="407392"/>
                </a:lnTo>
                <a:lnTo>
                  <a:pt x="29534" y="376505"/>
                </a:lnTo>
                <a:lnTo>
                  <a:pt x="13294" y="341349"/>
                </a:lnTo>
                <a:lnTo>
                  <a:pt x="3349" y="302991"/>
                </a:lnTo>
                <a:close/>
              </a:path>
            </a:pathLst>
          </a:custGeom>
          <a:solidFill>
            <a:srgbClr val="1A1A1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2193147" y="2810743"/>
            <a:ext cx="286574" cy="306791"/>
          </a:xfrm>
          <a:custGeom>
            <a:avLst/>
            <a:gdLst/>
            <a:ahLst/>
            <a:cxnLst/>
            <a:rect l="l" t="t" r="r" b="b"/>
            <a:pathLst>
              <a:path w="286574" h="306791">
                <a:moveTo>
                  <a:pt x="0" y="170689"/>
                </a:moveTo>
                <a:lnTo>
                  <a:pt x="2177" y="143908"/>
                </a:lnTo>
                <a:lnTo>
                  <a:pt x="8641" y="117415"/>
                </a:lnTo>
                <a:lnTo>
                  <a:pt x="19197" y="92016"/>
                </a:lnTo>
                <a:lnTo>
                  <a:pt x="33523" y="68481"/>
                </a:lnTo>
                <a:lnTo>
                  <a:pt x="51184" y="47527"/>
                </a:lnTo>
                <a:lnTo>
                  <a:pt x="71644" y="29789"/>
                </a:lnTo>
                <a:lnTo>
                  <a:pt x="94280" y="15807"/>
                </a:lnTo>
                <a:lnTo>
                  <a:pt x="118406" y="6006"/>
                </a:lnTo>
                <a:lnTo>
                  <a:pt x="143287" y="683"/>
                </a:lnTo>
                <a:lnTo>
                  <a:pt x="168169" y="0"/>
                </a:lnTo>
                <a:lnTo>
                  <a:pt x="192294" y="3978"/>
                </a:lnTo>
                <a:lnTo>
                  <a:pt x="214931" y="12496"/>
                </a:lnTo>
                <a:lnTo>
                  <a:pt x="235390" y="25295"/>
                </a:lnTo>
                <a:lnTo>
                  <a:pt x="253051" y="41986"/>
                </a:lnTo>
                <a:lnTo>
                  <a:pt x="267377" y="62063"/>
                </a:lnTo>
                <a:lnTo>
                  <a:pt x="277933" y="84914"/>
                </a:lnTo>
                <a:lnTo>
                  <a:pt x="284397" y="109847"/>
                </a:lnTo>
                <a:lnTo>
                  <a:pt x="286574" y="136102"/>
                </a:lnTo>
                <a:lnTo>
                  <a:pt x="284397" y="162883"/>
                </a:lnTo>
                <a:lnTo>
                  <a:pt x="277933" y="189376"/>
                </a:lnTo>
                <a:lnTo>
                  <a:pt x="267377" y="214775"/>
                </a:lnTo>
                <a:lnTo>
                  <a:pt x="253051" y="238310"/>
                </a:lnTo>
                <a:lnTo>
                  <a:pt x="235390" y="259264"/>
                </a:lnTo>
                <a:lnTo>
                  <a:pt x="214931" y="277002"/>
                </a:lnTo>
                <a:lnTo>
                  <a:pt x="192294" y="290984"/>
                </a:lnTo>
                <a:lnTo>
                  <a:pt x="168169" y="300785"/>
                </a:lnTo>
                <a:lnTo>
                  <a:pt x="143287" y="306108"/>
                </a:lnTo>
                <a:lnTo>
                  <a:pt x="118406" y="306791"/>
                </a:lnTo>
                <a:lnTo>
                  <a:pt x="94280" y="302813"/>
                </a:lnTo>
                <a:lnTo>
                  <a:pt x="71644" y="294295"/>
                </a:lnTo>
                <a:lnTo>
                  <a:pt x="51184" y="281496"/>
                </a:lnTo>
                <a:lnTo>
                  <a:pt x="33523" y="264805"/>
                </a:lnTo>
                <a:lnTo>
                  <a:pt x="19197" y="244728"/>
                </a:lnTo>
                <a:lnTo>
                  <a:pt x="8641" y="221877"/>
                </a:lnTo>
                <a:lnTo>
                  <a:pt x="2177" y="196944"/>
                </a:ln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105" name="Shape 103"/>
          <p:cNvSpPr/>
          <p:nvPr/>
        </p:nvSpPr>
        <p:spPr>
          <a:xfrm>
            <a:off x="2267546" y="2890391"/>
            <a:ext cx="137776" cy="147496"/>
          </a:xfrm>
          <a:custGeom>
            <a:avLst/>
            <a:gdLst/>
            <a:ahLst/>
            <a:cxnLst/>
            <a:rect l="l" t="t" r="r" b="b"/>
            <a:pathLst>
              <a:path w="137776" h="147496">
                <a:moveTo>
                  <a:pt x="0" y="82062"/>
                </a:moveTo>
                <a:lnTo>
                  <a:pt x="1047" y="69186"/>
                </a:lnTo>
                <a:lnTo>
                  <a:pt x="4154" y="56450"/>
                </a:lnTo>
                <a:lnTo>
                  <a:pt x="9229" y="44238"/>
                </a:lnTo>
                <a:lnTo>
                  <a:pt x="16117" y="32924"/>
                </a:lnTo>
                <a:lnTo>
                  <a:pt x="24608" y="22849"/>
                </a:lnTo>
                <a:lnTo>
                  <a:pt x="34444" y="14322"/>
                </a:lnTo>
                <a:lnTo>
                  <a:pt x="45327" y="7600"/>
                </a:lnTo>
                <a:lnTo>
                  <a:pt x="56926" y="2887"/>
                </a:lnTo>
                <a:lnTo>
                  <a:pt x="68888" y="328"/>
                </a:lnTo>
                <a:lnTo>
                  <a:pt x="80850" y="0"/>
                </a:lnTo>
                <a:lnTo>
                  <a:pt x="92449" y="1912"/>
                </a:lnTo>
                <a:lnTo>
                  <a:pt x="103332" y="6008"/>
                </a:lnTo>
                <a:lnTo>
                  <a:pt x="113168" y="12161"/>
                </a:lnTo>
                <a:lnTo>
                  <a:pt x="121659" y="20186"/>
                </a:lnTo>
                <a:lnTo>
                  <a:pt x="128547" y="29838"/>
                </a:lnTo>
                <a:lnTo>
                  <a:pt x="133622" y="40824"/>
                </a:lnTo>
                <a:lnTo>
                  <a:pt x="136729" y="52811"/>
                </a:lnTo>
                <a:lnTo>
                  <a:pt x="137776" y="65434"/>
                </a:lnTo>
                <a:lnTo>
                  <a:pt x="136729" y="78309"/>
                </a:lnTo>
                <a:lnTo>
                  <a:pt x="133622" y="91046"/>
                </a:lnTo>
                <a:lnTo>
                  <a:pt x="128547" y="103257"/>
                </a:lnTo>
                <a:lnTo>
                  <a:pt x="121659" y="114572"/>
                </a:lnTo>
                <a:lnTo>
                  <a:pt x="113168" y="124646"/>
                </a:lnTo>
                <a:lnTo>
                  <a:pt x="103332" y="133174"/>
                </a:lnTo>
                <a:lnTo>
                  <a:pt x="92449" y="139896"/>
                </a:lnTo>
                <a:lnTo>
                  <a:pt x="80850" y="144608"/>
                </a:lnTo>
                <a:lnTo>
                  <a:pt x="68888" y="147167"/>
                </a:lnTo>
                <a:lnTo>
                  <a:pt x="56926" y="147496"/>
                </a:lnTo>
                <a:lnTo>
                  <a:pt x="45327" y="145583"/>
                </a:lnTo>
                <a:lnTo>
                  <a:pt x="34444" y="141488"/>
                </a:lnTo>
                <a:lnTo>
                  <a:pt x="24608" y="135335"/>
                </a:lnTo>
                <a:lnTo>
                  <a:pt x="16117" y="127310"/>
                </a:lnTo>
                <a:lnTo>
                  <a:pt x="9229" y="117658"/>
                </a:lnTo>
                <a:lnTo>
                  <a:pt x="4154" y="106671"/>
                </a:lnTo>
                <a:lnTo>
                  <a:pt x="1047" y="94685"/>
                </a:ln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06" name="Shape 104"/>
          <p:cNvSpPr/>
          <p:nvPr/>
        </p:nvSpPr>
        <p:spPr>
          <a:xfrm>
            <a:off x="2364022" y="2775169"/>
            <a:ext cx="148748" cy="197350"/>
          </a:xfrm>
          <a:custGeom>
            <a:avLst/>
            <a:gdLst/>
            <a:ahLst/>
            <a:cxnLst/>
            <a:rect l="l" t="t" r="r" b="b"/>
            <a:pathLst>
              <a:path w="148748" h="197350">
                <a:moveTo>
                  <a:pt x="0" y="0"/>
                </a:moveTo>
                <a:lnTo>
                  <a:pt x="24508" y="3116"/>
                </a:lnTo>
                <a:lnTo>
                  <a:pt x="47955" y="10016"/>
                </a:lnTo>
                <a:lnTo>
                  <a:pt x="69865" y="20558"/>
                </a:lnTo>
                <a:lnTo>
                  <a:pt x="89790" y="34529"/>
                </a:lnTo>
                <a:lnTo>
                  <a:pt x="107327" y="51644"/>
                </a:lnTo>
                <a:lnTo>
                  <a:pt x="122116" y="71554"/>
                </a:lnTo>
                <a:lnTo>
                  <a:pt x="133859" y="93855"/>
                </a:lnTo>
                <a:lnTo>
                  <a:pt x="142314" y="118092"/>
                </a:lnTo>
                <a:lnTo>
                  <a:pt x="147311" y="143772"/>
                </a:lnTo>
                <a:lnTo>
                  <a:pt x="148748" y="170372"/>
                </a:lnTo>
                <a:lnTo>
                  <a:pt x="146594" y="197350"/>
                </a:lnTo>
                <a:close/>
              </a:path>
            </a:pathLst>
          </a:custGeom>
          <a:solidFill>
            <a:srgbClr val="E0E0E0"/>
          </a:solidFill>
          <a:ln/>
        </p:spPr>
      </p:sp>
      <p:sp>
        <p:nvSpPr>
          <p:cNvPr id="107" name="Shape 105"/>
          <p:cNvSpPr/>
          <p:nvPr/>
        </p:nvSpPr>
        <p:spPr>
          <a:xfrm>
            <a:off x="1506964" y="2936763"/>
            <a:ext cx="85017" cy="66212"/>
          </a:xfrm>
          <a:custGeom>
            <a:avLst/>
            <a:gdLst/>
            <a:ahLst/>
            <a:cxnLst/>
            <a:rect l="l" t="t" r="r" b="b"/>
            <a:pathLst>
              <a:path w="85017" h="66212">
                <a:moveTo>
                  <a:pt x="0" y="21169"/>
                </a:moveTo>
                <a:lnTo>
                  <a:pt x="3864" y="0"/>
                </a:lnTo>
                <a:lnTo>
                  <a:pt x="85017" y="45043"/>
                </a:lnTo>
                <a:lnTo>
                  <a:pt x="81153" y="66212"/>
                </a:lnTo>
                <a:close/>
              </a:path>
            </a:pathLst>
          </a:custGeom>
          <a:solidFill>
            <a:srgbClr val="DEDEDE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1510828" y="2917884"/>
            <a:ext cx="92156" cy="63922"/>
          </a:xfrm>
          <a:custGeom>
            <a:avLst/>
            <a:gdLst/>
            <a:ahLst/>
            <a:cxnLst/>
            <a:rect l="l" t="t" r="r" b="b"/>
            <a:pathLst>
              <a:path w="92156" h="63922">
                <a:moveTo>
                  <a:pt x="0" y="18879"/>
                </a:moveTo>
                <a:lnTo>
                  <a:pt x="11003" y="0"/>
                </a:lnTo>
                <a:lnTo>
                  <a:pt x="92156" y="45043"/>
                </a:lnTo>
                <a:lnTo>
                  <a:pt x="81153" y="63922"/>
                </a:lnTo>
                <a:close/>
              </a:path>
            </a:pathLst>
          </a:custGeom>
          <a:solidFill>
            <a:srgbClr val="EBEBEB"/>
          </a:solidFill>
          <a:ln w="6350">
            <a:solidFill>
              <a:srgbClr val="EBEBEB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1521831" y="2904170"/>
            <a:ext cx="97620" cy="58758"/>
          </a:xfrm>
          <a:custGeom>
            <a:avLst/>
            <a:gdLst/>
            <a:ahLst/>
            <a:cxnLst/>
            <a:rect l="l" t="t" r="r" b="b"/>
            <a:pathLst>
              <a:path w="97620" h="58758">
                <a:moveTo>
                  <a:pt x="0" y="13715"/>
                </a:moveTo>
                <a:lnTo>
                  <a:pt x="16468" y="0"/>
                </a:lnTo>
                <a:lnTo>
                  <a:pt x="97620" y="45043"/>
                </a:lnTo>
                <a:lnTo>
                  <a:pt x="81153" y="58758"/>
                </a:lnTo>
                <a:close/>
              </a:path>
            </a:pathLst>
          </a:custGeom>
          <a:solidFill>
            <a:srgbClr val="EFEFEF"/>
          </a:solidFill>
          <a:ln w="6350">
            <a:solidFill>
              <a:srgbClr val="EFEFEF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1538299" y="2897707"/>
            <a:ext cx="100578" cy="51505"/>
          </a:xfrm>
          <a:custGeom>
            <a:avLst/>
            <a:gdLst/>
            <a:ahLst/>
            <a:cxnLst/>
            <a:rect l="l" t="t" r="r" b="b"/>
            <a:pathLst>
              <a:path w="100578" h="51505">
                <a:moveTo>
                  <a:pt x="0" y="6462"/>
                </a:moveTo>
                <a:lnTo>
                  <a:pt x="19425" y="0"/>
                </a:lnTo>
                <a:lnTo>
                  <a:pt x="100578" y="45043"/>
                </a:lnTo>
                <a:lnTo>
                  <a:pt x="81153" y="51505"/>
                </a:lnTo>
                <a:close/>
              </a:path>
            </a:pathLst>
          </a:custGeom>
          <a:solidFill>
            <a:srgbClr val="EBEBEB"/>
          </a:solidFill>
          <a:ln w="6350">
            <a:solidFill>
              <a:srgbClr val="EBEBEB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1557723" y="2897707"/>
            <a:ext cx="100578" cy="46817"/>
          </a:xfrm>
          <a:custGeom>
            <a:avLst/>
            <a:gdLst/>
            <a:ahLst/>
            <a:cxnLst/>
            <a:rect l="l" t="t" r="r" b="b"/>
            <a:pathLst>
              <a:path w="100578" h="46817">
                <a:moveTo>
                  <a:pt x="0" y="0"/>
                </a:moveTo>
                <a:lnTo>
                  <a:pt x="19425" y="1774"/>
                </a:lnTo>
                <a:lnTo>
                  <a:pt x="100578" y="46817"/>
                </a:lnTo>
                <a:lnTo>
                  <a:pt x="81153" y="45043"/>
                </a:lnTo>
                <a:close/>
              </a:path>
            </a:pathLst>
          </a:custGeom>
          <a:solidFill>
            <a:srgbClr val="DDDDDD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1521831" y="2994391"/>
            <a:ext cx="97620" cy="54783"/>
          </a:xfrm>
          <a:custGeom>
            <a:avLst/>
            <a:gdLst/>
            <a:ahLst/>
            <a:cxnLst/>
            <a:rect l="l" t="t" r="r" b="b"/>
            <a:pathLst>
              <a:path w="97620" h="54783">
                <a:moveTo>
                  <a:pt x="16468" y="9740"/>
                </a:moveTo>
                <a:lnTo>
                  <a:pt x="0" y="0"/>
                </a:lnTo>
                <a:lnTo>
                  <a:pt x="81153" y="45043"/>
                </a:lnTo>
                <a:lnTo>
                  <a:pt x="97620" y="54783"/>
                </a:lnTo>
                <a:close/>
              </a:path>
            </a:pathLst>
          </a:custGeom>
          <a:solidFill>
            <a:srgbClr val="B1B1B1"/>
          </a:solidFill>
          <a:ln w="6350">
            <a:solidFill>
              <a:srgbClr val="B1B1B1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1510828" y="2978168"/>
            <a:ext cx="92156" cy="61266"/>
          </a:xfrm>
          <a:custGeom>
            <a:avLst/>
            <a:gdLst/>
            <a:ahLst/>
            <a:cxnLst/>
            <a:rect l="l" t="t" r="r" b="b"/>
            <a:pathLst>
              <a:path w="92156" h="61266">
                <a:moveTo>
                  <a:pt x="11003" y="16223"/>
                </a:moveTo>
                <a:lnTo>
                  <a:pt x="0" y="0"/>
                </a:lnTo>
                <a:lnTo>
                  <a:pt x="81153" y="45043"/>
                </a:lnTo>
                <a:lnTo>
                  <a:pt x="92156" y="61266"/>
                </a:lnTo>
                <a:close/>
              </a:path>
            </a:pathLst>
          </a:custGeom>
          <a:solidFill>
            <a:srgbClr val="B1B1B1"/>
          </a:solidFill>
          <a:ln w="6350">
            <a:solidFill>
              <a:srgbClr val="B1B1B1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1506964" y="2957932"/>
            <a:ext cx="85017" cy="65279"/>
          </a:xfrm>
          <a:custGeom>
            <a:avLst/>
            <a:gdLst/>
            <a:ahLst/>
            <a:cxnLst/>
            <a:rect l="l" t="t" r="r" b="b"/>
            <a:pathLst>
              <a:path w="85017" h="65279">
                <a:moveTo>
                  <a:pt x="3864" y="20236"/>
                </a:moveTo>
                <a:lnTo>
                  <a:pt x="0" y="0"/>
                </a:lnTo>
                <a:lnTo>
                  <a:pt x="81153" y="45043"/>
                </a:lnTo>
                <a:lnTo>
                  <a:pt x="85017" y="65279"/>
                </a:lnTo>
                <a:close/>
              </a:path>
            </a:pathLst>
          </a:custGeom>
          <a:solidFill>
            <a:srgbClr val="C9C9C9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1506964" y="2897707"/>
            <a:ext cx="182672" cy="153240"/>
          </a:xfrm>
          <a:custGeom>
            <a:avLst/>
            <a:gdLst/>
            <a:ahLst/>
            <a:cxnLst/>
            <a:rect l="l" t="t" r="r" b="b"/>
            <a:pathLst>
              <a:path w="182672" h="153240">
                <a:moveTo>
                  <a:pt x="0" y="60225"/>
                </a:moveTo>
                <a:lnTo>
                  <a:pt x="3864" y="39056"/>
                </a:lnTo>
                <a:lnTo>
                  <a:pt x="14867" y="20177"/>
                </a:lnTo>
                <a:lnTo>
                  <a:pt x="31335" y="6462"/>
                </a:lnTo>
                <a:lnTo>
                  <a:pt x="50760" y="0"/>
                </a:lnTo>
                <a:lnTo>
                  <a:pt x="70184" y="1774"/>
                </a:lnTo>
                <a:lnTo>
                  <a:pt x="151337" y="46817"/>
                </a:lnTo>
                <a:lnTo>
                  <a:pt x="167805" y="56556"/>
                </a:lnTo>
                <a:lnTo>
                  <a:pt x="178808" y="72779"/>
                </a:lnTo>
                <a:lnTo>
                  <a:pt x="182672" y="93015"/>
                </a:lnTo>
                <a:lnTo>
                  <a:pt x="178808" y="114184"/>
                </a:lnTo>
                <a:lnTo>
                  <a:pt x="167805" y="133063"/>
                </a:lnTo>
                <a:lnTo>
                  <a:pt x="151337" y="146778"/>
                </a:lnTo>
                <a:lnTo>
                  <a:pt x="131912" y="153240"/>
                </a:lnTo>
                <a:lnTo>
                  <a:pt x="112488" y="151467"/>
                </a:lnTo>
                <a:lnTo>
                  <a:pt x="31335" y="106424"/>
                </a:lnTo>
                <a:lnTo>
                  <a:pt x="14867" y="96684"/>
                </a:lnTo>
                <a:lnTo>
                  <a:pt x="3864" y="80461"/>
                </a:lnTo>
                <a:close/>
              </a:path>
            </a:pathLst>
          </a:custGeom>
          <a:ln w="12700">
            <a:solidFill>
              <a:srgbClr val="000000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1588117" y="2942750"/>
            <a:ext cx="101519" cy="108197"/>
          </a:xfrm>
          <a:custGeom>
            <a:avLst/>
            <a:gdLst/>
            <a:ahLst/>
            <a:cxnLst/>
            <a:rect l="l" t="t" r="r" b="b"/>
            <a:pathLst>
              <a:path w="101519" h="108197">
                <a:moveTo>
                  <a:pt x="0" y="60225"/>
                </a:moveTo>
                <a:lnTo>
                  <a:pt x="3864" y="39056"/>
                </a:lnTo>
                <a:lnTo>
                  <a:pt x="14867" y="20177"/>
                </a:lnTo>
                <a:lnTo>
                  <a:pt x="31335" y="6462"/>
                </a:lnTo>
                <a:lnTo>
                  <a:pt x="50760" y="0"/>
                </a:lnTo>
                <a:lnTo>
                  <a:pt x="70184" y="1774"/>
                </a:lnTo>
                <a:lnTo>
                  <a:pt x="86652" y="11513"/>
                </a:lnTo>
                <a:lnTo>
                  <a:pt x="97655" y="27736"/>
                </a:lnTo>
                <a:lnTo>
                  <a:pt x="101519" y="47972"/>
                </a:lnTo>
                <a:lnTo>
                  <a:pt x="97655" y="69141"/>
                </a:lnTo>
                <a:lnTo>
                  <a:pt x="86652" y="88020"/>
                </a:lnTo>
                <a:lnTo>
                  <a:pt x="70184" y="101735"/>
                </a:lnTo>
                <a:lnTo>
                  <a:pt x="50760" y="108197"/>
                </a:lnTo>
                <a:lnTo>
                  <a:pt x="31335" y="106424"/>
                </a:lnTo>
                <a:lnTo>
                  <a:pt x="14867" y="96684"/>
                </a:lnTo>
                <a:lnTo>
                  <a:pt x="3864" y="80461"/>
                </a:lnTo>
                <a:close/>
              </a:path>
            </a:pathLst>
          </a:custGeom>
          <a:solidFill>
            <a:srgbClr val="B9B9B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5320542" y="4193971"/>
            <a:ext cx="87766" cy="169167"/>
          </a:xfrm>
          <a:custGeom>
            <a:avLst/>
            <a:gdLst/>
            <a:ahLst/>
            <a:cxnLst/>
            <a:rect l="l" t="t" r="r" b="b"/>
            <a:pathLst>
              <a:path w="87766" h="169167">
                <a:moveTo>
                  <a:pt x="0" y="143107"/>
                </a:moveTo>
                <a:lnTo>
                  <a:pt x="87766" y="169167"/>
                </a:lnTo>
                <a:lnTo>
                  <a:pt x="87766" y="26060"/>
                </a:lnTo>
                <a:lnTo>
                  <a:pt x="0" y="0"/>
                </a:lnTo>
                <a:close/>
              </a:path>
            </a:pathLst>
          </a:custGeom>
          <a:solidFill>
            <a:srgbClr val="9D9D9D"/>
          </a:solidFill>
          <a:ln w="6350">
            <a:solidFill>
              <a:srgbClr val="9D9D9D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5408308" y="4220031"/>
            <a:ext cx="108198" cy="165602"/>
          </a:xfrm>
          <a:custGeom>
            <a:avLst/>
            <a:gdLst/>
            <a:ahLst/>
            <a:cxnLst/>
            <a:rect l="l" t="t" r="r" b="b"/>
            <a:pathLst>
              <a:path w="108198" h="165602">
                <a:moveTo>
                  <a:pt x="0" y="143107"/>
                </a:moveTo>
                <a:lnTo>
                  <a:pt x="108198" y="165602"/>
                </a:lnTo>
                <a:lnTo>
                  <a:pt x="108198" y="22496"/>
                </a:lnTo>
                <a:lnTo>
                  <a:pt x="0" y="0"/>
                </a:lnTo>
                <a:close/>
              </a:path>
            </a:pathLst>
          </a:custGeom>
          <a:solidFill>
            <a:srgbClr val="9E9E9E"/>
          </a:solidFill>
          <a:ln w="6350">
            <a:solidFill>
              <a:srgbClr val="9E9E9E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5516506" y="4242526"/>
            <a:ext cx="125342" cy="161354"/>
          </a:xfrm>
          <a:custGeom>
            <a:avLst/>
            <a:gdLst/>
            <a:ahLst/>
            <a:cxnLst/>
            <a:rect l="l" t="t" r="r" b="b"/>
            <a:pathLst>
              <a:path w="125342" h="161354">
                <a:moveTo>
                  <a:pt x="0" y="143107"/>
                </a:moveTo>
                <a:lnTo>
                  <a:pt x="125342" y="161354"/>
                </a:lnTo>
                <a:lnTo>
                  <a:pt x="125342" y="18248"/>
                </a:lnTo>
                <a:lnTo>
                  <a:pt x="0" y="0"/>
                </a:lnTo>
                <a:close/>
              </a:path>
            </a:pathLst>
          </a:custGeom>
          <a:solidFill>
            <a:srgbClr val="9C9C9C"/>
          </a:solidFill>
          <a:ln w="6350">
            <a:solidFill>
              <a:srgbClr val="9C9C9C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5641848" y="4260774"/>
            <a:ext cx="138679" cy="156552"/>
          </a:xfrm>
          <a:custGeom>
            <a:avLst/>
            <a:gdLst/>
            <a:ahLst/>
            <a:cxnLst/>
            <a:rect l="l" t="t" r="r" b="b"/>
            <a:pathLst>
              <a:path w="138679" h="156552">
                <a:moveTo>
                  <a:pt x="0" y="143107"/>
                </a:moveTo>
                <a:lnTo>
                  <a:pt x="138679" y="156552"/>
                </a:lnTo>
                <a:lnTo>
                  <a:pt x="138679" y="13445"/>
                </a:lnTo>
                <a:lnTo>
                  <a:pt x="0" y="0"/>
                </a:lnTo>
                <a:close/>
              </a:path>
            </a:pathLst>
          </a:custGeom>
          <a:solidFill>
            <a:srgbClr val="989898"/>
          </a:solidFill>
          <a:ln w="6350">
            <a:solidFill>
              <a:srgbClr val="989898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5780527" y="4274219"/>
            <a:ext cx="147801" cy="151341"/>
          </a:xfrm>
          <a:custGeom>
            <a:avLst/>
            <a:gdLst/>
            <a:ahLst/>
            <a:cxnLst/>
            <a:rect l="l" t="t" r="r" b="b"/>
            <a:pathLst>
              <a:path w="147801" h="151341">
                <a:moveTo>
                  <a:pt x="0" y="143107"/>
                </a:moveTo>
                <a:lnTo>
                  <a:pt x="147801" y="151341"/>
                </a:lnTo>
                <a:lnTo>
                  <a:pt x="147801" y="8234"/>
                </a:lnTo>
                <a:lnTo>
                  <a:pt x="0" y="0"/>
                </a:lnTo>
                <a:close/>
              </a:path>
            </a:pathLst>
          </a:custGeom>
          <a:solidFill>
            <a:srgbClr val="939393"/>
          </a:solidFill>
          <a:ln w="6350">
            <a:solidFill>
              <a:srgbClr val="939393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5928327" y="4282453"/>
            <a:ext cx="152433" cy="145880"/>
          </a:xfrm>
          <a:custGeom>
            <a:avLst/>
            <a:gdLst/>
            <a:ahLst/>
            <a:cxnLst/>
            <a:rect l="l" t="t" r="r" b="b"/>
            <a:pathLst>
              <a:path w="152433" h="145880">
                <a:moveTo>
                  <a:pt x="0" y="143107"/>
                </a:moveTo>
                <a:lnTo>
                  <a:pt x="152433" y="145880"/>
                </a:lnTo>
                <a:lnTo>
                  <a:pt x="152433" y="2773"/>
                </a:lnTo>
                <a:lnTo>
                  <a:pt x="0" y="0"/>
                </a:lnTo>
                <a:close/>
              </a:path>
            </a:pathLst>
          </a:custGeom>
          <a:solidFill>
            <a:srgbClr val="8C8C8C"/>
          </a:solidFill>
          <a:ln w="6350">
            <a:solidFill>
              <a:srgbClr val="8C8C8C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6080760" y="4282453"/>
            <a:ext cx="152433" cy="145880"/>
          </a:xfrm>
          <a:custGeom>
            <a:avLst/>
            <a:gdLst/>
            <a:ahLst/>
            <a:cxnLst/>
            <a:rect l="l" t="t" r="r" b="b"/>
            <a:pathLst>
              <a:path w="152433" h="145880">
                <a:moveTo>
                  <a:pt x="0" y="145880"/>
                </a:moveTo>
                <a:lnTo>
                  <a:pt x="152433" y="143107"/>
                </a:lnTo>
                <a:lnTo>
                  <a:pt x="152433" y="0"/>
                </a:lnTo>
                <a:lnTo>
                  <a:pt x="0" y="2773"/>
                </a:lnTo>
                <a:close/>
              </a:path>
            </a:pathLst>
          </a:custGeom>
          <a:solidFill>
            <a:srgbClr val="848484"/>
          </a:solidFill>
          <a:ln w="6350">
            <a:solidFill>
              <a:srgbClr val="848484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6233193" y="4274219"/>
            <a:ext cx="147801" cy="151341"/>
          </a:xfrm>
          <a:custGeom>
            <a:avLst/>
            <a:gdLst/>
            <a:ahLst/>
            <a:cxnLst/>
            <a:rect l="l" t="t" r="r" b="b"/>
            <a:pathLst>
              <a:path w="147801" h="151341">
                <a:moveTo>
                  <a:pt x="0" y="151341"/>
                </a:moveTo>
                <a:lnTo>
                  <a:pt x="147801" y="143107"/>
                </a:lnTo>
                <a:lnTo>
                  <a:pt x="147801" y="0"/>
                </a:lnTo>
                <a:lnTo>
                  <a:pt x="0" y="8234"/>
                </a:lnTo>
                <a:close/>
              </a:path>
            </a:pathLst>
          </a:custGeom>
          <a:solidFill>
            <a:srgbClr val="7B7B7B"/>
          </a:solidFill>
          <a:ln w="6350">
            <a:solidFill>
              <a:srgbClr val="7B7B7B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6380993" y="4260774"/>
            <a:ext cx="138679" cy="156552"/>
          </a:xfrm>
          <a:custGeom>
            <a:avLst/>
            <a:gdLst/>
            <a:ahLst/>
            <a:cxnLst/>
            <a:rect l="l" t="t" r="r" b="b"/>
            <a:pathLst>
              <a:path w="138679" h="156552">
                <a:moveTo>
                  <a:pt x="0" y="156552"/>
                </a:moveTo>
                <a:lnTo>
                  <a:pt x="138679" y="143107"/>
                </a:lnTo>
                <a:lnTo>
                  <a:pt x="138679" y="0"/>
                </a:lnTo>
                <a:lnTo>
                  <a:pt x="0" y="13445"/>
                </a:lnTo>
                <a:close/>
              </a:path>
            </a:pathLst>
          </a:custGeom>
          <a:solidFill>
            <a:srgbClr val="707070"/>
          </a:solidFill>
          <a:ln w="6350">
            <a:solidFill>
              <a:srgbClr val="707070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6519672" y="4242526"/>
            <a:ext cx="125342" cy="161354"/>
          </a:xfrm>
          <a:custGeom>
            <a:avLst/>
            <a:gdLst/>
            <a:ahLst/>
            <a:cxnLst/>
            <a:rect l="l" t="t" r="r" b="b"/>
            <a:pathLst>
              <a:path w="125342" h="161354">
                <a:moveTo>
                  <a:pt x="0" y="161354"/>
                </a:moveTo>
                <a:lnTo>
                  <a:pt x="125342" y="143107"/>
                </a:lnTo>
                <a:lnTo>
                  <a:pt x="125342" y="0"/>
                </a:lnTo>
                <a:lnTo>
                  <a:pt x="0" y="18248"/>
                </a:lnTo>
                <a:close/>
              </a:path>
            </a:pathLst>
          </a:custGeom>
          <a:solidFill>
            <a:srgbClr val="666666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6645014" y="4220031"/>
            <a:ext cx="108198" cy="165602"/>
          </a:xfrm>
          <a:custGeom>
            <a:avLst/>
            <a:gdLst/>
            <a:ahLst/>
            <a:cxnLst/>
            <a:rect l="l" t="t" r="r" b="b"/>
            <a:pathLst>
              <a:path w="108198" h="165602">
                <a:moveTo>
                  <a:pt x="0" y="165602"/>
                </a:moveTo>
                <a:lnTo>
                  <a:pt x="108198" y="143107"/>
                </a:lnTo>
                <a:lnTo>
                  <a:pt x="108198" y="0"/>
                </a:lnTo>
                <a:lnTo>
                  <a:pt x="0" y="22496"/>
                </a:lnTo>
                <a:close/>
              </a:path>
            </a:pathLst>
          </a:custGeom>
          <a:solidFill>
            <a:srgbClr val="5F5F5F"/>
          </a:solidFill>
          <a:ln w="6350">
            <a:solidFill>
              <a:srgbClr val="5F5F5F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6753212" y="4193971"/>
            <a:ext cx="87766" cy="169167"/>
          </a:xfrm>
          <a:custGeom>
            <a:avLst/>
            <a:gdLst/>
            <a:ahLst/>
            <a:cxnLst/>
            <a:rect l="l" t="t" r="r" b="b"/>
            <a:pathLst>
              <a:path w="87766" h="169167">
                <a:moveTo>
                  <a:pt x="0" y="169167"/>
                </a:moveTo>
                <a:lnTo>
                  <a:pt x="87766" y="143107"/>
                </a:lnTo>
                <a:lnTo>
                  <a:pt x="87766" y="0"/>
                </a:lnTo>
                <a:lnTo>
                  <a:pt x="0" y="26060"/>
                </a:lnTo>
                <a:close/>
              </a:path>
            </a:pathLst>
          </a:custGeom>
          <a:solidFill>
            <a:srgbClr val="5F5F5F"/>
          </a:solidFill>
          <a:ln w="6350">
            <a:solidFill>
              <a:srgbClr val="5F5F5F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6840978" y="4165138"/>
            <a:ext cx="64667" cy="171940"/>
          </a:xfrm>
          <a:custGeom>
            <a:avLst/>
            <a:gdLst/>
            <a:ahLst/>
            <a:cxnLst/>
            <a:rect l="l" t="t" r="r" b="b"/>
            <a:pathLst>
              <a:path w="64667" h="171940">
                <a:moveTo>
                  <a:pt x="0" y="171940"/>
                </a:moveTo>
                <a:lnTo>
                  <a:pt x="64667" y="143107"/>
                </a:lnTo>
                <a:lnTo>
                  <a:pt x="64667" y="0"/>
                </a:lnTo>
                <a:lnTo>
                  <a:pt x="0" y="28833"/>
                </a:lnTo>
                <a:close/>
              </a:path>
            </a:pathLst>
          </a:custGeom>
          <a:solidFill>
            <a:srgbClr val="5F5F5F"/>
          </a:solidFill>
          <a:ln w="6350">
            <a:solidFill>
              <a:srgbClr val="5F5F5F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6905645" y="4134408"/>
            <a:ext cx="39603" cy="173836"/>
          </a:xfrm>
          <a:custGeom>
            <a:avLst/>
            <a:gdLst/>
            <a:ahLst/>
            <a:cxnLst/>
            <a:rect l="l" t="t" r="r" b="b"/>
            <a:pathLst>
              <a:path w="39603" h="173836">
                <a:moveTo>
                  <a:pt x="0" y="173836"/>
                </a:moveTo>
                <a:lnTo>
                  <a:pt x="39603" y="143107"/>
                </a:lnTo>
                <a:lnTo>
                  <a:pt x="39603" y="0"/>
                </a:lnTo>
                <a:lnTo>
                  <a:pt x="0" y="30730"/>
                </a:lnTo>
                <a:close/>
              </a:path>
            </a:pathLst>
          </a:custGeom>
          <a:solidFill>
            <a:srgbClr val="5F5F5F"/>
          </a:solidFill>
          <a:ln w="6350">
            <a:solidFill>
              <a:srgbClr val="5F5F5F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6945248" y="4102716"/>
            <a:ext cx="13336" cy="174799"/>
          </a:xfrm>
          <a:custGeom>
            <a:avLst/>
            <a:gdLst/>
            <a:ahLst/>
            <a:cxnLst/>
            <a:rect l="l" t="t" r="r" b="b"/>
            <a:pathLst>
              <a:path w="13336" h="174799">
                <a:moveTo>
                  <a:pt x="0" y="174799"/>
                </a:moveTo>
                <a:lnTo>
                  <a:pt x="13336" y="143107"/>
                </a:lnTo>
                <a:lnTo>
                  <a:pt x="13336" y="0"/>
                </a:lnTo>
                <a:lnTo>
                  <a:pt x="0" y="31693"/>
                </a:lnTo>
                <a:close/>
              </a:path>
            </a:pathLst>
          </a:custGeom>
          <a:solidFill>
            <a:srgbClr val="5F5F5F"/>
          </a:solidFill>
          <a:ln w="6350">
            <a:solidFill>
              <a:srgbClr val="5F5F5F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5202936" y="4102716"/>
            <a:ext cx="13336" cy="174799"/>
          </a:xfrm>
          <a:custGeom>
            <a:avLst/>
            <a:gdLst/>
            <a:ahLst/>
            <a:cxnLst/>
            <a:rect l="l" t="t" r="r" b="b"/>
            <a:pathLst>
              <a:path w="13336" h="174799">
                <a:moveTo>
                  <a:pt x="0" y="143107"/>
                </a:moveTo>
                <a:lnTo>
                  <a:pt x="13336" y="174799"/>
                </a:lnTo>
                <a:lnTo>
                  <a:pt x="13336" y="31693"/>
                </a:lnTo>
                <a:lnTo>
                  <a:pt x="0" y="0"/>
                </a:lnTo>
                <a:close/>
              </a:path>
            </a:pathLst>
          </a:custGeom>
          <a:solidFill>
            <a:srgbClr val="929292"/>
          </a:solidFill>
          <a:ln w="6350">
            <a:solidFill>
              <a:srgbClr val="929292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5216272" y="4134408"/>
            <a:ext cx="39603" cy="173836"/>
          </a:xfrm>
          <a:custGeom>
            <a:avLst/>
            <a:gdLst/>
            <a:ahLst/>
            <a:cxnLst/>
            <a:rect l="l" t="t" r="r" b="b"/>
            <a:pathLst>
              <a:path w="39603" h="173836">
                <a:moveTo>
                  <a:pt x="0" y="143107"/>
                </a:moveTo>
                <a:lnTo>
                  <a:pt x="39603" y="173836"/>
                </a:lnTo>
                <a:lnTo>
                  <a:pt x="39603" y="30730"/>
                </a:lnTo>
                <a:lnTo>
                  <a:pt x="0" y="0"/>
                </a:lnTo>
                <a:close/>
              </a:path>
            </a:pathLst>
          </a:custGeom>
          <a:solidFill>
            <a:srgbClr val="979797"/>
          </a:solidFill>
          <a:ln w="6350">
            <a:solidFill>
              <a:srgbClr val="979797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5255875" y="4165138"/>
            <a:ext cx="64667" cy="171940"/>
          </a:xfrm>
          <a:custGeom>
            <a:avLst/>
            <a:gdLst/>
            <a:ahLst/>
            <a:cxnLst/>
            <a:rect l="l" t="t" r="r" b="b"/>
            <a:pathLst>
              <a:path w="64667" h="171940">
                <a:moveTo>
                  <a:pt x="0" y="143107"/>
                </a:moveTo>
                <a:lnTo>
                  <a:pt x="64667" y="171940"/>
                </a:lnTo>
                <a:lnTo>
                  <a:pt x="64667" y="28833"/>
                </a:lnTo>
                <a:lnTo>
                  <a:pt x="0" y="0"/>
                </a:lnTo>
                <a:close/>
              </a:path>
            </a:pathLst>
          </a:custGeom>
          <a:solidFill>
            <a:srgbClr val="9B9B9B"/>
          </a:solidFill>
          <a:ln w="6350">
            <a:solidFill>
              <a:srgbClr val="9B9B9B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5202936" y="3920206"/>
            <a:ext cx="1755648" cy="508127"/>
          </a:xfrm>
          <a:custGeom>
            <a:avLst/>
            <a:gdLst/>
            <a:ahLst/>
            <a:cxnLst/>
            <a:rect l="l" t="t" r="r" b="b"/>
            <a:pathLst>
              <a:path w="1755648" h="508127">
                <a:moveTo>
                  <a:pt x="0" y="182510"/>
                </a:moveTo>
                <a:lnTo>
                  <a:pt x="13336" y="150817"/>
                </a:lnTo>
                <a:lnTo>
                  <a:pt x="52939" y="120088"/>
                </a:lnTo>
                <a:lnTo>
                  <a:pt x="117606" y="91255"/>
                </a:lnTo>
                <a:lnTo>
                  <a:pt x="205372" y="65195"/>
                </a:lnTo>
                <a:lnTo>
                  <a:pt x="313570" y="42699"/>
                </a:lnTo>
                <a:lnTo>
                  <a:pt x="438912" y="24452"/>
                </a:lnTo>
                <a:lnTo>
                  <a:pt x="577591" y="11007"/>
                </a:lnTo>
                <a:lnTo>
                  <a:pt x="725391" y="2773"/>
                </a:lnTo>
                <a:lnTo>
                  <a:pt x="877824" y="0"/>
                </a:lnTo>
                <a:lnTo>
                  <a:pt x="1030257" y="2773"/>
                </a:lnTo>
                <a:lnTo>
                  <a:pt x="1178057" y="11007"/>
                </a:lnTo>
                <a:lnTo>
                  <a:pt x="1316736" y="24452"/>
                </a:lnTo>
                <a:lnTo>
                  <a:pt x="1442078" y="42699"/>
                </a:lnTo>
                <a:lnTo>
                  <a:pt x="1550276" y="65195"/>
                </a:lnTo>
                <a:lnTo>
                  <a:pt x="1638042" y="91255"/>
                </a:lnTo>
                <a:lnTo>
                  <a:pt x="1702709" y="120088"/>
                </a:lnTo>
                <a:lnTo>
                  <a:pt x="1742312" y="150817"/>
                </a:lnTo>
                <a:lnTo>
                  <a:pt x="1755648" y="182510"/>
                </a:lnTo>
                <a:lnTo>
                  <a:pt x="1755648" y="325617"/>
                </a:lnTo>
                <a:lnTo>
                  <a:pt x="1742312" y="357309"/>
                </a:lnTo>
                <a:lnTo>
                  <a:pt x="1702709" y="388039"/>
                </a:lnTo>
                <a:lnTo>
                  <a:pt x="1638042" y="416872"/>
                </a:lnTo>
                <a:lnTo>
                  <a:pt x="1550276" y="442932"/>
                </a:lnTo>
                <a:lnTo>
                  <a:pt x="1442078" y="465427"/>
                </a:lnTo>
                <a:lnTo>
                  <a:pt x="1316736" y="483675"/>
                </a:lnTo>
                <a:lnTo>
                  <a:pt x="1178057" y="497120"/>
                </a:lnTo>
                <a:lnTo>
                  <a:pt x="1030257" y="505354"/>
                </a:lnTo>
                <a:lnTo>
                  <a:pt x="877824" y="508127"/>
                </a:lnTo>
                <a:lnTo>
                  <a:pt x="725391" y="505354"/>
                </a:lnTo>
                <a:lnTo>
                  <a:pt x="577591" y="497120"/>
                </a:lnTo>
                <a:lnTo>
                  <a:pt x="438912" y="483675"/>
                </a:lnTo>
                <a:lnTo>
                  <a:pt x="313570" y="465427"/>
                </a:lnTo>
                <a:lnTo>
                  <a:pt x="205372" y="442932"/>
                </a:lnTo>
                <a:lnTo>
                  <a:pt x="117606" y="416872"/>
                </a:lnTo>
                <a:lnTo>
                  <a:pt x="52939" y="388039"/>
                </a:lnTo>
                <a:lnTo>
                  <a:pt x="13336" y="357309"/>
                </a:lnTo>
                <a:lnTo>
                  <a:pt x="0" y="325617"/>
                </a:lnTo>
                <a:close/>
              </a:path>
            </a:pathLst>
          </a:custGeom>
          <a:ln w="12700">
            <a:solidFill>
              <a:srgbClr val="000000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5202936" y="3920206"/>
            <a:ext cx="1755648" cy="365020"/>
          </a:xfrm>
          <a:custGeom>
            <a:avLst/>
            <a:gdLst/>
            <a:ahLst/>
            <a:cxnLst/>
            <a:rect l="l" t="t" r="r" b="b"/>
            <a:pathLst>
              <a:path w="1755648" h="365020">
                <a:moveTo>
                  <a:pt x="117606" y="273765"/>
                </a:moveTo>
                <a:lnTo>
                  <a:pt x="205372" y="299825"/>
                </a:lnTo>
                <a:lnTo>
                  <a:pt x="313570" y="322321"/>
                </a:lnTo>
                <a:lnTo>
                  <a:pt x="438912" y="340568"/>
                </a:lnTo>
                <a:lnTo>
                  <a:pt x="577591" y="354013"/>
                </a:lnTo>
                <a:lnTo>
                  <a:pt x="725391" y="362247"/>
                </a:lnTo>
                <a:lnTo>
                  <a:pt x="877824" y="365020"/>
                </a:lnTo>
                <a:lnTo>
                  <a:pt x="1030257" y="362247"/>
                </a:lnTo>
                <a:lnTo>
                  <a:pt x="1178057" y="354013"/>
                </a:lnTo>
                <a:lnTo>
                  <a:pt x="1316736" y="340568"/>
                </a:lnTo>
                <a:lnTo>
                  <a:pt x="1442078" y="322321"/>
                </a:lnTo>
                <a:lnTo>
                  <a:pt x="1550276" y="299825"/>
                </a:lnTo>
                <a:lnTo>
                  <a:pt x="1638042" y="273765"/>
                </a:lnTo>
                <a:lnTo>
                  <a:pt x="1702709" y="244932"/>
                </a:lnTo>
                <a:lnTo>
                  <a:pt x="1742312" y="214202"/>
                </a:lnTo>
                <a:lnTo>
                  <a:pt x="1755648" y="182510"/>
                </a:lnTo>
                <a:lnTo>
                  <a:pt x="1742312" y="150817"/>
                </a:lnTo>
                <a:lnTo>
                  <a:pt x="1702709" y="120088"/>
                </a:lnTo>
                <a:lnTo>
                  <a:pt x="1638042" y="91255"/>
                </a:lnTo>
                <a:lnTo>
                  <a:pt x="1550276" y="65195"/>
                </a:lnTo>
                <a:lnTo>
                  <a:pt x="1442078" y="42699"/>
                </a:lnTo>
                <a:lnTo>
                  <a:pt x="1316736" y="24452"/>
                </a:lnTo>
                <a:lnTo>
                  <a:pt x="1178057" y="11007"/>
                </a:lnTo>
                <a:lnTo>
                  <a:pt x="1030257" y="2773"/>
                </a:lnTo>
                <a:lnTo>
                  <a:pt x="877824" y="0"/>
                </a:lnTo>
                <a:lnTo>
                  <a:pt x="725391" y="2773"/>
                </a:lnTo>
                <a:lnTo>
                  <a:pt x="577591" y="11007"/>
                </a:lnTo>
                <a:lnTo>
                  <a:pt x="438912" y="24452"/>
                </a:lnTo>
                <a:lnTo>
                  <a:pt x="313570" y="42699"/>
                </a:lnTo>
                <a:lnTo>
                  <a:pt x="205372" y="65195"/>
                </a:lnTo>
                <a:lnTo>
                  <a:pt x="117606" y="91255"/>
                </a:lnTo>
                <a:lnTo>
                  <a:pt x="52939" y="120088"/>
                </a:lnTo>
                <a:lnTo>
                  <a:pt x="13336" y="150817"/>
                </a:lnTo>
                <a:lnTo>
                  <a:pt x="0" y="182510"/>
                </a:lnTo>
                <a:lnTo>
                  <a:pt x="13336" y="214202"/>
                </a:lnTo>
                <a:lnTo>
                  <a:pt x="52939" y="244932"/>
                </a:lnTo>
                <a:close/>
              </a:path>
            </a:pathLst>
          </a:custGeom>
          <a:solidFill>
            <a:srgbClr val="B3B3B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5979398" y="3327795"/>
            <a:ext cx="11702" cy="790563"/>
          </a:xfrm>
          <a:custGeom>
            <a:avLst/>
            <a:gdLst/>
            <a:ahLst/>
            <a:cxnLst/>
            <a:rect l="l" t="t" r="r" b="b"/>
            <a:pathLst>
              <a:path w="11702" h="790563">
                <a:moveTo>
                  <a:pt x="0" y="787088"/>
                </a:moveTo>
                <a:lnTo>
                  <a:pt x="11702" y="790563"/>
                </a:lnTo>
                <a:lnTo>
                  <a:pt x="11702" y="3475"/>
                </a:lnTo>
                <a:lnTo>
                  <a:pt x="0" y="0"/>
                </a:lnTo>
                <a:close/>
              </a:path>
            </a:pathLst>
          </a:custGeom>
          <a:solidFill>
            <a:srgbClr val="A0A0A0"/>
          </a:solidFill>
          <a:ln w="6350">
            <a:solidFill>
              <a:srgbClr val="A0A0A0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5991100" y="3331270"/>
            <a:ext cx="14426" cy="790087"/>
          </a:xfrm>
          <a:custGeom>
            <a:avLst/>
            <a:gdLst/>
            <a:ahLst/>
            <a:cxnLst/>
            <a:rect l="l" t="t" r="r" b="b"/>
            <a:pathLst>
              <a:path w="14426" h="790087">
                <a:moveTo>
                  <a:pt x="0" y="787088"/>
                </a:moveTo>
                <a:lnTo>
                  <a:pt x="14426" y="790087"/>
                </a:lnTo>
                <a:lnTo>
                  <a:pt x="14426" y="2999"/>
                </a:lnTo>
                <a:lnTo>
                  <a:pt x="0" y="0"/>
                </a:lnTo>
                <a:close/>
              </a:path>
            </a:pathLst>
          </a:custGeom>
          <a:solidFill>
            <a:srgbClr val="A1A1A1"/>
          </a:solidFill>
          <a:ln w="6350">
            <a:solidFill>
              <a:srgbClr val="A1A1A1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6005526" y="3334269"/>
            <a:ext cx="16712" cy="789521"/>
          </a:xfrm>
          <a:custGeom>
            <a:avLst/>
            <a:gdLst/>
            <a:ahLst/>
            <a:cxnLst/>
            <a:rect l="l" t="t" r="r" b="b"/>
            <a:pathLst>
              <a:path w="16712" h="789521">
                <a:moveTo>
                  <a:pt x="0" y="787088"/>
                </a:moveTo>
                <a:lnTo>
                  <a:pt x="16712" y="789521"/>
                </a:lnTo>
                <a:lnTo>
                  <a:pt x="16712" y="2433"/>
                </a:lnTo>
                <a:lnTo>
                  <a:pt x="0" y="0"/>
                </a:lnTo>
                <a:close/>
              </a:path>
            </a:pathLst>
          </a:custGeom>
          <a:solidFill>
            <a:srgbClr val="9F9F9F"/>
          </a:solidFill>
          <a:ln w="6350">
            <a:solidFill>
              <a:srgbClr val="9F9F9F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6022238" y="3336702"/>
            <a:ext cx="18490" cy="788881"/>
          </a:xfrm>
          <a:custGeom>
            <a:avLst/>
            <a:gdLst/>
            <a:ahLst/>
            <a:cxnLst/>
            <a:rect l="l" t="t" r="r" b="b"/>
            <a:pathLst>
              <a:path w="18490" h="788881">
                <a:moveTo>
                  <a:pt x="0" y="787088"/>
                </a:moveTo>
                <a:lnTo>
                  <a:pt x="18490" y="788881"/>
                </a:lnTo>
                <a:lnTo>
                  <a:pt x="18490" y="1793"/>
                </a:lnTo>
                <a:lnTo>
                  <a:pt x="0" y="0"/>
                </a:lnTo>
                <a:close/>
              </a:path>
            </a:pathLst>
          </a:custGeom>
          <a:solidFill>
            <a:srgbClr val="9C9C9C"/>
          </a:solidFill>
          <a:ln w="6350">
            <a:solidFill>
              <a:srgbClr val="9C9C9C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6040729" y="3338495"/>
            <a:ext cx="19707" cy="788186"/>
          </a:xfrm>
          <a:custGeom>
            <a:avLst/>
            <a:gdLst/>
            <a:ahLst/>
            <a:cxnLst/>
            <a:rect l="l" t="t" r="r" b="b"/>
            <a:pathLst>
              <a:path w="19707" h="788186">
                <a:moveTo>
                  <a:pt x="0" y="787088"/>
                </a:moveTo>
                <a:lnTo>
                  <a:pt x="19707" y="788186"/>
                </a:lnTo>
                <a:lnTo>
                  <a:pt x="19707" y="1098"/>
                </a:lnTo>
                <a:lnTo>
                  <a:pt x="0" y="0"/>
                </a:lnTo>
                <a:close/>
              </a:path>
            </a:pathLst>
          </a:custGeom>
          <a:solidFill>
            <a:srgbClr val="979797"/>
          </a:solidFill>
          <a:ln w="6350">
            <a:solidFill>
              <a:srgbClr val="979797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6060436" y="3339593"/>
            <a:ext cx="20324" cy="787458"/>
          </a:xfrm>
          <a:custGeom>
            <a:avLst/>
            <a:gdLst/>
            <a:ahLst/>
            <a:cxnLst/>
            <a:rect l="l" t="t" r="r" b="b"/>
            <a:pathLst>
              <a:path w="20324" h="787458">
                <a:moveTo>
                  <a:pt x="0" y="787088"/>
                </a:moveTo>
                <a:lnTo>
                  <a:pt x="20324" y="787458"/>
                </a:lnTo>
                <a:lnTo>
                  <a:pt x="20324" y="370"/>
                </a:lnTo>
                <a:lnTo>
                  <a:pt x="0" y="0"/>
                </a:lnTo>
                <a:close/>
              </a:path>
            </a:pathLst>
          </a:custGeom>
          <a:solidFill>
            <a:srgbClr val="909090"/>
          </a:solidFill>
          <a:ln w="6350">
            <a:solidFill>
              <a:srgbClr val="909090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6080760" y="3339593"/>
            <a:ext cx="20324" cy="787458"/>
          </a:xfrm>
          <a:custGeom>
            <a:avLst/>
            <a:gdLst/>
            <a:ahLst/>
            <a:cxnLst/>
            <a:rect l="l" t="t" r="r" b="b"/>
            <a:pathLst>
              <a:path w="20324" h="787458">
                <a:moveTo>
                  <a:pt x="0" y="787458"/>
                </a:moveTo>
                <a:lnTo>
                  <a:pt x="20324" y="787088"/>
                </a:lnTo>
                <a:lnTo>
                  <a:pt x="20324" y="0"/>
                </a:lnTo>
                <a:lnTo>
                  <a:pt x="0" y="370"/>
                </a:lnTo>
                <a:close/>
              </a:path>
            </a:pathLst>
          </a:custGeom>
          <a:solidFill>
            <a:srgbClr val="898989"/>
          </a:solidFill>
          <a:ln w="6350">
            <a:solidFill>
              <a:srgbClr val="898989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6101084" y="3338495"/>
            <a:ext cx="19707" cy="788186"/>
          </a:xfrm>
          <a:custGeom>
            <a:avLst/>
            <a:gdLst/>
            <a:ahLst/>
            <a:cxnLst/>
            <a:rect l="l" t="t" r="r" b="b"/>
            <a:pathLst>
              <a:path w="19707" h="788186">
                <a:moveTo>
                  <a:pt x="0" y="788186"/>
                </a:moveTo>
                <a:lnTo>
                  <a:pt x="19707" y="787088"/>
                </a:lnTo>
                <a:lnTo>
                  <a:pt x="19707" y="0"/>
                </a:lnTo>
                <a:lnTo>
                  <a:pt x="0" y="1098"/>
                </a:lnTo>
                <a:close/>
              </a:path>
            </a:pathLst>
          </a:custGeom>
          <a:solidFill>
            <a:srgbClr val="808080"/>
          </a:solidFill>
          <a:ln w="6350">
            <a:solidFill>
              <a:srgbClr val="808080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6120791" y="3336702"/>
            <a:ext cx="18490" cy="788881"/>
          </a:xfrm>
          <a:custGeom>
            <a:avLst/>
            <a:gdLst/>
            <a:ahLst/>
            <a:cxnLst/>
            <a:rect l="l" t="t" r="r" b="b"/>
            <a:pathLst>
              <a:path w="18490" h="788881">
                <a:moveTo>
                  <a:pt x="0" y="788881"/>
                </a:moveTo>
                <a:lnTo>
                  <a:pt x="18490" y="787088"/>
                </a:lnTo>
                <a:lnTo>
                  <a:pt x="18490" y="0"/>
                </a:lnTo>
                <a:lnTo>
                  <a:pt x="0" y="1793"/>
                </a:lnTo>
                <a:close/>
              </a:path>
            </a:pathLst>
          </a:custGeom>
          <a:solidFill>
            <a:srgbClr val="767676"/>
          </a:solidFill>
          <a:ln w="6350">
            <a:solidFill>
              <a:srgbClr val="767676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6139282" y="3334269"/>
            <a:ext cx="16712" cy="789521"/>
          </a:xfrm>
          <a:custGeom>
            <a:avLst/>
            <a:gdLst/>
            <a:ahLst/>
            <a:cxnLst/>
            <a:rect l="l" t="t" r="r" b="b"/>
            <a:pathLst>
              <a:path w="16712" h="789521">
                <a:moveTo>
                  <a:pt x="0" y="789521"/>
                </a:moveTo>
                <a:lnTo>
                  <a:pt x="16712" y="787088"/>
                </a:lnTo>
                <a:lnTo>
                  <a:pt x="16712" y="0"/>
                </a:lnTo>
                <a:lnTo>
                  <a:pt x="0" y="2433"/>
                </a:lnTo>
                <a:close/>
              </a:path>
            </a:pathLst>
          </a:custGeom>
          <a:solidFill>
            <a:srgbClr val="6C6C6C"/>
          </a:solidFill>
          <a:ln w="6350">
            <a:solidFill>
              <a:srgbClr val="6C6C6C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6155994" y="3331270"/>
            <a:ext cx="14426" cy="790087"/>
          </a:xfrm>
          <a:custGeom>
            <a:avLst/>
            <a:gdLst/>
            <a:ahLst/>
            <a:cxnLst/>
            <a:rect l="l" t="t" r="r" b="b"/>
            <a:pathLst>
              <a:path w="14426" h="790087">
                <a:moveTo>
                  <a:pt x="0" y="790087"/>
                </a:moveTo>
                <a:lnTo>
                  <a:pt x="14426" y="787088"/>
                </a:lnTo>
                <a:lnTo>
                  <a:pt x="14426" y="0"/>
                </a:lnTo>
                <a:lnTo>
                  <a:pt x="0" y="2999"/>
                </a:lnTo>
                <a:close/>
              </a:path>
            </a:pathLst>
          </a:custGeom>
          <a:solidFill>
            <a:srgbClr val="666666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6170420" y="3327795"/>
            <a:ext cx="11702" cy="790563"/>
          </a:xfrm>
          <a:custGeom>
            <a:avLst/>
            <a:gdLst/>
            <a:ahLst/>
            <a:cxnLst/>
            <a:rect l="l" t="t" r="r" b="b"/>
            <a:pathLst>
              <a:path w="11702" h="790563">
                <a:moveTo>
                  <a:pt x="0" y="790563"/>
                </a:moveTo>
                <a:lnTo>
                  <a:pt x="11702" y="787088"/>
                </a:lnTo>
                <a:lnTo>
                  <a:pt x="11702" y="0"/>
                </a:lnTo>
                <a:lnTo>
                  <a:pt x="0" y="3475"/>
                </a:lnTo>
                <a:close/>
              </a:path>
            </a:pathLst>
          </a:custGeom>
          <a:solidFill>
            <a:srgbClr val="666666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6182122" y="3323951"/>
            <a:ext cx="8622" cy="790932"/>
          </a:xfrm>
          <a:custGeom>
            <a:avLst/>
            <a:gdLst/>
            <a:ahLst/>
            <a:cxnLst/>
            <a:rect l="l" t="t" r="r" b="b"/>
            <a:pathLst>
              <a:path w="8622" h="790932">
                <a:moveTo>
                  <a:pt x="0" y="790932"/>
                </a:moveTo>
                <a:lnTo>
                  <a:pt x="8622" y="787088"/>
                </a:lnTo>
                <a:lnTo>
                  <a:pt x="8622" y="0"/>
                </a:lnTo>
                <a:lnTo>
                  <a:pt x="0" y="3844"/>
                </a:lnTo>
                <a:close/>
              </a:path>
            </a:pathLst>
          </a:custGeom>
          <a:solidFill>
            <a:srgbClr val="666666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6190745" y="3319853"/>
            <a:ext cx="5280" cy="791185"/>
          </a:xfrm>
          <a:custGeom>
            <a:avLst/>
            <a:gdLst/>
            <a:ahLst/>
            <a:cxnLst/>
            <a:rect l="l" t="t" r="r" b="b"/>
            <a:pathLst>
              <a:path w="5280" h="791185">
                <a:moveTo>
                  <a:pt x="0" y="791185"/>
                </a:moveTo>
                <a:lnTo>
                  <a:pt x="5280" y="787088"/>
                </a:lnTo>
                <a:lnTo>
                  <a:pt x="5280" y="0"/>
                </a:lnTo>
                <a:lnTo>
                  <a:pt x="0" y="4097"/>
                </a:lnTo>
                <a:close/>
              </a:path>
            </a:pathLst>
          </a:custGeom>
          <a:solidFill>
            <a:srgbClr val="666666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6196025" y="3315628"/>
            <a:ext cx="1778" cy="791314"/>
          </a:xfrm>
          <a:custGeom>
            <a:avLst/>
            <a:gdLst/>
            <a:ahLst/>
            <a:cxnLst/>
            <a:rect l="l" t="t" r="r" b="b"/>
            <a:pathLst>
              <a:path w="1778" h="791314">
                <a:moveTo>
                  <a:pt x="0" y="791314"/>
                </a:moveTo>
                <a:lnTo>
                  <a:pt x="1778" y="787088"/>
                </a:lnTo>
                <a:lnTo>
                  <a:pt x="1778" y="0"/>
                </a:lnTo>
                <a:lnTo>
                  <a:pt x="0" y="4226"/>
                </a:lnTo>
                <a:close/>
              </a:path>
            </a:pathLst>
          </a:custGeom>
          <a:solidFill>
            <a:srgbClr val="666666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5963717" y="3315628"/>
            <a:ext cx="1778" cy="791314"/>
          </a:xfrm>
          <a:custGeom>
            <a:avLst/>
            <a:gdLst/>
            <a:ahLst/>
            <a:cxnLst/>
            <a:rect l="l" t="t" r="r" b="b"/>
            <a:pathLst>
              <a:path w="1778" h="791314">
                <a:moveTo>
                  <a:pt x="0" y="787088"/>
                </a:moveTo>
                <a:lnTo>
                  <a:pt x="1778" y="791314"/>
                </a:lnTo>
                <a:lnTo>
                  <a:pt x="1778" y="4226"/>
                </a:lnTo>
                <a:lnTo>
                  <a:pt x="0" y="0"/>
                </a:lnTo>
                <a:close/>
              </a:path>
            </a:pathLst>
          </a:custGeom>
          <a:solidFill>
            <a:srgbClr val="959595"/>
          </a:solidFill>
          <a:ln w="6350">
            <a:solidFill>
              <a:srgbClr val="959595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5965495" y="3319853"/>
            <a:ext cx="5280" cy="791185"/>
          </a:xfrm>
          <a:custGeom>
            <a:avLst/>
            <a:gdLst/>
            <a:ahLst/>
            <a:cxnLst/>
            <a:rect l="l" t="t" r="r" b="b"/>
            <a:pathLst>
              <a:path w="5280" h="791185">
                <a:moveTo>
                  <a:pt x="0" y="787088"/>
                </a:moveTo>
                <a:lnTo>
                  <a:pt x="5280" y="791185"/>
                </a:lnTo>
                <a:lnTo>
                  <a:pt x="5280" y="4097"/>
                </a:lnTo>
                <a:lnTo>
                  <a:pt x="0" y="0"/>
                </a:lnTo>
                <a:close/>
              </a:path>
            </a:pathLst>
          </a:custGeom>
          <a:solidFill>
            <a:srgbClr val="9B9B9B"/>
          </a:solidFill>
          <a:ln w="6350">
            <a:solidFill>
              <a:srgbClr val="9B9B9B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5970775" y="3323951"/>
            <a:ext cx="8622" cy="790932"/>
          </a:xfrm>
          <a:custGeom>
            <a:avLst/>
            <a:gdLst/>
            <a:ahLst/>
            <a:cxnLst/>
            <a:rect l="l" t="t" r="r" b="b"/>
            <a:pathLst>
              <a:path w="8622" h="790932">
                <a:moveTo>
                  <a:pt x="0" y="787088"/>
                </a:moveTo>
                <a:lnTo>
                  <a:pt x="8622" y="790932"/>
                </a:lnTo>
                <a:lnTo>
                  <a:pt x="8622" y="3844"/>
                </a:lnTo>
                <a:lnTo>
                  <a:pt x="0" y="0"/>
                </a:lnTo>
                <a:close/>
              </a:path>
            </a:pathLst>
          </a:custGeom>
          <a:solidFill>
            <a:srgbClr val="9E9E9E"/>
          </a:solidFill>
          <a:ln w="6350">
            <a:solidFill>
              <a:srgbClr val="9E9E9E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5963717" y="3291293"/>
            <a:ext cx="234086" cy="835757"/>
          </a:xfrm>
          <a:custGeom>
            <a:avLst/>
            <a:gdLst/>
            <a:ahLst/>
            <a:cxnLst/>
            <a:rect l="l" t="t" r="r" b="b"/>
            <a:pathLst>
              <a:path w="234086" h="835757">
                <a:moveTo>
                  <a:pt x="0" y="24335"/>
                </a:moveTo>
                <a:lnTo>
                  <a:pt x="1778" y="20109"/>
                </a:lnTo>
                <a:lnTo>
                  <a:pt x="7059" y="16012"/>
                </a:lnTo>
                <a:lnTo>
                  <a:pt x="15681" y="12167"/>
                </a:lnTo>
                <a:lnTo>
                  <a:pt x="27383" y="8693"/>
                </a:lnTo>
                <a:lnTo>
                  <a:pt x="41809" y="5693"/>
                </a:lnTo>
                <a:lnTo>
                  <a:pt x="58522" y="3260"/>
                </a:lnTo>
                <a:lnTo>
                  <a:pt x="77012" y="1468"/>
                </a:lnTo>
                <a:lnTo>
                  <a:pt x="96719" y="370"/>
                </a:lnTo>
                <a:lnTo>
                  <a:pt x="117043" y="0"/>
                </a:lnTo>
                <a:lnTo>
                  <a:pt x="137368" y="370"/>
                </a:lnTo>
                <a:lnTo>
                  <a:pt x="157074" y="1468"/>
                </a:lnTo>
                <a:lnTo>
                  <a:pt x="175565" y="3260"/>
                </a:lnTo>
                <a:lnTo>
                  <a:pt x="192277" y="5693"/>
                </a:lnTo>
                <a:lnTo>
                  <a:pt x="206703" y="8693"/>
                </a:lnTo>
                <a:lnTo>
                  <a:pt x="218406" y="12167"/>
                </a:lnTo>
                <a:lnTo>
                  <a:pt x="227028" y="16012"/>
                </a:lnTo>
                <a:lnTo>
                  <a:pt x="232308" y="20109"/>
                </a:lnTo>
                <a:lnTo>
                  <a:pt x="234086" y="24335"/>
                </a:lnTo>
                <a:lnTo>
                  <a:pt x="234086" y="811423"/>
                </a:lnTo>
                <a:lnTo>
                  <a:pt x="232308" y="815648"/>
                </a:lnTo>
                <a:lnTo>
                  <a:pt x="227028" y="819746"/>
                </a:lnTo>
                <a:lnTo>
                  <a:pt x="218406" y="823590"/>
                </a:lnTo>
                <a:lnTo>
                  <a:pt x="206703" y="827065"/>
                </a:lnTo>
                <a:lnTo>
                  <a:pt x="192277" y="830064"/>
                </a:lnTo>
                <a:lnTo>
                  <a:pt x="175565" y="832497"/>
                </a:lnTo>
                <a:lnTo>
                  <a:pt x="157074" y="834290"/>
                </a:lnTo>
                <a:lnTo>
                  <a:pt x="137368" y="835388"/>
                </a:lnTo>
                <a:lnTo>
                  <a:pt x="117043" y="835757"/>
                </a:lnTo>
                <a:lnTo>
                  <a:pt x="96719" y="835388"/>
                </a:lnTo>
                <a:lnTo>
                  <a:pt x="77012" y="834290"/>
                </a:lnTo>
                <a:lnTo>
                  <a:pt x="58522" y="832497"/>
                </a:lnTo>
                <a:lnTo>
                  <a:pt x="41809" y="830064"/>
                </a:lnTo>
                <a:lnTo>
                  <a:pt x="27383" y="827065"/>
                </a:lnTo>
                <a:lnTo>
                  <a:pt x="15681" y="823590"/>
                </a:lnTo>
                <a:lnTo>
                  <a:pt x="7059" y="819746"/>
                </a:lnTo>
                <a:lnTo>
                  <a:pt x="1778" y="815648"/>
                </a:lnTo>
                <a:lnTo>
                  <a:pt x="0" y="811423"/>
                </a:lnTo>
                <a:close/>
              </a:path>
            </a:pathLst>
          </a:custGeom>
          <a:ln w="12700">
            <a:solidFill>
              <a:srgbClr val="000000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5963717" y="3291293"/>
            <a:ext cx="234086" cy="48669"/>
          </a:xfrm>
          <a:custGeom>
            <a:avLst/>
            <a:gdLst/>
            <a:ahLst/>
            <a:cxnLst/>
            <a:rect l="l" t="t" r="r" b="b"/>
            <a:pathLst>
              <a:path w="234086" h="48669">
                <a:moveTo>
                  <a:pt x="15681" y="36502"/>
                </a:moveTo>
                <a:lnTo>
                  <a:pt x="27383" y="39977"/>
                </a:lnTo>
                <a:lnTo>
                  <a:pt x="41809" y="42976"/>
                </a:lnTo>
                <a:lnTo>
                  <a:pt x="58522" y="45409"/>
                </a:lnTo>
                <a:lnTo>
                  <a:pt x="77012" y="47202"/>
                </a:lnTo>
                <a:lnTo>
                  <a:pt x="96719" y="48300"/>
                </a:lnTo>
                <a:lnTo>
                  <a:pt x="117043" y="48669"/>
                </a:lnTo>
                <a:lnTo>
                  <a:pt x="137368" y="48300"/>
                </a:lnTo>
                <a:lnTo>
                  <a:pt x="157074" y="47202"/>
                </a:lnTo>
                <a:lnTo>
                  <a:pt x="175565" y="45409"/>
                </a:lnTo>
                <a:lnTo>
                  <a:pt x="192277" y="42976"/>
                </a:lnTo>
                <a:lnTo>
                  <a:pt x="206703" y="39977"/>
                </a:lnTo>
                <a:lnTo>
                  <a:pt x="218406" y="36502"/>
                </a:lnTo>
                <a:lnTo>
                  <a:pt x="227028" y="32658"/>
                </a:lnTo>
                <a:lnTo>
                  <a:pt x="232308" y="28560"/>
                </a:lnTo>
                <a:lnTo>
                  <a:pt x="234086" y="24335"/>
                </a:lnTo>
                <a:lnTo>
                  <a:pt x="232308" y="20109"/>
                </a:lnTo>
                <a:lnTo>
                  <a:pt x="227028" y="16012"/>
                </a:lnTo>
                <a:lnTo>
                  <a:pt x="218406" y="12167"/>
                </a:lnTo>
                <a:lnTo>
                  <a:pt x="206703" y="8693"/>
                </a:lnTo>
                <a:lnTo>
                  <a:pt x="192277" y="5693"/>
                </a:lnTo>
                <a:lnTo>
                  <a:pt x="175565" y="3260"/>
                </a:lnTo>
                <a:lnTo>
                  <a:pt x="157074" y="1468"/>
                </a:lnTo>
                <a:lnTo>
                  <a:pt x="137368" y="370"/>
                </a:lnTo>
                <a:lnTo>
                  <a:pt x="117043" y="0"/>
                </a:lnTo>
                <a:lnTo>
                  <a:pt x="96719" y="370"/>
                </a:lnTo>
                <a:lnTo>
                  <a:pt x="77012" y="1468"/>
                </a:lnTo>
                <a:lnTo>
                  <a:pt x="58522" y="3260"/>
                </a:lnTo>
                <a:lnTo>
                  <a:pt x="41809" y="5693"/>
                </a:lnTo>
                <a:lnTo>
                  <a:pt x="27383" y="8693"/>
                </a:lnTo>
                <a:lnTo>
                  <a:pt x="15681" y="12167"/>
                </a:lnTo>
                <a:lnTo>
                  <a:pt x="7059" y="16012"/>
                </a:lnTo>
                <a:lnTo>
                  <a:pt x="1778" y="20109"/>
                </a:lnTo>
                <a:lnTo>
                  <a:pt x="0" y="24335"/>
                </a:lnTo>
                <a:lnTo>
                  <a:pt x="1778" y="28560"/>
                </a:lnTo>
                <a:lnTo>
                  <a:pt x="7059" y="32658"/>
                </a:lnTo>
                <a:close/>
              </a:path>
            </a:pathLst>
          </a:custGeom>
          <a:solidFill>
            <a:srgbClr val="B5B5B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5815593" y="3248066"/>
            <a:ext cx="175565" cy="263573"/>
          </a:xfrm>
          <a:custGeom>
            <a:avLst/>
            <a:gdLst/>
            <a:ahLst/>
            <a:cxnLst/>
            <a:rect l="l" t="t" r="r" b="b"/>
            <a:pathLst>
              <a:path w="175565" h="263573">
                <a:moveTo>
                  <a:pt x="0" y="200350"/>
                </a:moveTo>
                <a:lnTo>
                  <a:pt x="0" y="0"/>
                </a:lnTo>
                <a:lnTo>
                  <a:pt x="175565" y="63223"/>
                </a:lnTo>
                <a:lnTo>
                  <a:pt x="175565" y="263573"/>
                </a:lnTo>
                <a:close/>
              </a:path>
            </a:pathLst>
          </a:custGeom>
          <a:solidFill>
            <a:srgbClr val="60606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5815593" y="3205480"/>
            <a:ext cx="530333" cy="105809"/>
          </a:xfrm>
          <a:custGeom>
            <a:avLst/>
            <a:gdLst/>
            <a:ahLst/>
            <a:cxnLst/>
            <a:rect l="l" t="t" r="r" b="b"/>
            <a:pathLst>
              <a:path w="530333" h="105809">
                <a:moveTo>
                  <a:pt x="354768" y="0"/>
                </a:moveTo>
                <a:lnTo>
                  <a:pt x="530333" y="63223"/>
                </a:lnTo>
                <a:lnTo>
                  <a:pt x="175565" y="105809"/>
                </a:lnTo>
                <a:lnTo>
                  <a:pt x="0" y="42586"/>
                </a:lnTo>
                <a:close/>
              </a:path>
            </a:pathLst>
          </a:custGeom>
          <a:solidFill>
            <a:srgbClr val="67676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5991158" y="3268704"/>
            <a:ext cx="354768" cy="242935"/>
          </a:xfrm>
          <a:custGeom>
            <a:avLst/>
            <a:gdLst/>
            <a:ahLst/>
            <a:cxnLst/>
            <a:rect l="l" t="t" r="r" b="b"/>
            <a:pathLst>
              <a:path w="354768" h="242935">
                <a:moveTo>
                  <a:pt x="354768" y="200350"/>
                </a:moveTo>
                <a:lnTo>
                  <a:pt x="0" y="242935"/>
                </a:lnTo>
                <a:lnTo>
                  <a:pt x="0" y="42586"/>
                </a:lnTo>
                <a:lnTo>
                  <a:pt x="354768" y="0"/>
                </a:lnTo>
                <a:close/>
              </a:path>
            </a:pathLst>
          </a:custGeom>
          <a:solidFill>
            <a:srgbClr val="5D5D5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5349240" y="2011680"/>
            <a:ext cx="1463040" cy="1463040"/>
          </a:xfrm>
          <a:custGeom>
            <a:avLst/>
            <a:gdLst/>
            <a:ahLst/>
            <a:cxnLst/>
            <a:rect l="l" t="t" r="r" b="b"/>
            <a:pathLst>
              <a:path w="1463040" h="1463040">
                <a:moveTo>
                  <a:pt x="1463040" y="731520"/>
                </a:moveTo>
                <a:lnTo>
                  <a:pt x="1456782" y="827003"/>
                </a:lnTo>
                <a:lnTo>
                  <a:pt x="1438114" y="920851"/>
                </a:lnTo>
                <a:lnTo>
                  <a:pt x="1407356" y="1011461"/>
                </a:lnTo>
                <a:lnTo>
                  <a:pt x="1365035" y="1097280"/>
                </a:lnTo>
                <a:lnTo>
                  <a:pt x="1311874" y="1176841"/>
                </a:lnTo>
                <a:lnTo>
                  <a:pt x="1248783" y="1248783"/>
                </a:lnTo>
                <a:lnTo>
                  <a:pt x="1176841" y="1311874"/>
                </a:lnTo>
                <a:lnTo>
                  <a:pt x="1097280" y="1365035"/>
                </a:lnTo>
                <a:lnTo>
                  <a:pt x="1011461" y="1407356"/>
                </a:lnTo>
                <a:lnTo>
                  <a:pt x="920851" y="1438114"/>
                </a:lnTo>
                <a:lnTo>
                  <a:pt x="827003" y="1456782"/>
                </a:lnTo>
                <a:lnTo>
                  <a:pt x="731520" y="1463040"/>
                </a:lnTo>
                <a:lnTo>
                  <a:pt x="636037" y="1456782"/>
                </a:lnTo>
                <a:lnTo>
                  <a:pt x="542189" y="1438114"/>
                </a:lnTo>
                <a:lnTo>
                  <a:pt x="451579" y="1407356"/>
                </a:lnTo>
                <a:lnTo>
                  <a:pt x="365760" y="1365035"/>
                </a:lnTo>
                <a:lnTo>
                  <a:pt x="286199" y="1311874"/>
                </a:lnTo>
                <a:lnTo>
                  <a:pt x="214257" y="1248783"/>
                </a:lnTo>
                <a:lnTo>
                  <a:pt x="151166" y="1176841"/>
                </a:lnTo>
                <a:lnTo>
                  <a:pt x="98005" y="1097280"/>
                </a:lnTo>
                <a:lnTo>
                  <a:pt x="55684" y="1011461"/>
                </a:lnTo>
                <a:lnTo>
                  <a:pt x="24926" y="920851"/>
                </a:lnTo>
                <a:lnTo>
                  <a:pt x="6258" y="827003"/>
                </a:lnTo>
                <a:lnTo>
                  <a:pt x="0" y="731520"/>
                </a:lnTo>
                <a:lnTo>
                  <a:pt x="6258" y="636037"/>
                </a:lnTo>
                <a:lnTo>
                  <a:pt x="24926" y="542189"/>
                </a:lnTo>
                <a:lnTo>
                  <a:pt x="55684" y="451579"/>
                </a:lnTo>
                <a:lnTo>
                  <a:pt x="98005" y="365760"/>
                </a:lnTo>
                <a:lnTo>
                  <a:pt x="151166" y="286199"/>
                </a:lnTo>
                <a:lnTo>
                  <a:pt x="214257" y="214257"/>
                </a:lnTo>
                <a:lnTo>
                  <a:pt x="286199" y="151166"/>
                </a:lnTo>
                <a:lnTo>
                  <a:pt x="365760" y="98005"/>
                </a:lnTo>
                <a:lnTo>
                  <a:pt x="451579" y="55684"/>
                </a:lnTo>
                <a:lnTo>
                  <a:pt x="542189" y="24926"/>
                </a:lnTo>
                <a:lnTo>
                  <a:pt x="636037" y="6258"/>
                </a:lnTo>
                <a:lnTo>
                  <a:pt x="731520" y="0"/>
                </a:lnTo>
                <a:lnTo>
                  <a:pt x="827003" y="6258"/>
                </a:lnTo>
                <a:lnTo>
                  <a:pt x="920851" y="24926"/>
                </a:lnTo>
                <a:lnTo>
                  <a:pt x="1011461" y="55684"/>
                </a:lnTo>
                <a:lnTo>
                  <a:pt x="1097280" y="98005"/>
                </a:lnTo>
                <a:lnTo>
                  <a:pt x="1176841" y="151166"/>
                </a:lnTo>
                <a:lnTo>
                  <a:pt x="1248783" y="214257"/>
                </a:lnTo>
                <a:lnTo>
                  <a:pt x="1311874" y="286199"/>
                </a:lnTo>
                <a:lnTo>
                  <a:pt x="1365035" y="365760"/>
                </a:lnTo>
                <a:lnTo>
                  <a:pt x="1407356" y="451579"/>
                </a:lnTo>
                <a:lnTo>
                  <a:pt x="1438114" y="542189"/>
                </a:lnTo>
                <a:lnTo>
                  <a:pt x="1456782" y="636037"/>
                </a:lnTo>
                <a:close/>
              </a:path>
            </a:pathLst>
          </a:custGeom>
          <a:solidFill>
            <a:srgbClr val="5F5F5F"/>
          </a:solidFill>
          <a:ln/>
        </p:spPr>
      </p:sp>
      <p:sp>
        <p:nvSpPr>
          <p:cNvPr id="161" name="Shape 159"/>
          <p:cNvSpPr/>
          <p:nvPr/>
        </p:nvSpPr>
        <p:spPr>
          <a:xfrm>
            <a:off x="5375489" y="2035760"/>
            <a:ext cx="1392470" cy="1392470"/>
          </a:xfrm>
          <a:custGeom>
            <a:avLst/>
            <a:gdLst/>
            <a:ahLst/>
            <a:cxnLst/>
            <a:rect l="l" t="t" r="r" b="b"/>
            <a:pathLst>
              <a:path w="1392470" h="1392470">
                <a:moveTo>
                  <a:pt x="1392470" y="696235"/>
                </a:moveTo>
                <a:lnTo>
                  <a:pt x="1386513" y="787112"/>
                </a:lnTo>
                <a:lnTo>
                  <a:pt x="1368746" y="876434"/>
                </a:lnTo>
                <a:lnTo>
                  <a:pt x="1339472" y="962672"/>
                </a:lnTo>
                <a:lnTo>
                  <a:pt x="1299192" y="1044352"/>
                </a:lnTo>
                <a:lnTo>
                  <a:pt x="1248595" y="1120076"/>
                </a:lnTo>
                <a:lnTo>
                  <a:pt x="1188547" y="1188547"/>
                </a:lnTo>
                <a:lnTo>
                  <a:pt x="1120076" y="1248595"/>
                </a:lnTo>
                <a:lnTo>
                  <a:pt x="1044352" y="1299192"/>
                </a:lnTo>
                <a:lnTo>
                  <a:pt x="962672" y="1339472"/>
                </a:lnTo>
                <a:lnTo>
                  <a:pt x="876434" y="1368746"/>
                </a:lnTo>
                <a:lnTo>
                  <a:pt x="787112" y="1386513"/>
                </a:lnTo>
                <a:lnTo>
                  <a:pt x="696235" y="1392470"/>
                </a:lnTo>
                <a:lnTo>
                  <a:pt x="605358" y="1386513"/>
                </a:lnTo>
                <a:lnTo>
                  <a:pt x="516036" y="1368746"/>
                </a:lnTo>
                <a:lnTo>
                  <a:pt x="429797" y="1339472"/>
                </a:lnTo>
                <a:lnTo>
                  <a:pt x="348117" y="1299192"/>
                </a:lnTo>
                <a:lnTo>
                  <a:pt x="272394" y="1248595"/>
                </a:lnTo>
                <a:lnTo>
                  <a:pt x="203922" y="1188547"/>
                </a:lnTo>
                <a:lnTo>
                  <a:pt x="143875" y="1120076"/>
                </a:lnTo>
                <a:lnTo>
                  <a:pt x="93278" y="1044352"/>
                </a:lnTo>
                <a:lnTo>
                  <a:pt x="52998" y="962672"/>
                </a:lnTo>
                <a:lnTo>
                  <a:pt x="23724" y="876434"/>
                </a:lnTo>
                <a:lnTo>
                  <a:pt x="5956" y="787112"/>
                </a:lnTo>
                <a:lnTo>
                  <a:pt x="0" y="696235"/>
                </a:lnTo>
                <a:lnTo>
                  <a:pt x="5956" y="605358"/>
                </a:lnTo>
                <a:lnTo>
                  <a:pt x="23724" y="516036"/>
                </a:lnTo>
                <a:lnTo>
                  <a:pt x="52998" y="429797"/>
                </a:lnTo>
                <a:lnTo>
                  <a:pt x="93278" y="348117"/>
                </a:lnTo>
                <a:lnTo>
                  <a:pt x="143875" y="272394"/>
                </a:lnTo>
                <a:lnTo>
                  <a:pt x="203922" y="203922"/>
                </a:lnTo>
                <a:lnTo>
                  <a:pt x="272394" y="143875"/>
                </a:lnTo>
                <a:lnTo>
                  <a:pt x="348117" y="93278"/>
                </a:lnTo>
                <a:lnTo>
                  <a:pt x="429797" y="52998"/>
                </a:lnTo>
                <a:lnTo>
                  <a:pt x="516036" y="23724"/>
                </a:lnTo>
                <a:lnTo>
                  <a:pt x="605358" y="5956"/>
                </a:lnTo>
                <a:lnTo>
                  <a:pt x="696235" y="0"/>
                </a:lnTo>
                <a:lnTo>
                  <a:pt x="787112" y="5956"/>
                </a:lnTo>
                <a:lnTo>
                  <a:pt x="876434" y="23724"/>
                </a:lnTo>
                <a:lnTo>
                  <a:pt x="962672" y="52998"/>
                </a:lnTo>
                <a:lnTo>
                  <a:pt x="1044352" y="93278"/>
                </a:lnTo>
                <a:lnTo>
                  <a:pt x="1120076" y="143875"/>
                </a:lnTo>
                <a:lnTo>
                  <a:pt x="1188547" y="203922"/>
                </a:lnTo>
                <a:lnTo>
                  <a:pt x="1248595" y="272394"/>
                </a:lnTo>
                <a:lnTo>
                  <a:pt x="1299192" y="348117"/>
                </a:lnTo>
                <a:lnTo>
                  <a:pt x="1339472" y="429797"/>
                </a:lnTo>
                <a:lnTo>
                  <a:pt x="1368746" y="516036"/>
                </a:lnTo>
                <a:lnTo>
                  <a:pt x="1386513" y="605358"/>
                </a:lnTo>
                <a:close/>
              </a:path>
            </a:pathLst>
          </a:custGeom>
          <a:solidFill>
            <a:srgbClr val="666666"/>
          </a:solidFill>
          <a:ln/>
        </p:spPr>
      </p:sp>
      <p:sp>
        <p:nvSpPr>
          <p:cNvPr id="162" name="Shape 160"/>
          <p:cNvSpPr/>
          <p:nvPr/>
        </p:nvSpPr>
        <p:spPr>
          <a:xfrm>
            <a:off x="5401737" y="2059840"/>
            <a:ext cx="1321900" cy="1321900"/>
          </a:xfrm>
          <a:custGeom>
            <a:avLst/>
            <a:gdLst/>
            <a:ahLst/>
            <a:cxnLst/>
            <a:rect l="l" t="t" r="r" b="b"/>
            <a:pathLst>
              <a:path w="1321900" h="1321900">
                <a:moveTo>
                  <a:pt x="1321900" y="660950"/>
                </a:moveTo>
                <a:lnTo>
                  <a:pt x="1316245" y="747221"/>
                </a:lnTo>
                <a:lnTo>
                  <a:pt x="1299378" y="832016"/>
                </a:lnTo>
                <a:lnTo>
                  <a:pt x="1271588" y="913884"/>
                </a:lnTo>
                <a:lnTo>
                  <a:pt x="1233349" y="991425"/>
                </a:lnTo>
                <a:lnTo>
                  <a:pt x="1185317" y="1063311"/>
                </a:lnTo>
                <a:lnTo>
                  <a:pt x="1128312" y="1128312"/>
                </a:lnTo>
                <a:lnTo>
                  <a:pt x="1063311" y="1185317"/>
                </a:lnTo>
                <a:lnTo>
                  <a:pt x="991425" y="1233349"/>
                </a:lnTo>
                <a:lnTo>
                  <a:pt x="913884" y="1271588"/>
                </a:lnTo>
                <a:lnTo>
                  <a:pt x="832016" y="1299378"/>
                </a:lnTo>
                <a:lnTo>
                  <a:pt x="747221" y="1316245"/>
                </a:lnTo>
                <a:lnTo>
                  <a:pt x="660950" y="1321900"/>
                </a:lnTo>
                <a:lnTo>
                  <a:pt x="574679" y="1316245"/>
                </a:lnTo>
                <a:lnTo>
                  <a:pt x="489883" y="1299378"/>
                </a:lnTo>
                <a:lnTo>
                  <a:pt x="408015" y="1271588"/>
                </a:lnTo>
                <a:lnTo>
                  <a:pt x="330475" y="1233349"/>
                </a:lnTo>
                <a:lnTo>
                  <a:pt x="258589" y="1185317"/>
                </a:lnTo>
                <a:lnTo>
                  <a:pt x="193588" y="1128312"/>
                </a:lnTo>
                <a:lnTo>
                  <a:pt x="136583" y="1063311"/>
                </a:lnTo>
                <a:lnTo>
                  <a:pt x="88550" y="991425"/>
                </a:lnTo>
                <a:lnTo>
                  <a:pt x="50312" y="913884"/>
                </a:lnTo>
                <a:lnTo>
                  <a:pt x="22521" y="832016"/>
                </a:lnTo>
                <a:lnTo>
                  <a:pt x="5655" y="747221"/>
                </a:lnTo>
                <a:lnTo>
                  <a:pt x="0" y="660950"/>
                </a:lnTo>
                <a:lnTo>
                  <a:pt x="5655" y="574679"/>
                </a:lnTo>
                <a:lnTo>
                  <a:pt x="22521" y="489883"/>
                </a:lnTo>
                <a:lnTo>
                  <a:pt x="50312" y="408015"/>
                </a:lnTo>
                <a:lnTo>
                  <a:pt x="88550" y="330475"/>
                </a:lnTo>
                <a:lnTo>
                  <a:pt x="136583" y="258589"/>
                </a:lnTo>
                <a:lnTo>
                  <a:pt x="193588" y="193588"/>
                </a:lnTo>
                <a:lnTo>
                  <a:pt x="258589" y="136583"/>
                </a:lnTo>
                <a:lnTo>
                  <a:pt x="330475" y="88550"/>
                </a:lnTo>
                <a:lnTo>
                  <a:pt x="408015" y="50312"/>
                </a:lnTo>
                <a:lnTo>
                  <a:pt x="489883" y="22521"/>
                </a:lnTo>
                <a:lnTo>
                  <a:pt x="574679" y="5655"/>
                </a:lnTo>
                <a:lnTo>
                  <a:pt x="660950" y="0"/>
                </a:lnTo>
                <a:lnTo>
                  <a:pt x="747221" y="5655"/>
                </a:lnTo>
                <a:lnTo>
                  <a:pt x="832016" y="22521"/>
                </a:lnTo>
                <a:lnTo>
                  <a:pt x="913884" y="50312"/>
                </a:lnTo>
                <a:lnTo>
                  <a:pt x="991425" y="88550"/>
                </a:lnTo>
                <a:lnTo>
                  <a:pt x="1063311" y="136583"/>
                </a:lnTo>
                <a:lnTo>
                  <a:pt x="1128312" y="193588"/>
                </a:lnTo>
                <a:lnTo>
                  <a:pt x="1185317" y="258589"/>
                </a:lnTo>
                <a:lnTo>
                  <a:pt x="1233349" y="330475"/>
                </a:lnTo>
                <a:lnTo>
                  <a:pt x="1271588" y="408015"/>
                </a:lnTo>
                <a:lnTo>
                  <a:pt x="1299378" y="489883"/>
                </a:lnTo>
                <a:lnTo>
                  <a:pt x="1316245" y="574679"/>
                </a:lnTo>
                <a:close/>
              </a:path>
            </a:pathLst>
          </a:custGeom>
          <a:solidFill>
            <a:srgbClr val="6D6D6D"/>
          </a:solidFill>
          <a:ln/>
        </p:spPr>
      </p:sp>
      <p:sp>
        <p:nvSpPr>
          <p:cNvPr id="163" name="Shape 161"/>
          <p:cNvSpPr/>
          <p:nvPr/>
        </p:nvSpPr>
        <p:spPr>
          <a:xfrm>
            <a:off x="5427986" y="2083920"/>
            <a:ext cx="1251330" cy="1251330"/>
          </a:xfrm>
          <a:custGeom>
            <a:avLst/>
            <a:gdLst/>
            <a:ahLst/>
            <a:cxnLst/>
            <a:rect l="l" t="t" r="r" b="b"/>
            <a:pathLst>
              <a:path w="1251330" h="1251330">
                <a:moveTo>
                  <a:pt x="1251330" y="625665"/>
                </a:moveTo>
                <a:lnTo>
                  <a:pt x="1245977" y="707330"/>
                </a:lnTo>
                <a:lnTo>
                  <a:pt x="1230010" y="787599"/>
                </a:lnTo>
                <a:lnTo>
                  <a:pt x="1203704" y="865096"/>
                </a:lnTo>
                <a:lnTo>
                  <a:pt x="1167506" y="938497"/>
                </a:lnTo>
                <a:lnTo>
                  <a:pt x="1122038" y="1006545"/>
                </a:lnTo>
                <a:lnTo>
                  <a:pt x="1068077" y="1068077"/>
                </a:lnTo>
                <a:lnTo>
                  <a:pt x="1006545" y="1122038"/>
                </a:lnTo>
                <a:lnTo>
                  <a:pt x="938497" y="1167506"/>
                </a:lnTo>
                <a:lnTo>
                  <a:pt x="865096" y="1203704"/>
                </a:lnTo>
                <a:lnTo>
                  <a:pt x="787599" y="1230010"/>
                </a:lnTo>
                <a:lnTo>
                  <a:pt x="707330" y="1245977"/>
                </a:lnTo>
                <a:lnTo>
                  <a:pt x="625665" y="1251330"/>
                </a:lnTo>
                <a:lnTo>
                  <a:pt x="543999" y="1245977"/>
                </a:lnTo>
                <a:lnTo>
                  <a:pt x="463731" y="1230010"/>
                </a:lnTo>
                <a:lnTo>
                  <a:pt x="386233" y="1203704"/>
                </a:lnTo>
                <a:lnTo>
                  <a:pt x="312832" y="1167506"/>
                </a:lnTo>
                <a:lnTo>
                  <a:pt x="244784" y="1122038"/>
                </a:lnTo>
                <a:lnTo>
                  <a:pt x="183253" y="1068077"/>
                </a:lnTo>
                <a:lnTo>
                  <a:pt x="129292" y="1006545"/>
                </a:lnTo>
                <a:lnTo>
                  <a:pt x="83823" y="938497"/>
                </a:lnTo>
                <a:lnTo>
                  <a:pt x="47626" y="865096"/>
                </a:lnTo>
                <a:lnTo>
                  <a:pt x="21319" y="787599"/>
                </a:lnTo>
                <a:lnTo>
                  <a:pt x="5353" y="707330"/>
                </a:lnTo>
                <a:lnTo>
                  <a:pt x="0" y="625665"/>
                </a:lnTo>
                <a:lnTo>
                  <a:pt x="5353" y="543999"/>
                </a:lnTo>
                <a:lnTo>
                  <a:pt x="21319" y="463731"/>
                </a:lnTo>
                <a:lnTo>
                  <a:pt x="47626" y="386233"/>
                </a:lnTo>
                <a:lnTo>
                  <a:pt x="83823" y="312832"/>
                </a:lnTo>
                <a:lnTo>
                  <a:pt x="129292" y="244784"/>
                </a:lnTo>
                <a:lnTo>
                  <a:pt x="183253" y="183253"/>
                </a:lnTo>
                <a:lnTo>
                  <a:pt x="244784" y="129292"/>
                </a:lnTo>
                <a:lnTo>
                  <a:pt x="312832" y="83823"/>
                </a:lnTo>
                <a:lnTo>
                  <a:pt x="386233" y="47626"/>
                </a:lnTo>
                <a:lnTo>
                  <a:pt x="463731" y="21319"/>
                </a:lnTo>
                <a:lnTo>
                  <a:pt x="543999" y="5353"/>
                </a:lnTo>
                <a:lnTo>
                  <a:pt x="625665" y="0"/>
                </a:lnTo>
                <a:lnTo>
                  <a:pt x="707330" y="5353"/>
                </a:lnTo>
                <a:lnTo>
                  <a:pt x="787599" y="21319"/>
                </a:lnTo>
                <a:lnTo>
                  <a:pt x="865096" y="47626"/>
                </a:lnTo>
                <a:lnTo>
                  <a:pt x="938497" y="83823"/>
                </a:lnTo>
                <a:lnTo>
                  <a:pt x="1006545" y="129292"/>
                </a:lnTo>
                <a:lnTo>
                  <a:pt x="1068077" y="183253"/>
                </a:lnTo>
                <a:lnTo>
                  <a:pt x="1122038" y="244784"/>
                </a:lnTo>
                <a:lnTo>
                  <a:pt x="1167506" y="312832"/>
                </a:lnTo>
                <a:lnTo>
                  <a:pt x="1203704" y="386233"/>
                </a:lnTo>
                <a:lnTo>
                  <a:pt x="1230010" y="463731"/>
                </a:lnTo>
                <a:lnTo>
                  <a:pt x="1245977" y="543999"/>
                </a:lnTo>
                <a:close/>
              </a:path>
            </a:pathLst>
          </a:custGeom>
          <a:solidFill>
            <a:srgbClr val="747474"/>
          </a:solidFill>
          <a:ln/>
        </p:spPr>
      </p:sp>
      <p:sp>
        <p:nvSpPr>
          <p:cNvPr id="164" name="Shape 162"/>
          <p:cNvSpPr/>
          <p:nvPr/>
        </p:nvSpPr>
        <p:spPr>
          <a:xfrm>
            <a:off x="5454235" y="2108000"/>
            <a:ext cx="1180759" cy="1180759"/>
          </a:xfrm>
          <a:custGeom>
            <a:avLst/>
            <a:gdLst/>
            <a:ahLst/>
            <a:cxnLst/>
            <a:rect l="l" t="t" r="r" b="b"/>
            <a:pathLst>
              <a:path w="1180759" h="1180759">
                <a:moveTo>
                  <a:pt x="1180759" y="590380"/>
                </a:moveTo>
                <a:lnTo>
                  <a:pt x="1175709" y="667440"/>
                </a:lnTo>
                <a:lnTo>
                  <a:pt x="1160643" y="743181"/>
                </a:lnTo>
                <a:lnTo>
                  <a:pt x="1135819" y="816308"/>
                </a:lnTo>
                <a:lnTo>
                  <a:pt x="1101663" y="885570"/>
                </a:lnTo>
                <a:lnTo>
                  <a:pt x="1058759" y="949780"/>
                </a:lnTo>
                <a:lnTo>
                  <a:pt x="1007841" y="1007841"/>
                </a:lnTo>
                <a:lnTo>
                  <a:pt x="949780" y="1058759"/>
                </a:lnTo>
                <a:lnTo>
                  <a:pt x="885570" y="1101663"/>
                </a:lnTo>
                <a:lnTo>
                  <a:pt x="816308" y="1135819"/>
                </a:lnTo>
                <a:lnTo>
                  <a:pt x="743181" y="1160643"/>
                </a:lnTo>
                <a:lnTo>
                  <a:pt x="667440" y="1175709"/>
                </a:lnTo>
                <a:lnTo>
                  <a:pt x="590380" y="1180759"/>
                </a:lnTo>
                <a:lnTo>
                  <a:pt x="513320" y="1175709"/>
                </a:lnTo>
                <a:lnTo>
                  <a:pt x="437578" y="1160643"/>
                </a:lnTo>
                <a:lnTo>
                  <a:pt x="364451" y="1135819"/>
                </a:lnTo>
                <a:lnTo>
                  <a:pt x="295190" y="1101663"/>
                </a:lnTo>
                <a:lnTo>
                  <a:pt x="230979" y="1058759"/>
                </a:lnTo>
                <a:lnTo>
                  <a:pt x="172918" y="1007841"/>
                </a:lnTo>
                <a:lnTo>
                  <a:pt x="122000" y="949780"/>
                </a:lnTo>
                <a:lnTo>
                  <a:pt x="79096" y="885570"/>
                </a:lnTo>
                <a:lnTo>
                  <a:pt x="44940" y="816308"/>
                </a:lnTo>
                <a:lnTo>
                  <a:pt x="20117" y="743181"/>
                </a:lnTo>
                <a:lnTo>
                  <a:pt x="5051" y="667440"/>
                </a:lnTo>
                <a:lnTo>
                  <a:pt x="0" y="590380"/>
                </a:lnTo>
                <a:lnTo>
                  <a:pt x="5051" y="513320"/>
                </a:lnTo>
                <a:lnTo>
                  <a:pt x="20117" y="437578"/>
                </a:lnTo>
                <a:lnTo>
                  <a:pt x="44940" y="364451"/>
                </a:lnTo>
                <a:lnTo>
                  <a:pt x="79096" y="295190"/>
                </a:lnTo>
                <a:lnTo>
                  <a:pt x="122000" y="230979"/>
                </a:lnTo>
                <a:lnTo>
                  <a:pt x="172918" y="172918"/>
                </a:lnTo>
                <a:lnTo>
                  <a:pt x="230979" y="122000"/>
                </a:lnTo>
                <a:lnTo>
                  <a:pt x="295190" y="79096"/>
                </a:lnTo>
                <a:lnTo>
                  <a:pt x="364451" y="44940"/>
                </a:lnTo>
                <a:lnTo>
                  <a:pt x="437578" y="20117"/>
                </a:lnTo>
                <a:lnTo>
                  <a:pt x="513320" y="5051"/>
                </a:lnTo>
                <a:lnTo>
                  <a:pt x="590380" y="0"/>
                </a:lnTo>
                <a:lnTo>
                  <a:pt x="667440" y="5051"/>
                </a:lnTo>
                <a:lnTo>
                  <a:pt x="743181" y="20117"/>
                </a:lnTo>
                <a:lnTo>
                  <a:pt x="816308" y="44940"/>
                </a:lnTo>
                <a:lnTo>
                  <a:pt x="885570" y="79096"/>
                </a:lnTo>
                <a:lnTo>
                  <a:pt x="949780" y="122000"/>
                </a:lnTo>
                <a:lnTo>
                  <a:pt x="1007841" y="172918"/>
                </a:lnTo>
                <a:lnTo>
                  <a:pt x="1058759" y="230979"/>
                </a:lnTo>
                <a:lnTo>
                  <a:pt x="1101663" y="295190"/>
                </a:lnTo>
                <a:lnTo>
                  <a:pt x="1135819" y="364451"/>
                </a:lnTo>
                <a:lnTo>
                  <a:pt x="1160643" y="437578"/>
                </a:lnTo>
                <a:lnTo>
                  <a:pt x="1175709" y="513320"/>
                </a:lnTo>
                <a:close/>
              </a:path>
            </a:pathLst>
          </a:custGeom>
          <a:solidFill>
            <a:srgbClr val="7B7B7B"/>
          </a:solidFill>
          <a:ln/>
        </p:spPr>
      </p:sp>
      <p:sp>
        <p:nvSpPr>
          <p:cNvPr id="165" name="Shape 163"/>
          <p:cNvSpPr/>
          <p:nvPr/>
        </p:nvSpPr>
        <p:spPr>
          <a:xfrm>
            <a:off x="5480483" y="2132080"/>
            <a:ext cx="1110189" cy="1110189"/>
          </a:xfrm>
          <a:custGeom>
            <a:avLst/>
            <a:gdLst/>
            <a:ahLst/>
            <a:cxnLst/>
            <a:rect l="l" t="t" r="r" b="b"/>
            <a:pathLst>
              <a:path w="1110189" h="1110189">
                <a:moveTo>
                  <a:pt x="1110189" y="555095"/>
                </a:moveTo>
                <a:lnTo>
                  <a:pt x="1105440" y="627549"/>
                </a:lnTo>
                <a:lnTo>
                  <a:pt x="1091275" y="698764"/>
                </a:lnTo>
                <a:lnTo>
                  <a:pt x="1067935" y="767520"/>
                </a:lnTo>
                <a:lnTo>
                  <a:pt x="1035821" y="832642"/>
                </a:lnTo>
                <a:lnTo>
                  <a:pt x="995481" y="893015"/>
                </a:lnTo>
                <a:lnTo>
                  <a:pt x="947606" y="947606"/>
                </a:lnTo>
                <a:lnTo>
                  <a:pt x="893015" y="995481"/>
                </a:lnTo>
                <a:lnTo>
                  <a:pt x="832642" y="1035821"/>
                </a:lnTo>
                <a:lnTo>
                  <a:pt x="767520" y="1067935"/>
                </a:lnTo>
                <a:lnTo>
                  <a:pt x="698764" y="1091275"/>
                </a:lnTo>
                <a:lnTo>
                  <a:pt x="627549" y="1105440"/>
                </a:lnTo>
                <a:lnTo>
                  <a:pt x="555095" y="1110189"/>
                </a:lnTo>
                <a:lnTo>
                  <a:pt x="482640" y="1105440"/>
                </a:lnTo>
                <a:lnTo>
                  <a:pt x="411426" y="1091275"/>
                </a:lnTo>
                <a:lnTo>
                  <a:pt x="342669" y="1067935"/>
                </a:lnTo>
                <a:lnTo>
                  <a:pt x="277547" y="1035821"/>
                </a:lnTo>
                <a:lnTo>
                  <a:pt x="217174" y="995481"/>
                </a:lnTo>
                <a:lnTo>
                  <a:pt x="162583" y="947606"/>
                </a:lnTo>
                <a:lnTo>
                  <a:pt x="114708" y="893015"/>
                </a:lnTo>
                <a:lnTo>
                  <a:pt x="74369" y="832642"/>
                </a:lnTo>
                <a:lnTo>
                  <a:pt x="42254" y="767520"/>
                </a:lnTo>
                <a:lnTo>
                  <a:pt x="18914" y="698764"/>
                </a:lnTo>
                <a:lnTo>
                  <a:pt x="4749" y="627549"/>
                </a:lnTo>
                <a:lnTo>
                  <a:pt x="0" y="555095"/>
                </a:lnTo>
                <a:lnTo>
                  <a:pt x="4749" y="482640"/>
                </a:lnTo>
                <a:lnTo>
                  <a:pt x="18914" y="411426"/>
                </a:lnTo>
                <a:lnTo>
                  <a:pt x="42254" y="342669"/>
                </a:lnTo>
                <a:lnTo>
                  <a:pt x="74369" y="277547"/>
                </a:lnTo>
                <a:lnTo>
                  <a:pt x="114708" y="217174"/>
                </a:lnTo>
                <a:lnTo>
                  <a:pt x="162583" y="162583"/>
                </a:lnTo>
                <a:lnTo>
                  <a:pt x="217174" y="114708"/>
                </a:lnTo>
                <a:lnTo>
                  <a:pt x="277547" y="74369"/>
                </a:lnTo>
                <a:lnTo>
                  <a:pt x="342669" y="42254"/>
                </a:lnTo>
                <a:lnTo>
                  <a:pt x="411426" y="18914"/>
                </a:lnTo>
                <a:lnTo>
                  <a:pt x="482640" y="4749"/>
                </a:lnTo>
                <a:lnTo>
                  <a:pt x="555095" y="0"/>
                </a:lnTo>
                <a:lnTo>
                  <a:pt x="627549" y="4749"/>
                </a:lnTo>
                <a:lnTo>
                  <a:pt x="698764" y="18914"/>
                </a:lnTo>
                <a:lnTo>
                  <a:pt x="767520" y="42254"/>
                </a:lnTo>
                <a:lnTo>
                  <a:pt x="832642" y="74369"/>
                </a:lnTo>
                <a:lnTo>
                  <a:pt x="893015" y="114708"/>
                </a:lnTo>
                <a:lnTo>
                  <a:pt x="947606" y="162583"/>
                </a:lnTo>
                <a:lnTo>
                  <a:pt x="995481" y="217174"/>
                </a:lnTo>
                <a:lnTo>
                  <a:pt x="1035821" y="277547"/>
                </a:lnTo>
                <a:lnTo>
                  <a:pt x="1067935" y="342669"/>
                </a:lnTo>
                <a:lnTo>
                  <a:pt x="1091275" y="411426"/>
                </a:lnTo>
                <a:lnTo>
                  <a:pt x="1105440" y="482640"/>
                </a:lnTo>
                <a:close/>
              </a:path>
            </a:pathLst>
          </a:custGeom>
          <a:solidFill>
            <a:srgbClr val="828282"/>
          </a:solidFill>
          <a:ln/>
        </p:spPr>
      </p:sp>
      <p:sp>
        <p:nvSpPr>
          <p:cNvPr id="166" name="Shape 164"/>
          <p:cNvSpPr/>
          <p:nvPr/>
        </p:nvSpPr>
        <p:spPr>
          <a:xfrm>
            <a:off x="5506732" y="2156160"/>
            <a:ext cx="1039619" cy="1039619"/>
          </a:xfrm>
          <a:custGeom>
            <a:avLst/>
            <a:gdLst/>
            <a:ahLst/>
            <a:cxnLst/>
            <a:rect l="l" t="t" r="r" b="b"/>
            <a:pathLst>
              <a:path w="1039619" h="1039619">
                <a:moveTo>
                  <a:pt x="1039619" y="519810"/>
                </a:moveTo>
                <a:lnTo>
                  <a:pt x="1035172" y="587658"/>
                </a:lnTo>
                <a:lnTo>
                  <a:pt x="1021907" y="654346"/>
                </a:lnTo>
                <a:lnTo>
                  <a:pt x="1000051" y="718732"/>
                </a:lnTo>
                <a:lnTo>
                  <a:pt x="969978" y="779714"/>
                </a:lnTo>
                <a:lnTo>
                  <a:pt x="932202" y="836249"/>
                </a:lnTo>
                <a:lnTo>
                  <a:pt x="887370" y="887370"/>
                </a:lnTo>
                <a:lnTo>
                  <a:pt x="836249" y="932202"/>
                </a:lnTo>
                <a:lnTo>
                  <a:pt x="779714" y="969978"/>
                </a:lnTo>
                <a:lnTo>
                  <a:pt x="718732" y="1000051"/>
                </a:lnTo>
                <a:lnTo>
                  <a:pt x="654346" y="1021907"/>
                </a:lnTo>
                <a:lnTo>
                  <a:pt x="587658" y="1035172"/>
                </a:lnTo>
                <a:lnTo>
                  <a:pt x="519810" y="1039619"/>
                </a:lnTo>
                <a:lnTo>
                  <a:pt x="451961" y="1035172"/>
                </a:lnTo>
                <a:lnTo>
                  <a:pt x="385273" y="1021907"/>
                </a:lnTo>
                <a:lnTo>
                  <a:pt x="320887" y="1000051"/>
                </a:lnTo>
                <a:lnTo>
                  <a:pt x="259905" y="969978"/>
                </a:lnTo>
                <a:lnTo>
                  <a:pt x="203370" y="932202"/>
                </a:lnTo>
                <a:lnTo>
                  <a:pt x="152249" y="887370"/>
                </a:lnTo>
                <a:lnTo>
                  <a:pt x="107417" y="836249"/>
                </a:lnTo>
                <a:lnTo>
                  <a:pt x="69641" y="779714"/>
                </a:lnTo>
                <a:lnTo>
                  <a:pt x="39568" y="718732"/>
                </a:lnTo>
                <a:lnTo>
                  <a:pt x="17712" y="654346"/>
                </a:lnTo>
                <a:lnTo>
                  <a:pt x="4447" y="587658"/>
                </a:lnTo>
                <a:lnTo>
                  <a:pt x="0" y="519810"/>
                </a:lnTo>
                <a:lnTo>
                  <a:pt x="4447" y="451961"/>
                </a:lnTo>
                <a:lnTo>
                  <a:pt x="17712" y="385273"/>
                </a:lnTo>
                <a:lnTo>
                  <a:pt x="39568" y="320887"/>
                </a:lnTo>
                <a:lnTo>
                  <a:pt x="69641" y="259905"/>
                </a:lnTo>
                <a:lnTo>
                  <a:pt x="107417" y="203370"/>
                </a:lnTo>
                <a:lnTo>
                  <a:pt x="152249" y="152249"/>
                </a:lnTo>
                <a:lnTo>
                  <a:pt x="203370" y="107417"/>
                </a:lnTo>
                <a:lnTo>
                  <a:pt x="259905" y="69641"/>
                </a:lnTo>
                <a:lnTo>
                  <a:pt x="320887" y="39568"/>
                </a:lnTo>
                <a:lnTo>
                  <a:pt x="385273" y="17712"/>
                </a:lnTo>
                <a:lnTo>
                  <a:pt x="451961" y="4447"/>
                </a:lnTo>
                <a:lnTo>
                  <a:pt x="519810" y="0"/>
                </a:lnTo>
                <a:lnTo>
                  <a:pt x="587658" y="4447"/>
                </a:lnTo>
                <a:lnTo>
                  <a:pt x="654346" y="17712"/>
                </a:lnTo>
                <a:lnTo>
                  <a:pt x="718732" y="39568"/>
                </a:lnTo>
                <a:lnTo>
                  <a:pt x="779714" y="69641"/>
                </a:lnTo>
                <a:lnTo>
                  <a:pt x="836249" y="107417"/>
                </a:lnTo>
                <a:lnTo>
                  <a:pt x="887370" y="152249"/>
                </a:lnTo>
                <a:lnTo>
                  <a:pt x="932202" y="203370"/>
                </a:lnTo>
                <a:lnTo>
                  <a:pt x="969978" y="259905"/>
                </a:lnTo>
                <a:lnTo>
                  <a:pt x="1000051" y="320887"/>
                </a:lnTo>
                <a:lnTo>
                  <a:pt x="1021907" y="385273"/>
                </a:lnTo>
                <a:lnTo>
                  <a:pt x="1035172" y="451961"/>
                </a:lnTo>
                <a:close/>
              </a:path>
            </a:pathLst>
          </a:custGeom>
          <a:solidFill>
            <a:srgbClr val="898989"/>
          </a:solidFill>
          <a:ln/>
        </p:spPr>
      </p:sp>
      <p:sp>
        <p:nvSpPr>
          <p:cNvPr id="167" name="Shape 165"/>
          <p:cNvSpPr/>
          <p:nvPr/>
        </p:nvSpPr>
        <p:spPr>
          <a:xfrm>
            <a:off x="5532981" y="2180239"/>
            <a:ext cx="969049" cy="969049"/>
          </a:xfrm>
          <a:custGeom>
            <a:avLst/>
            <a:gdLst/>
            <a:ahLst/>
            <a:cxnLst/>
            <a:rect l="l" t="t" r="r" b="b"/>
            <a:pathLst>
              <a:path w="969049" h="969049">
                <a:moveTo>
                  <a:pt x="969049" y="484524"/>
                </a:moveTo>
                <a:lnTo>
                  <a:pt x="964904" y="547768"/>
                </a:lnTo>
                <a:lnTo>
                  <a:pt x="952539" y="609929"/>
                </a:lnTo>
                <a:lnTo>
                  <a:pt x="932167" y="669944"/>
                </a:lnTo>
                <a:lnTo>
                  <a:pt x="904135" y="726787"/>
                </a:lnTo>
                <a:lnTo>
                  <a:pt x="868923" y="779484"/>
                </a:lnTo>
                <a:lnTo>
                  <a:pt x="827135" y="827135"/>
                </a:lnTo>
                <a:lnTo>
                  <a:pt x="779484" y="868923"/>
                </a:lnTo>
                <a:lnTo>
                  <a:pt x="726787" y="904135"/>
                </a:lnTo>
                <a:lnTo>
                  <a:pt x="669944" y="932167"/>
                </a:lnTo>
                <a:lnTo>
                  <a:pt x="609929" y="952539"/>
                </a:lnTo>
                <a:lnTo>
                  <a:pt x="547768" y="964904"/>
                </a:lnTo>
                <a:lnTo>
                  <a:pt x="484524" y="969049"/>
                </a:lnTo>
                <a:lnTo>
                  <a:pt x="421281" y="964904"/>
                </a:lnTo>
                <a:lnTo>
                  <a:pt x="359120" y="952539"/>
                </a:lnTo>
                <a:lnTo>
                  <a:pt x="299105" y="932167"/>
                </a:lnTo>
                <a:lnTo>
                  <a:pt x="242262" y="904135"/>
                </a:lnTo>
                <a:lnTo>
                  <a:pt x="189565" y="868923"/>
                </a:lnTo>
                <a:lnTo>
                  <a:pt x="141914" y="827135"/>
                </a:lnTo>
                <a:lnTo>
                  <a:pt x="100125" y="779484"/>
                </a:lnTo>
                <a:lnTo>
                  <a:pt x="64914" y="726787"/>
                </a:lnTo>
                <a:lnTo>
                  <a:pt x="36882" y="669944"/>
                </a:lnTo>
                <a:lnTo>
                  <a:pt x="16510" y="609929"/>
                </a:lnTo>
                <a:lnTo>
                  <a:pt x="4145" y="547768"/>
                </a:lnTo>
                <a:lnTo>
                  <a:pt x="0" y="484524"/>
                </a:lnTo>
                <a:lnTo>
                  <a:pt x="4145" y="421281"/>
                </a:lnTo>
                <a:lnTo>
                  <a:pt x="16510" y="359120"/>
                </a:lnTo>
                <a:lnTo>
                  <a:pt x="36882" y="299105"/>
                </a:lnTo>
                <a:lnTo>
                  <a:pt x="64914" y="242262"/>
                </a:lnTo>
                <a:lnTo>
                  <a:pt x="100125" y="189565"/>
                </a:lnTo>
                <a:lnTo>
                  <a:pt x="141914" y="141914"/>
                </a:lnTo>
                <a:lnTo>
                  <a:pt x="189565" y="100125"/>
                </a:lnTo>
                <a:lnTo>
                  <a:pt x="242262" y="64914"/>
                </a:lnTo>
                <a:lnTo>
                  <a:pt x="299105" y="36882"/>
                </a:lnTo>
                <a:lnTo>
                  <a:pt x="359120" y="16510"/>
                </a:lnTo>
                <a:lnTo>
                  <a:pt x="421281" y="4145"/>
                </a:lnTo>
                <a:lnTo>
                  <a:pt x="484524" y="0"/>
                </a:lnTo>
                <a:lnTo>
                  <a:pt x="547768" y="4145"/>
                </a:lnTo>
                <a:lnTo>
                  <a:pt x="609929" y="16510"/>
                </a:lnTo>
                <a:lnTo>
                  <a:pt x="669944" y="36882"/>
                </a:lnTo>
                <a:lnTo>
                  <a:pt x="726787" y="64914"/>
                </a:lnTo>
                <a:lnTo>
                  <a:pt x="779484" y="100125"/>
                </a:lnTo>
                <a:lnTo>
                  <a:pt x="827135" y="141914"/>
                </a:lnTo>
                <a:lnTo>
                  <a:pt x="868923" y="189565"/>
                </a:lnTo>
                <a:lnTo>
                  <a:pt x="904135" y="242262"/>
                </a:lnTo>
                <a:lnTo>
                  <a:pt x="932167" y="299105"/>
                </a:lnTo>
                <a:lnTo>
                  <a:pt x="952539" y="359120"/>
                </a:lnTo>
                <a:lnTo>
                  <a:pt x="964904" y="421281"/>
                </a:lnTo>
                <a:close/>
              </a:path>
            </a:pathLst>
          </a:custGeom>
          <a:solidFill>
            <a:srgbClr val="909090"/>
          </a:solidFill>
          <a:ln/>
        </p:spPr>
      </p:sp>
      <p:sp>
        <p:nvSpPr>
          <p:cNvPr id="168" name="Shape 166"/>
          <p:cNvSpPr/>
          <p:nvPr/>
        </p:nvSpPr>
        <p:spPr>
          <a:xfrm>
            <a:off x="5559229" y="2204319"/>
            <a:ext cx="898479" cy="898479"/>
          </a:xfrm>
          <a:custGeom>
            <a:avLst/>
            <a:gdLst/>
            <a:ahLst/>
            <a:cxnLst/>
            <a:rect l="l" t="t" r="r" b="b"/>
            <a:pathLst>
              <a:path w="898479" h="898479">
                <a:moveTo>
                  <a:pt x="898479" y="449239"/>
                </a:moveTo>
                <a:lnTo>
                  <a:pt x="894635" y="507877"/>
                </a:lnTo>
                <a:lnTo>
                  <a:pt x="883171" y="565511"/>
                </a:lnTo>
                <a:lnTo>
                  <a:pt x="864282" y="621156"/>
                </a:lnTo>
                <a:lnTo>
                  <a:pt x="838292" y="673859"/>
                </a:lnTo>
                <a:lnTo>
                  <a:pt x="805645" y="722719"/>
                </a:lnTo>
                <a:lnTo>
                  <a:pt x="766900" y="766900"/>
                </a:lnTo>
                <a:lnTo>
                  <a:pt x="722719" y="805645"/>
                </a:lnTo>
                <a:lnTo>
                  <a:pt x="673859" y="838292"/>
                </a:lnTo>
                <a:lnTo>
                  <a:pt x="621156" y="864282"/>
                </a:lnTo>
                <a:lnTo>
                  <a:pt x="565511" y="883171"/>
                </a:lnTo>
                <a:lnTo>
                  <a:pt x="507877" y="894635"/>
                </a:lnTo>
                <a:lnTo>
                  <a:pt x="449239" y="898479"/>
                </a:lnTo>
                <a:lnTo>
                  <a:pt x="390602" y="894635"/>
                </a:lnTo>
                <a:lnTo>
                  <a:pt x="332968" y="883171"/>
                </a:lnTo>
                <a:lnTo>
                  <a:pt x="277323" y="864282"/>
                </a:lnTo>
                <a:lnTo>
                  <a:pt x="224620" y="838292"/>
                </a:lnTo>
                <a:lnTo>
                  <a:pt x="175760" y="805645"/>
                </a:lnTo>
                <a:lnTo>
                  <a:pt x="131579" y="766900"/>
                </a:lnTo>
                <a:lnTo>
                  <a:pt x="92834" y="722719"/>
                </a:lnTo>
                <a:lnTo>
                  <a:pt x="60187" y="673859"/>
                </a:lnTo>
                <a:lnTo>
                  <a:pt x="34196" y="621156"/>
                </a:lnTo>
                <a:lnTo>
                  <a:pt x="15307" y="565511"/>
                </a:lnTo>
                <a:lnTo>
                  <a:pt x="3843" y="507877"/>
                </a:lnTo>
                <a:lnTo>
                  <a:pt x="0" y="449239"/>
                </a:lnTo>
                <a:lnTo>
                  <a:pt x="3843" y="390602"/>
                </a:lnTo>
                <a:lnTo>
                  <a:pt x="15307" y="332968"/>
                </a:lnTo>
                <a:lnTo>
                  <a:pt x="34196" y="277323"/>
                </a:lnTo>
                <a:lnTo>
                  <a:pt x="60187" y="224620"/>
                </a:lnTo>
                <a:lnTo>
                  <a:pt x="92834" y="175760"/>
                </a:lnTo>
                <a:lnTo>
                  <a:pt x="131579" y="131579"/>
                </a:lnTo>
                <a:lnTo>
                  <a:pt x="175760" y="92834"/>
                </a:lnTo>
                <a:lnTo>
                  <a:pt x="224620" y="60187"/>
                </a:lnTo>
                <a:lnTo>
                  <a:pt x="277323" y="34196"/>
                </a:lnTo>
                <a:lnTo>
                  <a:pt x="332968" y="15307"/>
                </a:lnTo>
                <a:lnTo>
                  <a:pt x="390602" y="3843"/>
                </a:lnTo>
                <a:lnTo>
                  <a:pt x="449239" y="0"/>
                </a:lnTo>
                <a:lnTo>
                  <a:pt x="507877" y="3843"/>
                </a:lnTo>
                <a:lnTo>
                  <a:pt x="565511" y="15307"/>
                </a:lnTo>
                <a:lnTo>
                  <a:pt x="621156" y="34196"/>
                </a:lnTo>
                <a:lnTo>
                  <a:pt x="673859" y="60187"/>
                </a:lnTo>
                <a:lnTo>
                  <a:pt x="722719" y="92834"/>
                </a:lnTo>
                <a:lnTo>
                  <a:pt x="766900" y="131579"/>
                </a:lnTo>
                <a:lnTo>
                  <a:pt x="805645" y="175760"/>
                </a:lnTo>
                <a:lnTo>
                  <a:pt x="838292" y="224620"/>
                </a:lnTo>
                <a:lnTo>
                  <a:pt x="864282" y="277323"/>
                </a:lnTo>
                <a:lnTo>
                  <a:pt x="883171" y="332968"/>
                </a:lnTo>
                <a:lnTo>
                  <a:pt x="894635" y="390602"/>
                </a:lnTo>
                <a:close/>
              </a:path>
            </a:pathLst>
          </a:custGeom>
          <a:solidFill>
            <a:srgbClr val="979797"/>
          </a:solidFill>
          <a:ln/>
        </p:spPr>
      </p:sp>
      <p:sp>
        <p:nvSpPr>
          <p:cNvPr id="169" name="Shape 167"/>
          <p:cNvSpPr/>
          <p:nvPr/>
        </p:nvSpPr>
        <p:spPr>
          <a:xfrm>
            <a:off x="5585478" y="2228399"/>
            <a:ext cx="827909" cy="827909"/>
          </a:xfrm>
          <a:custGeom>
            <a:avLst/>
            <a:gdLst/>
            <a:ahLst/>
            <a:cxnLst/>
            <a:rect l="l" t="t" r="r" b="b"/>
            <a:pathLst>
              <a:path w="827909" h="827909">
                <a:moveTo>
                  <a:pt x="827909" y="413954"/>
                </a:moveTo>
                <a:lnTo>
                  <a:pt x="824367" y="467986"/>
                </a:lnTo>
                <a:lnTo>
                  <a:pt x="813803" y="521094"/>
                </a:lnTo>
                <a:lnTo>
                  <a:pt x="796398" y="572368"/>
                </a:lnTo>
                <a:lnTo>
                  <a:pt x="772449" y="620931"/>
                </a:lnTo>
                <a:lnTo>
                  <a:pt x="742366" y="665954"/>
                </a:lnTo>
                <a:lnTo>
                  <a:pt x="706664" y="706664"/>
                </a:lnTo>
                <a:lnTo>
                  <a:pt x="665954" y="742366"/>
                </a:lnTo>
                <a:lnTo>
                  <a:pt x="620931" y="772449"/>
                </a:lnTo>
                <a:lnTo>
                  <a:pt x="572368" y="796398"/>
                </a:lnTo>
                <a:lnTo>
                  <a:pt x="521094" y="813803"/>
                </a:lnTo>
                <a:lnTo>
                  <a:pt x="467986" y="824367"/>
                </a:lnTo>
                <a:lnTo>
                  <a:pt x="413954" y="827909"/>
                </a:lnTo>
                <a:lnTo>
                  <a:pt x="359922" y="824367"/>
                </a:lnTo>
                <a:lnTo>
                  <a:pt x="306815" y="813803"/>
                </a:lnTo>
                <a:lnTo>
                  <a:pt x="255541" y="796398"/>
                </a:lnTo>
                <a:lnTo>
                  <a:pt x="206977" y="772449"/>
                </a:lnTo>
                <a:lnTo>
                  <a:pt x="161955" y="742366"/>
                </a:lnTo>
                <a:lnTo>
                  <a:pt x="121244" y="706664"/>
                </a:lnTo>
                <a:lnTo>
                  <a:pt x="85542" y="665954"/>
                </a:lnTo>
                <a:lnTo>
                  <a:pt x="55459" y="620931"/>
                </a:lnTo>
                <a:lnTo>
                  <a:pt x="31510" y="572368"/>
                </a:lnTo>
                <a:lnTo>
                  <a:pt x="14105" y="521094"/>
                </a:lnTo>
                <a:lnTo>
                  <a:pt x="3541" y="467986"/>
                </a:lnTo>
                <a:lnTo>
                  <a:pt x="0" y="413954"/>
                </a:lnTo>
                <a:lnTo>
                  <a:pt x="3541" y="359922"/>
                </a:lnTo>
                <a:lnTo>
                  <a:pt x="14105" y="306815"/>
                </a:lnTo>
                <a:lnTo>
                  <a:pt x="31510" y="255541"/>
                </a:lnTo>
                <a:lnTo>
                  <a:pt x="55459" y="206977"/>
                </a:lnTo>
                <a:lnTo>
                  <a:pt x="85542" y="161955"/>
                </a:lnTo>
                <a:lnTo>
                  <a:pt x="121244" y="121244"/>
                </a:lnTo>
                <a:lnTo>
                  <a:pt x="161955" y="85542"/>
                </a:lnTo>
                <a:lnTo>
                  <a:pt x="206977" y="55459"/>
                </a:lnTo>
                <a:lnTo>
                  <a:pt x="255541" y="31510"/>
                </a:lnTo>
                <a:lnTo>
                  <a:pt x="306815" y="14105"/>
                </a:lnTo>
                <a:lnTo>
                  <a:pt x="359922" y="3541"/>
                </a:lnTo>
                <a:lnTo>
                  <a:pt x="413954" y="0"/>
                </a:lnTo>
                <a:lnTo>
                  <a:pt x="467986" y="3541"/>
                </a:lnTo>
                <a:lnTo>
                  <a:pt x="521094" y="14105"/>
                </a:lnTo>
                <a:lnTo>
                  <a:pt x="572368" y="31510"/>
                </a:lnTo>
                <a:lnTo>
                  <a:pt x="620931" y="55459"/>
                </a:lnTo>
                <a:lnTo>
                  <a:pt x="665954" y="85542"/>
                </a:lnTo>
                <a:lnTo>
                  <a:pt x="706664" y="121244"/>
                </a:lnTo>
                <a:lnTo>
                  <a:pt x="742366" y="161955"/>
                </a:lnTo>
                <a:lnTo>
                  <a:pt x="772449" y="206977"/>
                </a:lnTo>
                <a:lnTo>
                  <a:pt x="796398" y="255541"/>
                </a:lnTo>
                <a:lnTo>
                  <a:pt x="813803" y="306815"/>
                </a:lnTo>
                <a:lnTo>
                  <a:pt x="824367" y="359922"/>
                </a:lnTo>
                <a:close/>
              </a:path>
            </a:pathLst>
          </a:custGeom>
          <a:solidFill>
            <a:srgbClr val="9F9F9F"/>
          </a:solidFill>
          <a:ln/>
        </p:spPr>
      </p:sp>
      <p:sp>
        <p:nvSpPr>
          <p:cNvPr id="170" name="Shape 168"/>
          <p:cNvSpPr/>
          <p:nvPr/>
        </p:nvSpPr>
        <p:spPr>
          <a:xfrm>
            <a:off x="5611727" y="2252479"/>
            <a:ext cx="757338" cy="757338"/>
          </a:xfrm>
          <a:custGeom>
            <a:avLst/>
            <a:gdLst/>
            <a:ahLst/>
            <a:cxnLst/>
            <a:rect l="l" t="t" r="r" b="b"/>
            <a:pathLst>
              <a:path w="757338" h="757338">
                <a:moveTo>
                  <a:pt x="757338" y="378669"/>
                </a:moveTo>
                <a:lnTo>
                  <a:pt x="754099" y="428095"/>
                </a:lnTo>
                <a:lnTo>
                  <a:pt x="744436" y="476676"/>
                </a:lnTo>
                <a:lnTo>
                  <a:pt x="728514" y="523580"/>
                </a:lnTo>
                <a:lnTo>
                  <a:pt x="706606" y="568004"/>
                </a:lnTo>
                <a:lnTo>
                  <a:pt x="679088" y="609188"/>
                </a:lnTo>
                <a:lnTo>
                  <a:pt x="646429" y="646429"/>
                </a:lnTo>
                <a:lnTo>
                  <a:pt x="609188" y="679088"/>
                </a:lnTo>
                <a:lnTo>
                  <a:pt x="568004" y="706606"/>
                </a:lnTo>
                <a:lnTo>
                  <a:pt x="523580" y="728514"/>
                </a:lnTo>
                <a:lnTo>
                  <a:pt x="476676" y="744436"/>
                </a:lnTo>
                <a:lnTo>
                  <a:pt x="428095" y="754099"/>
                </a:lnTo>
                <a:lnTo>
                  <a:pt x="378669" y="757338"/>
                </a:lnTo>
                <a:lnTo>
                  <a:pt x="329243" y="754099"/>
                </a:lnTo>
                <a:lnTo>
                  <a:pt x="280662" y="744436"/>
                </a:lnTo>
                <a:lnTo>
                  <a:pt x="233759" y="728514"/>
                </a:lnTo>
                <a:lnTo>
                  <a:pt x="189335" y="706606"/>
                </a:lnTo>
                <a:lnTo>
                  <a:pt x="148150" y="679088"/>
                </a:lnTo>
                <a:lnTo>
                  <a:pt x="110910" y="646429"/>
                </a:lnTo>
                <a:lnTo>
                  <a:pt x="78251" y="609188"/>
                </a:lnTo>
                <a:lnTo>
                  <a:pt x="50732" y="568004"/>
                </a:lnTo>
                <a:lnTo>
                  <a:pt x="28824" y="523580"/>
                </a:lnTo>
                <a:lnTo>
                  <a:pt x="12903" y="476676"/>
                </a:lnTo>
                <a:lnTo>
                  <a:pt x="3240" y="428095"/>
                </a:lnTo>
                <a:lnTo>
                  <a:pt x="0" y="378669"/>
                </a:lnTo>
                <a:lnTo>
                  <a:pt x="3240" y="329243"/>
                </a:lnTo>
                <a:lnTo>
                  <a:pt x="12903" y="280662"/>
                </a:lnTo>
                <a:lnTo>
                  <a:pt x="28824" y="233759"/>
                </a:lnTo>
                <a:lnTo>
                  <a:pt x="50732" y="189335"/>
                </a:lnTo>
                <a:lnTo>
                  <a:pt x="78251" y="148150"/>
                </a:lnTo>
                <a:lnTo>
                  <a:pt x="110910" y="110910"/>
                </a:lnTo>
                <a:lnTo>
                  <a:pt x="148150" y="78251"/>
                </a:lnTo>
                <a:lnTo>
                  <a:pt x="189335" y="50732"/>
                </a:lnTo>
                <a:lnTo>
                  <a:pt x="233759" y="28824"/>
                </a:lnTo>
                <a:lnTo>
                  <a:pt x="280662" y="12903"/>
                </a:lnTo>
                <a:lnTo>
                  <a:pt x="329243" y="3240"/>
                </a:lnTo>
                <a:lnTo>
                  <a:pt x="378669" y="0"/>
                </a:lnTo>
                <a:lnTo>
                  <a:pt x="428095" y="3240"/>
                </a:lnTo>
                <a:lnTo>
                  <a:pt x="476676" y="12903"/>
                </a:lnTo>
                <a:lnTo>
                  <a:pt x="523580" y="28824"/>
                </a:lnTo>
                <a:lnTo>
                  <a:pt x="568004" y="50732"/>
                </a:lnTo>
                <a:lnTo>
                  <a:pt x="609188" y="78251"/>
                </a:lnTo>
                <a:lnTo>
                  <a:pt x="646429" y="110910"/>
                </a:lnTo>
                <a:lnTo>
                  <a:pt x="679088" y="148150"/>
                </a:lnTo>
                <a:lnTo>
                  <a:pt x="706606" y="189335"/>
                </a:lnTo>
                <a:lnTo>
                  <a:pt x="728514" y="233759"/>
                </a:lnTo>
                <a:lnTo>
                  <a:pt x="744436" y="280662"/>
                </a:lnTo>
                <a:lnTo>
                  <a:pt x="754099" y="329243"/>
                </a:lnTo>
                <a:close/>
              </a:path>
            </a:pathLst>
          </a:custGeom>
          <a:solidFill>
            <a:srgbClr val="A6A6A6"/>
          </a:solidFill>
          <a:ln/>
        </p:spPr>
      </p:sp>
      <p:sp>
        <p:nvSpPr>
          <p:cNvPr id="171" name="Shape 169"/>
          <p:cNvSpPr/>
          <p:nvPr/>
        </p:nvSpPr>
        <p:spPr>
          <a:xfrm>
            <a:off x="5637975" y="2276559"/>
            <a:ext cx="686768" cy="686768"/>
          </a:xfrm>
          <a:custGeom>
            <a:avLst/>
            <a:gdLst/>
            <a:ahLst/>
            <a:cxnLst/>
            <a:rect l="l" t="t" r="r" b="b"/>
            <a:pathLst>
              <a:path w="686768" h="686768">
                <a:moveTo>
                  <a:pt x="686768" y="343384"/>
                </a:moveTo>
                <a:lnTo>
                  <a:pt x="683830" y="388205"/>
                </a:lnTo>
                <a:lnTo>
                  <a:pt x="675068" y="432258"/>
                </a:lnTo>
                <a:lnTo>
                  <a:pt x="660630" y="474791"/>
                </a:lnTo>
                <a:lnTo>
                  <a:pt x="640763" y="515076"/>
                </a:lnTo>
                <a:lnTo>
                  <a:pt x="615809" y="552423"/>
                </a:lnTo>
                <a:lnTo>
                  <a:pt x="586193" y="586193"/>
                </a:lnTo>
                <a:lnTo>
                  <a:pt x="552423" y="615809"/>
                </a:lnTo>
                <a:lnTo>
                  <a:pt x="515076" y="640763"/>
                </a:lnTo>
                <a:lnTo>
                  <a:pt x="474791" y="660630"/>
                </a:lnTo>
                <a:lnTo>
                  <a:pt x="432258" y="675068"/>
                </a:lnTo>
                <a:lnTo>
                  <a:pt x="388205" y="683830"/>
                </a:lnTo>
                <a:lnTo>
                  <a:pt x="343384" y="686768"/>
                </a:lnTo>
                <a:lnTo>
                  <a:pt x="298563" y="683830"/>
                </a:lnTo>
                <a:lnTo>
                  <a:pt x="254510" y="675068"/>
                </a:lnTo>
                <a:lnTo>
                  <a:pt x="211977" y="660630"/>
                </a:lnTo>
                <a:lnTo>
                  <a:pt x="171692" y="640763"/>
                </a:lnTo>
                <a:lnTo>
                  <a:pt x="134345" y="615809"/>
                </a:lnTo>
                <a:lnTo>
                  <a:pt x="100575" y="586193"/>
                </a:lnTo>
                <a:lnTo>
                  <a:pt x="70959" y="552423"/>
                </a:lnTo>
                <a:lnTo>
                  <a:pt x="46005" y="515076"/>
                </a:lnTo>
                <a:lnTo>
                  <a:pt x="26139" y="474791"/>
                </a:lnTo>
                <a:lnTo>
                  <a:pt x="11701" y="432258"/>
                </a:lnTo>
                <a:lnTo>
                  <a:pt x="2938" y="388205"/>
                </a:lnTo>
                <a:lnTo>
                  <a:pt x="0" y="343384"/>
                </a:lnTo>
                <a:lnTo>
                  <a:pt x="2938" y="298563"/>
                </a:lnTo>
                <a:lnTo>
                  <a:pt x="11701" y="254510"/>
                </a:lnTo>
                <a:lnTo>
                  <a:pt x="26139" y="211977"/>
                </a:lnTo>
                <a:lnTo>
                  <a:pt x="46005" y="171692"/>
                </a:lnTo>
                <a:lnTo>
                  <a:pt x="70959" y="134345"/>
                </a:lnTo>
                <a:lnTo>
                  <a:pt x="100575" y="100575"/>
                </a:lnTo>
                <a:lnTo>
                  <a:pt x="134345" y="70959"/>
                </a:lnTo>
                <a:lnTo>
                  <a:pt x="171692" y="46005"/>
                </a:lnTo>
                <a:lnTo>
                  <a:pt x="211977" y="26139"/>
                </a:lnTo>
                <a:lnTo>
                  <a:pt x="254510" y="11701"/>
                </a:lnTo>
                <a:lnTo>
                  <a:pt x="298563" y="2938"/>
                </a:lnTo>
                <a:lnTo>
                  <a:pt x="343384" y="0"/>
                </a:lnTo>
                <a:lnTo>
                  <a:pt x="388205" y="2938"/>
                </a:lnTo>
                <a:lnTo>
                  <a:pt x="432258" y="11701"/>
                </a:lnTo>
                <a:lnTo>
                  <a:pt x="474791" y="26139"/>
                </a:lnTo>
                <a:lnTo>
                  <a:pt x="515076" y="46005"/>
                </a:lnTo>
                <a:lnTo>
                  <a:pt x="552423" y="70959"/>
                </a:lnTo>
                <a:lnTo>
                  <a:pt x="586193" y="100575"/>
                </a:lnTo>
                <a:lnTo>
                  <a:pt x="615809" y="134345"/>
                </a:lnTo>
                <a:lnTo>
                  <a:pt x="640763" y="171692"/>
                </a:lnTo>
                <a:lnTo>
                  <a:pt x="660630" y="211977"/>
                </a:lnTo>
                <a:lnTo>
                  <a:pt x="675068" y="254510"/>
                </a:lnTo>
                <a:lnTo>
                  <a:pt x="683830" y="298563"/>
                </a:lnTo>
                <a:close/>
              </a:path>
            </a:pathLst>
          </a:custGeom>
          <a:solidFill>
            <a:srgbClr val="ADADAD"/>
          </a:solidFill>
          <a:ln/>
        </p:spPr>
      </p:sp>
      <p:sp>
        <p:nvSpPr>
          <p:cNvPr id="172" name="Shape 170"/>
          <p:cNvSpPr/>
          <p:nvPr/>
        </p:nvSpPr>
        <p:spPr>
          <a:xfrm>
            <a:off x="5664224" y="2300639"/>
            <a:ext cx="616198" cy="616198"/>
          </a:xfrm>
          <a:custGeom>
            <a:avLst/>
            <a:gdLst/>
            <a:ahLst/>
            <a:cxnLst/>
            <a:rect l="l" t="t" r="r" b="b"/>
            <a:pathLst>
              <a:path w="616198" h="616198">
                <a:moveTo>
                  <a:pt x="616198" y="308099"/>
                </a:moveTo>
                <a:lnTo>
                  <a:pt x="613562" y="348314"/>
                </a:lnTo>
                <a:lnTo>
                  <a:pt x="605700" y="387841"/>
                </a:lnTo>
                <a:lnTo>
                  <a:pt x="592745" y="426003"/>
                </a:lnTo>
                <a:lnTo>
                  <a:pt x="574921" y="462149"/>
                </a:lnTo>
                <a:lnTo>
                  <a:pt x="552530" y="495658"/>
                </a:lnTo>
                <a:lnTo>
                  <a:pt x="525958" y="525958"/>
                </a:lnTo>
                <a:lnTo>
                  <a:pt x="495658" y="552530"/>
                </a:lnTo>
                <a:lnTo>
                  <a:pt x="462149" y="574921"/>
                </a:lnTo>
                <a:lnTo>
                  <a:pt x="426003" y="592745"/>
                </a:lnTo>
                <a:lnTo>
                  <a:pt x="387841" y="605700"/>
                </a:lnTo>
                <a:lnTo>
                  <a:pt x="348314" y="613562"/>
                </a:lnTo>
                <a:lnTo>
                  <a:pt x="308099" y="616198"/>
                </a:lnTo>
                <a:lnTo>
                  <a:pt x="267884" y="613562"/>
                </a:lnTo>
                <a:lnTo>
                  <a:pt x="228357" y="605700"/>
                </a:lnTo>
                <a:lnTo>
                  <a:pt x="190195" y="592745"/>
                </a:lnTo>
                <a:lnTo>
                  <a:pt x="154050" y="574921"/>
                </a:lnTo>
                <a:lnTo>
                  <a:pt x="120540" y="552530"/>
                </a:lnTo>
                <a:lnTo>
                  <a:pt x="90240" y="525958"/>
                </a:lnTo>
                <a:lnTo>
                  <a:pt x="63668" y="495658"/>
                </a:lnTo>
                <a:lnTo>
                  <a:pt x="41277" y="462149"/>
                </a:lnTo>
                <a:lnTo>
                  <a:pt x="23453" y="426003"/>
                </a:lnTo>
                <a:lnTo>
                  <a:pt x="10498" y="387841"/>
                </a:lnTo>
                <a:lnTo>
                  <a:pt x="2636" y="348314"/>
                </a:lnTo>
                <a:lnTo>
                  <a:pt x="0" y="308099"/>
                </a:lnTo>
                <a:lnTo>
                  <a:pt x="2636" y="267884"/>
                </a:lnTo>
                <a:lnTo>
                  <a:pt x="10498" y="228357"/>
                </a:lnTo>
                <a:lnTo>
                  <a:pt x="23453" y="190195"/>
                </a:lnTo>
                <a:lnTo>
                  <a:pt x="41277" y="154050"/>
                </a:lnTo>
                <a:lnTo>
                  <a:pt x="63668" y="120540"/>
                </a:lnTo>
                <a:lnTo>
                  <a:pt x="90240" y="90240"/>
                </a:lnTo>
                <a:lnTo>
                  <a:pt x="120540" y="63668"/>
                </a:lnTo>
                <a:lnTo>
                  <a:pt x="154050" y="41277"/>
                </a:lnTo>
                <a:lnTo>
                  <a:pt x="190195" y="23453"/>
                </a:lnTo>
                <a:lnTo>
                  <a:pt x="228357" y="10498"/>
                </a:lnTo>
                <a:lnTo>
                  <a:pt x="267884" y="2636"/>
                </a:lnTo>
                <a:lnTo>
                  <a:pt x="308099" y="0"/>
                </a:lnTo>
                <a:lnTo>
                  <a:pt x="348314" y="2636"/>
                </a:lnTo>
                <a:lnTo>
                  <a:pt x="387841" y="10498"/>
                </a:lnTo>
                <a:lnTo>
                  <a:pt x="426003" y="23453"/>
                </a:lnTo>
                <a:lnTo>
                  <a:pt x="462149" y="41277"/>
                </a:lnTo>
                <a:lnTo>
                  <a:pt x="495658" y="63668"/>
                </a:lnTo>
                <a:lnTo>
                  <a:pt x="525958" y="90240"/>
                </a:lnTo>
                <a:lnTo>
                  <a:pt x="552530" y="120540"/>
                </a:lnTo>
                <a:lnTo>
                  <a:pt x="574921" y="154050"/>
                </a:lnTo>
                <a:lnTo>
                  <a:pt x="592745" y="190195"/>
                </a:lnTo>
                <a:lnTo>
                  <a:pt x="605700" y="228357"/>
                </a:lnTo>
                <a:lnTo>
                  <a:pt x="613562" y="267884"/>
                </a:lnTo>
                <a:close/>
              </a:path>
            </a:pathLst>
          </a:custGeom>
          <a:solidFill>
            <a:srgbClr val="B4B4B4"/>
          </a:solidFill>
          <a:ln/>
        </p:spPr>
      </p:sp>
      <p:sp>
        <p:nvSpPr>
          <p:cNvPr id="173" name="Shape 171"/>
          <p:cNvSpPr/>
          <p:nvPr/>
        </p:nvSpPr>
        <p:spPr>
          <a:xfrm>
            <a:off x="5690473" y="2324719"/>
            <a:ext cx="545628" cy="545628"/>
          </a:xfrm>
          <a:custGeom>
            <a:avLst/>
            <a:gdLst/>
            <a:ahLst/>
            <a:cxnLst/>
            <a:rect l="l" t="t" r="r" b="b"/>
            <a:pathLst>
              <a:path w="545628" h="545628">
                <a:moveTo>
                  <a:pt x="545628" y="272814"/>
                </a:moveTo>
                <a:lnTo>
                  <a:pt x="543294" y="308423"/>
                </a:lnTo>
                <a:lnTo>
                  <a:pt x="536332" y="343423"/>
                </a:lnTo>
                <a:lnTo>
                  <a:pt x="524861" y="377215"/>
                </a:lnTo>
                <a:lnTo>
                  <a:pt x="509078" y="409221"/>
                </a:lnTo>
                <a:lnTo>
                  <a:pt x="489252" y="438893"/>
                </a:lnTo>
                <a:lnTo>
                  <a:pt x="465723" y="465723"/>
                </a:lnTo>
                <a:lnTo>
                  <a:pt x="438893" y="489252"/>
                </a:lnTo>
                <a:lnTo>
                  <a:pt x="409221" y="509078"/>
                </a:lnTo>
                <a:lnTo>
                  <a:pt x="377215" y="524861"/>
                </a:lnTo>
                <a:lnTo>
                  <a:pt x="343423" y="536332"/>
                </a:lnTo>
                <a:lnTo>
                  <a:pt x="308423" y="543294"/>
                </a:lnTo>
                <a:lnTo>
                  <a:pt x="272814" y="545628"/>
                </a:lnTo>
                <a:lnTo>
                  <a:pt x="237205" y="543294"/>
                </a:lnTo>
                <a:lnTo>
                  <a:pt x="202204" y="536332"/>
                </a:lnTo>
                <a:lnTo>
                  <a:pt x="168413" y="524861"/>
                </a:lnTo>
                <a:lnTo>
                  <a:pt x="136407" y="509078"/>
                </a:lnTo>
                <a:lnTo>
                  <a:pt x="106735" y="489252"/>
                </a:lnTo>
                <a:lnTo>
                  <a:pt x="79905" y="465723"/>
                </a:lnTo>
                <a:lnTo>
                  <a:pt x="56376" y="438893"/>
                </a:lnTo>
                <a:lnTo>
                  <a:pt x="36550" y="409221"/>
                </a:lnTo>
                <a:lnTo>
                  <a:pt x="20767" y="377215"/>
                </a:lnTo>
                <a:lnTo>
                  <a:pt x="9296" y="343423"/>
                </a:lnTo>
                <a:lnTo>
                  <a:pt x="2334" y="308423"/>
                </a:lnTo>
                <a:lnTo>
                  <a:pt x="0" y="272814"/>
                </a:lnTo>
                <a:lnTo>
                  <a:pt x="2334" y="237205"/>
                </a:lnTo>
                <a:lnTo>
                  <a:pt x="9296" y="202204"/>
                </a:lnTo>
                <a:lnTo>
                  <a:pt x="20767" y="168413"/>
                </a:lnTo>
                <a:lnTo>
                  <a:pt x="36550" y="136407"/>
                </a:lnTo>
                <a:lnTo>
                  <a:pt x="56376" y="106735"/>
                </a:lnTo>
                <a:lnTo>
                  <a:pt x="79905" y="79905"/>
                </a:lnTo>
                <a:lnTo>
                  <a:pt x="106735" y="56376"/>
                </a:lnTo>
                <a:lnTo>
                  <a:pt x="136407" y="36550"/>
                </a:lnTo>
                <a:lnTo>
                  <a:pt x="168413" y="20767"/>
                </a:lnTo>
                <a:lnTo>
                  <a:pt x="202204" y="9296"/>
                </a:lnTo>
                <a:lnTo>
                  <a:pt x="237205" y="2334"/>
                </a:lnTo>
                <a:lnTo>
                  <a:pt x="272814" y="0"/>
                </a:lnTo>
                <a:lnTo>
                  <a:pt x="308423" y="2334"/>
                </a:lnTo>
                <a:lnTo>
                  <a:pt x="343423" y="9296"/>
                </a:lnTo>
                <a:lnTo>
                  <a:pt x="377215" y="20767"/>
                </a:lnTo>
                <a:lnTo>
                  <a:pt x="409221" y="36550"/>
                </a:lnTo>
                <a:lnTo>
                  <a:pt x="438893" y="56376"/>
                </a:lnTo>
                <a:lnTo>
                  <a:pt x="465723" y="79905"/>
                </a:lnTo>
                <a:lnTo>
                  <a:pt x="489252" y="106735"/>
                </a:lnTo>
                <a:lnTo>
                  <a:pt x="509078" y="136407"/>
                </a:lnTo>
                <a:lnTo>
                  <a:pt x="524861" y="168413"/>
                </a:lnTo>
                <a:lnTo>
                  <a:pt x="536332" y="202204"/>
                </a:lnTo>
                <a:lnTo>
                  <a:pt x="543294" y="237205"/>
                </a:lnTo>
                <a:close/>
              </a:path>
            </a:pathLst>
          </a:custGeom>
          <a:solidFill>
            <a:srgbClr val="BBBBBB"/>
          </a:solidFill>
          <a:ln/>
        </p:spPr>
      </p:sp>
      <p:sp>
        <p:nvSpPr>
          <p:cNvPr id="174" name="Shape 172"/>
          <p:cNvSpPr/>
          <p:nvPr/>
        </p:nvSpPr>
        <p:spPr>
          <a:xfrm>
            <a:off x="5716721" y="2348799"/>
            <a:ext cx="475058" cy="475058"/>
          </a:xfrm>
          <a:custGeom>
            <a:avLst/>
            <a:gdLst/>
            <a:ahLst/>
            <a:cxnLst/>
            <a:rect l="l" t="t" r="r" b="b"/>
            <a:pathLst>
              <a:path w="475058" h="475058">
                <a:moveTo>
                  <a:pt x="475058" y="237529"/>
                </a:moveTo>
                <a:lnTo>
                  <a:pt x="473026" y="268533"/>
                </a:lnTo>
                <a:lnTo>
                  <a:pt x="466964" y="299006"/>
                </a:lnTo>
                <a:lnTo>
                  <a:pt x="456977" y="328427"/>
                </a:lnTo>
                <a:lnTo>
                  <a:pt x="443235" y="356293"/>
                </a:lnTo>
                <a:lnTo>
                  <a:pt x="425973" y="382127"/>
                </a:lnTo>
                <a:lnTo>
                  <a:pt x="405487" y="405487"/>
                </a:lnTo>
                <a:lnTo>
                  <a:pt x="382127" y="425973"/>
                </a:lnTo>
                <a:lnTo>
                  <a:pt x="356293" y="443235"/>
                </a:lnTo>
                <a:lnTo>
                  <a:pt x="328427" y="456977"/>
                </a:lnTo>
                <a:lnTo>
                  <a:pt x="299006" y="466964"/>
                </a:lnTo>
                <a:lnTo>
                  <a:pt x="268533" y="473026"/>
                </a:lnTo>
                <a:lnTo>
                  <a:pt x="237529" y="475058"/>
                </a:lnTo>
                <a:lnTo>
                  <a:pt x="206525" y="473026"/>
                </a:lnTo>
                <a:lnTo>
                  <a:pt x="176052" y="466964"/>
                </a:lnTo>
                <a:lnTo>
                  <a:pt x="146630" y="456977"/>
                </a:lnTo>
                <a:lnTo>
                  <a:pt x="118764" y="443235"/>
                </a:lnTo>
                <a:lnTo>
                  <a:pt x="92930" y="425973"/>
                </a:lnTo>
                <a:lnTo>
                  <a:pt x="69571" y="405487"/>
                </a:lnTo>
                <a:lnTo>
                  <a:pt x="49085" y="382127"/>
                </a:lnTo>
                <a:lnTo>
                  <a:pt x="31823" y="356293"/>
                </a:lnTo>
                <a:lnTo>
                  <a:pt x="18081" y="328427"/>
                </a:lnTo>
                <a:lnTo>
                  <a:pt x="8094" y="299006"/>
                </a:lnTo>
                <a:lnTo>
                  <a:pt x="2032" y="268533"/>
                </a:lnTo>
                <a:lnTo>
                  <a:pt x="0" y="237529"/>
                </a:lnTo>
                <a:lnTo>
                  <a:pt x="2032" y="206525"/>
                </a:lnTo>
                <a:lnTo>
                  <a:pt x="8094" y="176052"/>
                </a:lnTo>
                <a:lnTo>
                  <a:pt x="18081" y="146630"/>
                </a:lnTo>
                <a:lnTo>
                  <a:pt x="31823" y="118764"/>
                </a:lnTo>
                <a:lnTo>
                  <a:pt x="49085" y="92930"/>
                </a:lnTo>
                <a:lnTo>
                  <a:pt x="69571" y="69571"/>
                </a:lnTo>
                <a:lnTo>
                  <a:pt x="92930" y="49085"/>
                </a:lnTo>
                <a:lnTo>
                  <a:pt x="118764" y="31823"/>
                </a:lnTo>
                <a:lnTo>
                  <a:pt x="146630" y="18081"/>
                </a:lnTo>
                <a:lnTo>
                  <a:pt x="176052" y="8094"/>
                </a:lnTo>
                <a:lnTo>
                  <a:pt x="206525" y="2032"/>
                </a:lnTo>
                <a:lnTo>
                  <a:pt x="237529" y="0"/>
                </a:lnTo>
                <a:lnTo>
                  <a:pt x="268533" y="2032"/>
                </a:lnTo>
                <a:lnTo>
                  <a:pt x="299006" y="8094"/>
                </a:lnTo>
                <a:lnTo>
                  <a:pt x="328427" y="18081"/>
                </a:lnTo>
                <a:lnTo>
                  <a:pt x="356293" y="31823"/>
                </a:lnTo>
                <a:lnTo>
                  <a:pt x="382127" y="49085"/>
                </a:lnTo>
                <a:lnTo>
                  <a:pt x="405487" y="69571"/>
                </a:lnTo>
                <a:lnTo>
                  <a:pt x="425973" y="92930"/>
                </a:lnTo>
                <a:lnTo>
                  <a:pt x="443235" y="118764"/>
                </a:lnTo>
                <a:lnTo>
                  <a:pt x="456977" y="146630"/>
                </a:lnTo>
                <a:lnTo>
                  <a:pt x="466964" y="176052"/>
                </a:lnTo>
                <a:lnTo>
                  <a:pt x="473026" y="206525"/>
                </a:lnTo>
                <a:close/>
              </a:path>
            </a:pathLst>
          </a:custGeom>
          <a:solidFill>
            <a:srgbClr val="C2C2C2"/>
          </a:solidFill>
          <a:ln/>
        </p:spPr>
      </p:sp>
      <p:sp>
        <p:nvSpPr>
          <p:cNvPr id="175" name="Shape 173"/>
          <p:cNvSpPr/>
          <p:nvPr/>
        </p:nvSpPr>
        <p:spPr>
          <a:xfrm>
            <a:off x="5742970" y="2372879"/>
            <a:ext cx="404488" cy="404488"/>
          </a:xfrm>
          <a:custGeom>
            <a:avLst/>
            <a:gdLst/>
            <a:ahLst/>
            <a:cxnLst/>
            <a:rect l="l" t="t" r="r" b="b"/>
            <a:pathLst>
              <a:path w="404488" h="404488">
                <a:moveTo>
                  <a:pt x="404488" y="202244"/>
                </a:moveTo>
                <a:lnTo>
                  <a:pt x="402757" y="228642"/>
                </a:lnTo>
                <a:lnTo>
                  <a:pt x="397596" y="254588"/>
                </a:lnTo>
                <a:lnTo>
                  <a:pt x="389093" y="279639"/>
                </a:lnTo>
                <a:lnTo>
                  <a:pt x="377392" y="303366"/>
                </a:lnTo>
                <a:lnTo>
                  <a:pt x="362695" y="325362"/>
                </a:lnTo>
                <a:lnTo>
                  <a:pt x="345252" y="345252"/>
                </a:lnTo>
                <a:lnTo>
                  <a:pt x="325362" y="362695"/>
                </a:lnTo>
                <a:lnTo>
                  <a:pt x="303366" y="377392"/>
                </a:lnTo>
                <a:lnTo>
                  <a:pt x="279639" y="389093"/>
                </a:lnTo>
                <a:lnTo>
                  <a:pt x="254588" y="397596"/>
                </a:lnTo>
                <a:lnTo>
                  <a:pt x="228642" y="402757"/>
                </a:lnTo>
                <a:lnTo>
                  <a:pt x="202244" y="404488"/>
                </a:lnTo>
                <a:lnTo>
                  <a:pt x="175846" y="402757"/>
                </a:lnTo>
                <a:lnTo>
                  <a:pt x="149899" y="397596"/>
                </a:lnTo>
                <a:lnTo>
                  <a:pt x="124848" y="389093"/>
                </a:lnTo>
                <a:lnTo>
                  <a:pt x="101122" y="377392"/>
                </a:lnTo>
                <a:lnTo>
                  <a:pt x="79126" y="362695"/>
                </a:lnTo>
                <a:lnTo>
                  <a:pt x="59236" y="345252"/>
                </a:lnTo>
                <a:lnTo>
                  <a:pt x="41793" y="325362"/>
                </a:lnTo>
                <a:lnTo>
                  <a:pt x="27096" y="303366"/>
                </a:lnTo>
                <a:lnTo>
                  <a:pt x="15395" y="279639"/>
                </a:lnTo>
                <a:lnTo>
                  <a:pt x="6891" y="254588"/>
                </a:lnTo>
                <a:lnTo>
                  <a:pt x="1730" y="228642"/>
                </a:lnTo>
                <a:lnTo>
                  <a:pt x="0" y="202244"/>
                </a:lnTo>
                <a:lnTo>
                  <a:pt x="1730" y="175846"/>
                </a:lnTo>
                <a:lnTo>
                  <a:pt x="6891" y="149899"/>
                </a:lnTo>
                <a:lnTo>
                  <a:pt x="15395" y="124848"/>
                </a:lnTo>
                <a:lnTo>
                  <a:pt x="27096" y="101122"/>
                </a:lnTo>
                <a:lnTo>
                  <a:pt x="41793" y="79126"/>
                </a:lnTo>
                <a:lnTo>
                  <a:pt x="59236" y="59236"/>
                </a:lnTo>
                <a:lnTo>
                  <a:pt x="79126" y="41793"/>
                </a:lnTo>
                <a:lnTo>
                  <a:pt x="101122" y="27096"/>
                </a:lnTo>
                <a:lnTo>
                  <a:pt x="124848" y="15395"/>
                </a:lnTo>
                <a:lnTo>
                  <a:pt x="149899" y="6891"/>
                </a:lnTo>
                <a:lnTo>
                  <a:pt x="175846" y="1730"/>
                </a:lnTo>
                <a:lnTo>
                  <a:pt x="202244" y="0"/>
                </a:lnTo>
                <a:lnTo>
                  <a:pt x="228642" y="1730"/>
                </a:lnTo>
                <a:lnTo>
                  <a:pt x="254588" y="6891"/>
                </a:lnTo>
                <a:lnTo>
                  <a:pt x="279639" y="15395"/>
                </a:lnTo>
                <a:lnTo>
                  <a:pt x="303366" y="27096"/>
                </a:lnTo>
                <a:lnTo>
                  <a:pt x="325362" y="41793"/>
                </a:lnTo>
                <a:lnTo>
                  <a:pt x="345252" y="59236"/>
                </a:lnTo>
                <a:lnTo>
                  <a:pt x="362695" y="79126"/>
                </a:lnTo>
                <a:lnTo>
                  <a:pt x="377392" y="101122"/>
                </a:lnTo>
                <a:lnTo>
                  <a:pt x="389093" y="124848"/>
                </a:lnTo>
                <a:lnTo>
                  <a:pt x="397596" y="149899"/>
                </a:lnTo>
                <a:lnTo>
                  <a:pt x="402757" y="175846"/>
                </a:lnTo>
                <a:close/>
              </a:path>
            </a:pathLst>
          </a:custGeom>
          <a:solidFill>
            <a:srgbClr val="C9C9C9"/>
          </a:solidFill>
          <a:ln/>
        </p:spPr>
      </p:sp>
      <p:sp>
        <p:nvSpPr>
          <p:cNvPr id="176" name="Shape 174"/>
          <p:cNvSpPr/>
          <p:nvPr/>
        </p:nvSpPr>
        <p:spPr>
          <a:xfrm>
            <a:off x="5769219" y="2396959"/>
            <a:ext cx="333917" cy="333917"/>
          </a:xfrm>
          <a:custGeom>
            <a:avLst/>
            <a:gdLst/>
            <a:ahLst/>
            <a:cxnLst/>
            <a:rect l="l" t="t" r="r" b="b"/>
            <a:pathLst>
              <a:path w="333917" h="333917">
                <a:moveTo>
                  <a:pt x="333917" y="166959"/>
                </a:moveTo>
                <a:lnTo>
                  <a:pt x="332489" y="188751"/>
                </a:lnTo>
                <a:lnTo>
                  <a:pt x="328228" y="210171"/>
                </a:lnTo>
                <a:lnTo>
                  <a:pt x="321208" y="230851"/>
                </a:lnTo>
                <a:lnTo>
                  <a:pt x="311549" y="250438"/>
                </a:lnTo>
                <a:lnTo>
                  <a:pt x="299416" y="268597"/>
                </a:lnTo>
                <a:lnTo>
                  <a:pt x="285016" y="285016"/>
                </a:lnTo>
                <a:lnTo>
                  <a:pt x="268597" y="299416"/>
                </a:lnTo>
                <a:lnTo>
                  <a:pt x="250438" y="311549"/>
                </a:lnTo>
                <a:lnTo>
                  <a:pt x="230851" y="321208"/>
                </a:lnTo>
                <a:lnTo>
                  <a:pt x="210171" y="328228"/>
                </a:lnTo>
                <a:lnTo>
                  <a:pt x="188751" y="332489"/>
                </a:lnTo>
                <a:lnTo>
                  <a:pt x="166959" y="333917"/>
                </a:lnTo>
                <a:lnTo>
                  <a:pt x="145166" y="332489"/>
                </a:lnTo>
                <a:lnTo>
                  <a:pt x="123747" y="328228"/>
                </a:lnTo>
                <a:lnTo>
                  <a:pt x="103066" y="321208"/>
                </a:lnTo>
                <a:lnTo>
                  <a:pt x="83479" y="311549"/>
                </a:lnTo>
                <a:lnTo>
                  <a:pt x="65321" y="299416"/>
                </a:lnTo>
                <a:lnTo>
                  <a:pt x="48901" y="285016"/>
                </a:lnTo>
                <a:lnTo>
                  <a:pt x="34501" y="268597"/>
                </a:lnTo>
                <a:lnTo>
                  <a:pt x="22368" y="250438"/>
                </a:lnTo>
                <a:lnTo>
                  <a:pt x="12709" y="230851"/>
                </a:lnTo>
                <a:lnTo>
                  <a:pt x="5689" y="210171"/>
                </a:lnTo>
                <a:lnTo>
                  <a:pt x="1428" y="188751"/>
                </a:lnTo>
                <a:lnTo>
                  <a:pt x="0" y="166959"/>
                </a:lnTo>
                <a:lnTo>
                  <a:pt x="1428" y="145166"/>
                </a:lnTo>
                <a:lnTo>
                  <a:pt x="5689" y="123747"/>
                </a:lnTo>
                <a:lnTo>
                  <a:pt x="12709" y="103066"/>
                </a:lnTo>
                <a:lnTo>
                  <a:pt x="22368" y="83479"/>
                </a:lnTo>
                <a:lnTo>
                  <a:pt x="34501" y="65321"/>
                </a:lnTo>
                <a:lnTo>
                  <a:pt x="48901" y="48901"/>
                </a:lnTo>
                <a:lnTo>
                  <a:pt x="65321" y="34501"/>
                </a:lnTo>
                <a:lnTo>
                  <a:pt x="83479" y="22368"/>
                </a:lnTo>
                <a:lnTo>
                  <a:pt x="103066" y="12709"/>
                </a:lnTo>
                <a:lnTo>
                  <a:pt x="123747" y="5689"/>
                </a:lnTo>
                <a:lnTo>
                  <a:pt x="145166" y="1428"/>
                </a:lnTo>
                <a:lnTo>
                  <a:pt x="166959" y="0"/>
                </a:lnTo>
                <a:lnTo>
                  <a:pt x="188751" y="1428"/>
                </a:lnTo>
                <a:lnTo>
                  <a:pt x="210171" y="5689"/>
                </a:lnTo>
                <a:lnTo>
                  <a:pt x="230851" y="12709"/>
                </a:lnTo>
                <a:lnTo>
                  <a:pt x="250438" y="22368"/>
                </a:lnTo>
                <a:lnTo>
                  <a:pt x="268597" y="34501"/>
                </a:lnTo>
                <a:lnTo>
                  <a:pt x="285016" y="48901"/>
                </a:lnTo>
                <a:lnTo>
                  <a:pt x="299416" y="65321"/>
                </a:lnTo>
                <a:lnTo>
                  <a:pt x="311549" y="83479"/>
                </a:lnTo>
                <a:lnTo>
                  <a:pt x="321208" y="103066"/>
                </a:lnTo>
                <a:lnTo>
                  <a:pt x="328228" y="123747"/>
                </a:lnTo>
                <a:lnTo>
                  <a:pt x="332489" y="145166"/>
                </a:lnTo>
                <a:close/>
              </a:path>
            </a:pathLst>
          </a:custGeom>
          <a:solidFill>
            <a:srgbClr val="D0D0D0"/>
          </a:solidFill>
          <a:ln/>
        </p:spPr>
      </p:sp>
      <p:sp>
        <p:nvSpPr>
          <p:cNvPr id="177" name="Shape 175"/>
          <p:cNvSpPr/>
          <p:nvPr/>
        </p:nvSpPr>
        <p:spPr>
          <a:xfrm>
            <a:off x="5795467" y="2421039"/>
            <a:ext cx="263347" cy="263347"/>
          </a:xfrm>
          <a:custGeom>
            <a:avLst/>
            <a:gdLst/>
            <a:ahLst/>
            <a:cxnLst/>
            <a:rect l="l" t="t" r="r" b="b"/>
            <a:pathLst>
              <a:path w="263347" h="263347">
                <a:moveTo>
                  <a:pt x="263347" y="131674"/>
                </a:moveTo>
                <a:lnTo>
                  <a:pt x="262221" y="148860"/>
                </a:lnTo>
                <a:lnTo>
                  <a:pt x="258861" y="165753"/>
                </a:lnTo>
                <a:lnTo>
                  <a:pt x="253324" y="182063"/>
                </a:lnTo>
                <a:lnTo>
                  <a:pt x="245706" y="197510"/>
                </a:lnTo>
                <a:lnTo>
                  <a:pt x="236137" y="211831"/>
                </a:lnTo>
                <a:lnTo>
                  <a:pt x="224781" y="224781"/>
                </a:lnTo>
                <a:lnTo>
                  <a:pt x="211831" y="236137"/>
                </a:lnTo>
                <a:lnTo>
                  <a:pt x="197510" y="245706"/>
                </a:lnTo>
                <a:lnTo>
                  <a:pt x="182063" y="253324"/>
                </a:lnTo>
                <a:lnTo>
                  <a:pt x="165753" y="258861"/>
                </a:lnTo>
                <a:lnTo>
                  <a:pt x="148860" y="262221"/>
                </a:lnTo>
                <a:lnTo>
                  <a:pt x="131674" y="263347"/>
                </a:lnTo>
                <a:lnTo>
                  <a:pt x="114487" y="262221"/>
                </a:lnTo>
                <a:lnTo>
                  <a:pt x="97594" y="258861"/>
                </a:lnTo>
                <a:lnTo>
                  <a:pt x="81284" y="253324"/>
                </a:lnTo>
                <a:lnTo>
                  <a:pt x="65837" y="245706"/>
                </a:lnTo>
                <a:lnTo>
                  <a:pt x="51516" y="236137"/>
                </a:lnTo>
                <a:lnTo>
                  <a:pt x="38566" y="224781"/>
                </a:lnTo>
                <a:lnTo>
                  <a:pt x="27210" y="211831"/>
                </a:lnTo>
                <a:lnTo>
                  <a:pt x="17641" y="197510"/>
                </a:lnTo>
                <a:lnTo>
                  <a:pt x="10023" y="182063"/>
                </a:lnTo>
                <a:lnTo>
                  <a:pt x="4487" y="165753"/>
                </a:lnTo>
                <a:lnTo>
                  <a:pt x="1126" y="148860"/>
                </a:lnTo>
                <a:lnTo>
                  <a:pt x="0" y="131674"/>
                </a:lnTo>
                <a:lnTo>
                  <a:pt x="1126" y="114487"/>
                </a:lnTo>
                <a:lnTo>
                  <a:pt x="4487" y="97594"/>
                </a:lnTo>
                <a:lnTo>
                  <a:pt x="10023" y="81284"/>
                </a:lnTo>
                <a:lnTo>
                  <a:pt x="17641" y="65837"/>
                </a:lnTo>
                <a:lnTo>
                  <a:pt x="27210" y="51516"/>
                </a:lnTo>
                <a:lnTo>
                  <a:pt x="38566" y="38566"/>
                </a:lnTo>
                <a:lnTo>
                  <a:pt x="51516" y="27210"/>
                </a:lnTo>
                <a:lnTo>
                  <a:pt x="65837" y="17641"/>
                </a:lnTo>
                <a:lnTo>
                  <a:pt x="81284" y="10023"/>
                </a:lnTo>
                <a:lnTo>
                  <a:pt x="97594" y="4487"/>
                </a:lnTo>
                <a:lnTo>
                  <a:pt x="114487" y="1126"/>
                </a:lnTo>
                <a:lnTo>
                  <a:pt x="131674" y="0"/>
                </a:lnTo>
                <a:lnTo>
                  <a:pt x="148860" y="1126"/>
                </a:lnTo>
                <a:lnTo>
                  <a:pt x="165753" y="4487"/>
                </a:lnTo>
                <a:lnTo>
                  <a:pt x="182063" y="10023"/>
                </a:lnTo>
                <a:lnTo>
                  <a:pt x="197510" y="17641"/>
                </a:lnTo>
                <a:lnTo>
                  <a:pt x="211831" y="27210"/>
                </a:lnTo>
                <a:lnTo>
                  <a:pt x="224781" y="38566"/>
                </a:lnTo>
                <a:lnTo>
                  <a:pt x="236137" y="51516"/>
                </a:lnTo>
                <a:lnTo>
                  <a:pt x="245706" y="65837"/>
                </a:lnTo>
                <a:lnTo>
                  <a:pt x="253324" y="81284"/>
                </a:lnTo>
                <a:lnTo>
                  <a:pt x="258861" y="97594"/>
                </a:lnTo>
                <a:lnTo>
                  <a:pt x="262221" y="114487"/>
                </a:lnTo>
                <a:close/>
              </a:path>
            </a:pathLst>
          </a:custGeom>
          <a:solidFill>
            <a:srgbClr val="D7D7D7"/>
          </a:solidFill>
          <a:ln/>
        </p:spPr>
      </p:sp>
      <p:sp>
        <p:nvSpPr>
          <p:cNvPr id="178" name="Shape 176"/>
          <p:cNvSpPr/>
          <p:nvPr/>
        </p:nvSpPr>
        <p:spPr>
          <a:xfrm>
            <a:off x="5349240" y="2011680"/>
            <a:ext cx="1463040" cy="1463040"/>
          </a:xfrm>
          <a:custGeom>
            <a:avLst/>
            <a:gdLst/>
            <a:ahLst/>
            <a:cxnLst/>
            <a:rect l="l" t="t" r="r" b="b"/>
            <a:pathLst>
              <a:path w="1463040" h="1463040">
                <a:moveTo>
                  <a:pt x="1463040" y="731520"/>
                </a:moveTo>
                <a:lnTo>
                  <a:pt x="1456782" y="827003"/>
                </a:lnTo>
                <a:lnTo>
                  <a:pt x="1438114" y="920851"/>
                </a:lnTo>
                <a:lnTo>
                  <a:pt x="1407356" y="1011461"/>
                </a:lnTo>
                <a:lnTo>
                  <a:pt x="1365035" y="1097280"/>
                </a:lnTo>
                <a:lnTo>
                  <a:pt x="1311874" y="1176841"/>
                </a:lnTo>
                <a:lnTo>
                  <a:pt x="1248783" y="1248783"/>
                </a:lnTo>
                <a:lnTo>
                  <a:pt x="1176841" y="1311874"/>
                </a:lnTo>
                <a:lnTo>
                  <a:pt x="1097280" y="1365035"/>
                </a:lnTo>
                <a:lnTo>
                  <a:pt x="1011461" y="1407356"/>
                </a:lnTo>
                <a:lnTo>
                  <a:pt x="920851" y="1438114"/>
                </a:lnTo>
                <a:lnTo>
                  <a:pt x="827003" y="1456782"/>
                </a:lnTo>
                <a:lnTo>
                  <a:pt x="731520" y="1463040"/>
                </a:lnTo>
                <a:lnTo>
                  <a:pt x="636037" y="1456782"/>
                </a:lnTo>
                <a:lnTo>
                  <a:pt x="542189" y="1438114"/>
                </a:lnTo>
                <a:lnTo>
                  <a:pt x="451579" y="1407356"/>
                </a:lnTo>
                <a:lnTo>
                  <a:pt x="365760" y="1365035"/>
                </a:lnTo>
                <a:lnTo>
                  <a:pt x="286199" y="1311874"/>
                </a:lnTo>
                <a:lnTo>
                  <a:pt x="214257" y="1248783"/>
                </a:lnTo>
                <a:lnTo>
                  <a:pt x="151166" y="1176841"/>
                </a:lnTo>
                <a:lnTo>
                  <a:pt x="98005" y="1097280"/>
                </a:lnTo>
                <a:lnTo>
                  <a:pt x="55684" y="1011461"/>
                </a:lnTo>
                <a:lnTo>
                  <a:pt x="24926" y="920851"/>
                </a:lnTo>
                <a:lnTo>
                  <a:pt x="6258" y="827003"/>
                </a:lnTo>
                <a:lnTo>
                  <a:pt x="0" y="731520"/>
                </a:lnTo>
                <a:lnTo>
                  <a:pt x="6258" y="636037"/>
                </a:lnTo>
                <a:lnTo>
                  <a:pt x="24926" y="542189"/>
                </a:lnTo>
                <a:lnTo>
                  <a:pt x="55684" y="451579"/>
                </a:lnTo>
                <a:lnTo>
                  <a:pt x="98005" y="365760"/>
                </a:lnTo>
                <a:lnTo>
                  <a:pt x="151166" y="286199"/>
                </a:lnTo>
                <a:lnTo>
                  <a:pt x="214257" y="214257"/>
                </a:lnTo>
                <a:lnTo>
                  <a:pt x="286199" y="151166"/>
                </a:lnTo>
                <a:lnTo>
                  <a:pt x="365760" y="98005"/>
                </a:lnTo>
                <a:lnTo>
                  <a:pt x="451579" y="55684"/>
                </a:lnTo>
                <a:lnTo>
                  <a:pt x="542189" y="24926"/>
                </a:lnTo>
                <a:lnTo>
                  <a:pt x="636037" y="6258"/>
                </a:lnTo>
                <a:lnTo>
                  <a:pt x="731520" y="0"/>
                </a:lnTo>
                <a:lnTo>
                  <a:pt x="827003" y="6258"/>
                </a:lnTo>
                <a:lnTo>
                  <a:pt x="920851" y="24926"/>
                </a:lnTo>
                <a:lnTo>
                  <a:pt x="1011461" y="55684"/>
                </a:lnTo>
                <a:lnTo>
                  <a:pt x="1097280" y="98005"/>
                </a:lnTo>
                <a:lnTo>
                  <a:pt x="1176841" y="151166"/>
                </a:lnTo>
                <a:lnTo>
                  <a:pt x="1248783" y="214257"/>
                </a:lnTo>
                <a:lnTo>
                  <a:pt x="1311874" y="286199"/>
                </a:lnTo>
                <a:lnTo>
                  <a:pt x="1365035" y="365760"/>
                </a:lnTo>
                <a:lnTo>
                  <a:pt x="1407356" y="451579"/>
                </a:lnTo>
                <a:lnTo>
                  <a:pt x="1438114" y="542189"/>
                </a:lnTo>
                <a:lnTo>
                  <a:pt x="1456782" y="636037"/>
                </a:lnTo>
                <a:close/>
              </a:path>
            </a:pathLst>
          </a:custGeom>
          <a:ln w="12700">
            <a:solidFill>
              <a:srgbClr val="000000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6010759" y="2803805"/>
            <a:ext cx="180185" cy="123418"/>
          </a:xfrm>
          <a:custGeom>
            <a:avLst/>
            <a:gdLst/>
            <a:ahLst/>
            <a:cxnLst/>
            <a:rect l="l" t="t" r="r" b="b"/>
            <a:pathLst>
              <a:path w="180185" h="123418">
                <a:moveTo>
                  <a:pt x="0" y="60195"/>
                </a:moveTo>
                <a:lnTo>
                  <a:pt x="4620" y="0"/>
                </a:lnTo>
                <a:lnTo>
                  <a:pt x="180185" y="63223"/>
                </a:lnTo>
                <a:lnTo>
                  <a:pt x="175565" y="123418"/>
                </a:lnTo>
                <a:close/>
              </a:path>
            </a:pathLst>
          </a:custGeom>
          <a:solidFill>
            <a:srgbClr val="747474"/>
          </a:solidFill>
          <a:ln w="6350">
            <a:solidFill>
              <a:srgbClr val="747474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6015379" y="2744329"/>
            <a:ext cx="189284" cy="122699"/>
          </a:xfrm>
          <a:custGeom>
            <a:avLst/>
            <a:gdLst/>
            <a:ahLst/>
            <a:cxnLst/>
            <a:rect l="l" t="t" r="r" b="b"/>
            <a:pathLst>
              <a:path w="189284" h="122699">
                <a:moveTo>
                  <a:pt x="0" y="59475"/>
                </a:moveTo>
                <a:lnTo>
                  <a:pt x="13719" y="0"/>
                </a:lnTo>
                <a:lnTo>
                  <a:pt x="189284" y="63223"/>
                </a:lnTo>
                <a:lnTo>
                  <a:pt x="175565" y="122699"/>
                </a:lnTo>
                <a:close/>
              </a:path>
            </a:pathLst>
          </a:custGeom>
          <a:solidFill>
            <a:srgbClr val="7E7E7E"/>
          </a:solidFill>
          <a:ln w="6350">
            <a:solidFill>
              <a:srgbClr val="7E7E7E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6029098" y="2687381"/>
            <a:ext cx="197966" cy="120171"/>
          </a:xfrm>
          <a:custGeom>
            <a:avLst/>
            <a:gdLst/>
            <a:ahLst/>
            <a:cxnLst/>
            <a:rect l="l" t="t" r="r" b="b"/>
            <a:pathLst>
              <a:path w="197966" h="120171">
                <a:moveTo>
                  <a:pt x="0" y="56948"/>
                </a:moveTo>
                <a:lnTo>
                  <a:pt x="22401" y="0"/>
                </a:lnTo>
                <a:lnTo>
                  <a:pt x="197966" y="63223"/>
                </a:lnTo>
                <a:lnTo>
                  <a:pt x="175565" y="120171"/>
                </a:lnTo>
                <a:close/>
              </a:path>
            </a:pathLst>
          </a:custGeom>
          <a:solidFill>
            <a:srgbClr val="868686"/>
          </a:solidFill>
          <a:ln w="6350">
            <a:solidFill>
              <a:srgbClr val="868686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6051499" y="2634690"/>
            <a:ext cx="205968" cy="115914"/>
          </a:xfrm>
          <a:custGeom>
            <a:avLst/>
            <a:gdLst/>
            <a:ahLst/>
            <a:cxnLst/>
            <a:rect l="l" t="t" r="r" b="b"/>
            <a:pathLst>
              <a:path w="205968" h="115914">
                <a:moveTo>
                  <a:pt x="0" y="52691"/>
                </a:moveTo>
                <a:lnTo>
                  <a:pt x="30403" y="0"/>
                </a:lnTo>
                <a:lnTo>
                  <a:pt x="205968" y="63223"/>
                </a:lnTo>
                <a:lnTo>
                  <a:pt x="175565" y="115914"/>
                </a:lnTo>
                <a:close/>
              </a:path>
            </a:pathLst>
          </a:custGeom>
          <a:solidFill>
            <a:srgbClr val="8C8C8C"/>
          </a:solidFill>
          <a:ln w="6350">
            <a:solidFill>
              <a:srgbClr val="8C8C8C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6081902" y="2587858"/>
            <a:ext cx="213046" cy="110056"/>
          </a:xfrm>
          <a:custGeom>
            <a:avLst/>
            <a:gdLst/>
            <a:ahLst/>
            <a:cxnLst/>
            <a:rect l="l" t="t" r="r" b="b"/>
            <a:pathLst>
              <a:path w="213046" h="110056">
                <a:moveTo>
                  <a:pt x="0" y="46832"/>
                </a:moveTo>
                <a:lnTo>
                  <a:pt x="37481" y="0"/>
                </a:lnTo>
                <a:lnTo>
                  <a:pt x="213046" y="63223"/>
                </a:lnTo>
                <a:lnTo>
                  <a:pt x="175565" y="110056"/>
                </a:lnTo>
                <a:close/>
              </a:path>
            </a:pathLst>
          </a:custGeom>
          <a:solidFill>
            <a:srgbClr val="8F8F8F"/>
          </a:solidFill>
          <a:ln w="6350">
            <a:solidFill>
              <a:srgbClr val="8F8F8F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6119383" y="2548307"/>
            <a:ext cx="218985" cy="102774"/>
          </a:xfrm>
          <a:custGeom>
            <a:avLst/>
            <a:gdLst/>
            <a:ahLst/>
            <a:cxnLst/>
            <a:rect l="l" t="t" r="r" b="b"/>
            <a:pathLst>
              <a:path w="218985" h="102774">
                <a:moveTo>
                  <a:pt x="0" y="39551"/>
                </a:moveTo>
                <a:lnTo>
                  <a:pt x="43420" y="0"/>
                </a:lnTo>
                <a:lnTo>
                  <a:pt x="218985" y="63223"/>
                </a:lnTo>
                <a:lnTo>
                  <a:pt x="175565" y="102774"/>
                </a:lnTo>
                <a:close/>
              </a:path>
            </a:pathLst>
          </a:custGeom>
          <a:solidFill>
            <a:srgbClr val="909090"/>
          </a:solidFill>
          <a:ln w="6350">
            <a:solidFill>
              <a:srgbClr val="909090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6162803" y="2517238"/>
            <a:ext cx="223604" cy="94291"/>
          </a:xfrm>
          <a:custGeom>
            <a:avLst/>
            <a:gdLst/>
            <a:ahLst/>
            <a:cxnLst/>
            <a:rect l="l" t="t" r="r" b="b"/>
            <a:pathLst>
              <a:path w="223604" h="94291">
                <a:moveTo>
                  <a:pt x="0" y="31068"/>
                </a:moveTo>
                <a:lnTo>
                  <a:pt x="48040" y="0"/>
                </a:lnTo>
                <a:lnTo>
                  <a:pt x="223604" y="63223"/>
                </a:lnTo>
                <a:lnTo>
                  <a:pt x="175565" y="94291"/>
                </a:lnTo>
                <a:close/>
              </a:path>
            </a:pathLst>
          </a:custGeom>
          <a:solidFill>
            <a:srgbClr val="8F8F8F"/>
          </a:solidFill>
          <a:ln w="6350">
            <a:solidFill>
              <a:srgbClr val="8F8F8F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6210842" y="2495598"/>
            <a:ext cx="226765" cy="84864"/>
          </a:xfrm>
          <a:custGeom>
            <a:avLst/>
            <a:gdLst/>
            <a:ahLst/>
            <a:cxnLst/>
            <a:rect l="l" t="t" r="r" b="b"/>
            <a:pathLst>
              <a:path w="226765" h="84864">
                <a:moveTo>
                  <a:pt x="0" y="21641"/>
                </a:moveTo>
                <a:lnTo>
                  <a:pt x="51200" y="0"/>
                </a:lnTo>
                <a:lnTo>
                  <a:pt x="226765" y="63223"/>
                </a:lnTo>
                <a:lnTo>
                  <a:pt x="175565" y="84864"/>
                </a:lnTo>
                <a:close/>
              </a:path>
            </a:pathLst>
          </a:custGeom>
          <a:solidFill>
            <a:srgbClr val="8B8B8B"/>
          </a:solidFill>
          <a:ln w="6350">
            <a:solidFill>
              <a:srgbClr val="8B8B8B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6262042" y="2484041"/>
            <a:ext cx="228369" cy="74780"/>
          </a:xfrm>
          <a:custGeom>
            <a:avLst/>
            <a:gdLst/>
            <a:ahLst/>
            <a:cxnLst/>
            <a:rect l="l" t="t" r="r" b="b"/>
            <a:pathLst>
              <a:path w="228369" h="74780">
                <a:moveTo>
                  <a:pt x="0" y="11556"/>
                </a:moveTo>
                <a:lnTo>
                  <a:pt x="52804" y="0"/>
                </a:lnTo>
                <a:lnTo>
                  <a:pt x="228369" y="63223"/>
                </a:lnTo>
                <a:lnTo>
                  <a:pt x="175565" y="74780"/>
                </a:lnTo>
                <a:close/>
              </a:path>
            </a:pathLst>
          </a:custGeom>
          <a:solidFill>
            <a:srgbClr val="848484"/>
          </a:solidFill>
          <a:ln w="6350">
            <a:solidFill>
              <a:srgbClr val="848484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6314846" y="2482920"/>
            <a:ext cx="228369" cy="64344"/>
          </a:xfrm>
          <a:custGeom>
            <a:avLst/>
            <a:gdLst/>
            <a:ahLst/>
            <a:cxnLst/>
            <a:rect l="l" t="t" r="r" b="b"/>
            <a:pathLst>
              <a:path w="228369" h="64344">
                <a:moveTo>
                  <a:pt x="0" y="1121"/>
                </a:moveTo>
                <a:lnTo>
                  <a:pt x="52804" y="0"/>
                </a:lnTo>
                <a:lnTo>
                  <a:pt x="228369" y="63223"/>
                </a:lnTo>
                <a:lnTo>
                  <a:pt x="175565" y="64344"/>
                </a:lnTo>
                <a:close/>
              </a:path>
            </a:pathLst>
          </a:custGeom>
          <a:solidFill>
            <a:srgbClr val="7C7C7C"/>
          </a:solidFill>
          <a:ln w="6350">
            <a:solidFill>
              <a:srgbClr val="7C7C7C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6367651" y="2482920"/>
            <a:ext cx="226765" cy="72572"/>
          </a:xfrm>
          <a:custGeom>
            <a:avLst/>
            <a:gdLst/>
            <a:ahLst/>
            <a:cxnLst/>
            <a:rect l="l" t="t" r="r" b="b"/>
            <a:pathLst>
              <a:path w="226765" h="72572">
                <a:moveTo>
                  <a:pt x="0" y="0"/>
                </a:moveTo>
                <a:lnTo>
                  <a:pt x="51200" y="9349"/>
                </a:lnTo>
                <a:lnTo>
                  <a:pt x="226765" y="72572"/>
                </a:lnTo>
                <a:lnTo>
                  <a:pt x="175565" y="63223"/>
                </a:lnTo>
                <a:close/>
              </a:path>
            </a:pathLst>
          </a:custGeom>
          <a:solidFill>
            <a:srgbClr val="717171"/>
          </a:solidFill>
          <a:ln w="6350">
            <a:solidFill>
              <a:srgbClr val="717171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6162803" y="3143191"/>
            <a:ext cx="223604" cy="82758"/>
          </a:xfrm>
          <a:custGeom>
            <a:avLst/>
            <a:gdLst/>
            <a:ahLst/>
            <a:cxnLst/>
            <a:rect l="l" t="t" r="r" b="b"/>
            <a:pathLst>
              <a:path w="223604" h="82758">
                <a:moveTo>
                  <a:pt x="48040" y="19535"/>
                </a:moveTo>
                <a:lnTo>
                  <a:pt x="0" y="0"/>
                </a:lnTo>
                <a:lnTo>
                  <a:pt x="175565" y="63223"/>
                </a:lnTo>
                <a:lnTo>
                  <a:pt x="223604" y="82758"/>
                </a:lnTo>
                <a:close/>
              </a:path>
            </a:pathLst>
          </a:custGeom>
          <a:solidFill>
            <a:srgbClr val="3D3D3D"/>
          </a:solidFill>
          <a:ln w="6350">
            <a:solidFill>
              <a:srgbClr val="3D3D3D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6119383" y="3114064"/>
            <a:ext cx="218985" cy="92350"/>
          </a:xfrm>
          <a:custGeom>
            <a:avLst/>
            <a:gdLst/>
            <a:ahLst/>
            <a:cxnLst/>
            <a:rect l="l" t="t" r="r" b="b"/>
            <a:pathLst>
              <a:path w="218985" h="92350">
                <a:moveTo>
                  <a:pt x="43420" y="29127"/>
                </a:moveTo>
                <a:lnTo>
                  <a:pt x="0" y="0"/>
                </a:lnTo>
                <a:lnTo>
                  <a:pt x="175565" y="63223"/>
                </a:lnTo>
                <a:lnTo>
                  <a:pt x="218985" y="92350"/>
                </a:lnTo>
                <a:close/>
              </a:path>
            </a:pathLst>
          </a:custGeom>
          <a:solidFill>
            <a:srgbClr val="3D3D3D"/>
          </a:solidFill>
          <a:ln w="6350">
            <a:solidFill>
              <a:srgbClr val="3D3D3D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6081902" y="3076229"/>
            <a:ext cx="213046" cy="101058"/>
          </a:xfrm>
          <a:custGeom>
            <a:avLst/>
            <a:gdLst/>
            <a:ahLst/>
            <a:cxnLst/>
            <a:rect l="l" t="t" r="r" b="b"/>
            <a:pathLst>
              <a:path w="213046" h="101058">
                <a:moveTo>
                  <a:pt x="37481" y="37834"/>
                </a:moveTo>
                <a:lnTo>
                  <a:pt x="0" y="0"/>
                </a:lnTo>
                <a:lnTo>
                  <a:pt x="175565" y="63223"/>
                </a:lnTo>
                <a:lnTo>
                  <a:pt x="213046" y="101058"/>
                </a:lnTo>
                <a:close/>
              </a:path>
            </a:pathLst>
          </a:custGeom>
          <a:solidFill>
            <a:srgbClr val="3D3D3D"/>
          </a:solidFill>
          <a:ln w="6350">
            <a:solidFill>
              <a:srgbClr val="3D3D3D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6051499" y="3030838"/>
            <a:ext cx="205968" cy="108615"/>
          </a:xfrm>
          <a:custGeom>
            <a:avLst/>
            <a:gdLst/>
            <a:ahLst/>
            <a:cxnLst/>
            <a:rect l="l" t="t" r="r" b="b"/>
            <a:pathLst>
              <a:path w="205968" h="108615">
                <a:moveTo>
                  <a:pt x="30403" y="45392"/>
                </a:moveTo>
                <a:lnTo>
                  <a:pt x="0" y="0"/>
                </a:lnTo>
                <a:lnTo>
                  <a:pt x="175565" y="63223"/>
                </a:lnTo>
                <a:lnTo>
                  <a:pt x="205968" y="108615"/>
                </a:lnTo>
                <a:close/>
              </a:path>
            </a:pathLst>
          </a:custGeom>
          <a:solidFill>
            <a:srgbClr val="3F3F3F"/>
          </a:solidFill>
          <a:ln w="6350">
            <a:solidFill>
              <a:srgbClr val="3F3F3F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6029098" y="2979267"/>
            <a:ext cx="197966" cy="114793"/>
          </a:xfrm>
          <a:custGeom>
            <a:avLst/>
            <a:gdLst/>
            <a:ahLst/>
            <a:cxnLst/>
            <a:rect l="l" t="t" r="r" b="b"/>
            <a:pathLst>
              <a:path w="197966" h="114793">
                <a:moveTo>
                  <a:pt x="22401" y="51570"/>
                </a:moveTo>
                <a:lnTo>
                  <a:pt x="0" y="0"/>
                </a:lnTo>
                <a:lnTo>
                  <a:pt x="175565" y="63223"/>
                </a:lnTo>
                <a:lnTo>
                  <a:pt x="197966" y="114793"/>
                </a:lnTo>
                <a:close/>
              </a:path>
            </a:pathLst>
          </a:custGeom>
          <a:solidFill>
            <a:srgbClr val="4D4D4D"/>
          </a:solidFill>
          <a:ln w="6350">
            <a:solidFill>
              <a:srgbClr val="4D4D4D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6015379" y="2923086"/>
            <a:ext cx="189284" cy="119405"/>
          </a:xfrm>
          <a:custGeom>
            <a:avLst/>
            <a:gdLst/>
            <a:ahLst/>
            <a:cxnLst/>
            <a:rect l="l" t="t" r="r" b="b"/>
            <a:pathLst>
              <a:path w="189284" h="119405">
                <a:moveTo>
                  <a:pt x="13719" y="56182"/>
                </a:moveTo>
                <a:lnTo>
                  <a:pt x="0" y="0"/>
                </a:lnTo>
                <a:lnTo>
                  <a:pt x="175565" y="63223"/>
                </a:lnTo>
                <a:lnTo>
                  <a:pt x="189284" y="119405"/>
                </a:lnTo>
                <a:close/>
              </a:path>
            </a:pathLst>
          </a:custGeom>
          <a:solidFill>
            <a:srgbClr val="5B5B5B"/>
          </a:solidFill>
          <a:ln w="6350">
            <a:solidFill>
              <a:srgbClr val="5B5B5B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6010759" y="2864000"/>
            <a:ext cx="180185" cy="122309"/>
          </a:xfrm>
          <a:custGeom>
            <a:avLst/>
            <a:gdLst/>
            <a:ahLst/>
            <a:cxnLst/>
            <a:rect l="l" t="t" r="r" b="b"/>
            <a:pathLst>
              <a:path w="180185" h="122309">
                <a:moveTo>
                  <a:pt x="4620" y="59086"/>
                </a:moveTo>
                <a:lnTo>
                  <a:pt x="0" y="0"/>
                </a:lnTo>
                <a:lnTo>
                  <a:pt x="175565" y="63223"/>
                </a:lnTo>
                <a:lnTo>
                  <a:pt x="180185" y="122309"/>
                </a:lnTo>
                <a:close/>
              </a:path>
            </a:pathLst>
          </a:custGeom>
          <a:solidFill>
            <a:srgbClr val="686868"/>
          </a:solidFill>
          <a:ln w="6350">
            <a:solidFill>
              <a:srgbClr val="686868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6010759" y="2482920"/>
            <a:ext cx="783739" cy="752378"/>
          </a:xfrm>
          <a:custGeom>
            <a:avLst/>
            <a:gdLst/>
            <a:ahLst/>
            <a:cxnLst/>
            <a:rect l="l" t="t" r="r" b="b"/>
            <a:pathLst>
              <a:path w="783739" h="752378">
                <a:moveTo>
                  <a:pt x="0" y="381079"/>
                </a:moveTo>
                <a:lnTo>
                  <a:pt x="4620" y="320884"/>
                </a:lnTo>
                <a:lnTo>
                  <a:pt x="18339" y="261409"/>
                </a:lnTo>
                <a:lnTo>
                  <a:pt x="40740" y="204461"/>
                </a:lnTo>
                <a:lnTo>
                  <a:pt x="71143" y="151770"/>
                </a:lnTo>
                <a:lnTo>
                  <a:pt x="108624" y="104937"/>
                </a:lnTo>
                <a:lnTo>
                  <a:pt x="152044" y="65386"/>
                </a:lnTo>
                <a:lnTo>
                  <a:pt x="200083" y="34318"/>
                </a:lnTo>
                <a:lnTo>
                  <a:pt x="251283" y="12677"/>
                </a:lnTo>
                <a:lnTo>
                  <a:pt x="304087" y="1121"/>
                </a:lnTo>
                <a:lnTo>
                  <a:pt x="356891" y="0"/>
                </a:lnTo>
                <a:lnTo>
                  <a:pt x="408091" y="9349"/>
                </a:lnTo>
                <a:lnTo>
                  <a:pt x="583656" y="72572"/>
                </a:lnTo>
                <a:lnTo>
                  <a:pt x="631696" y="92107"/>
                </a:lnTo>
                <a:lnTo>
                  <a:pt x="675115" y="121234"/>
                </a:lnTo>
                <a:lnTo>
                  <a:pt x="712596" y="159069"/>
                </a:lnTo>
                <a:lnTo>
                  <a:pt x="742999" y="204461"/>
                </a:lnTo>
                <a:lnTo>
                  <a:pt x="765400" y="256031"/>
                </a:lnTo>
                <a:lnTo>
                  <a:pt x="779119" y="312212"/>
                </a:lnTo>
                <a:lnTo>
                  <a:pt x="783739" y="371298"/>
                </a:lnTo>
                <a:lnTo>
                  <a:pt x="779119" y="431494"/>
                </a:lnTo>
                <a:lnTo>
                  <a:pt x="765400" y="490969"/>
                </a:lnTo>
                <a:lnTo>
                  <a:pt x="742999" y="547917"/>
                </a:lnTo>
                <a:lnTo>
                  <a:pt x="712596" y="600608"/>
                </a:lnTo>
                <a:lnTo>
                  <a:pt x="675115" y="647440"/>
                </a:lnTo>
                <a:lnTo>
                  <a:pt x="631696" y="686992"/>
                </a:lnTo>
                <a:lnTo>
                  <a:pt x="583656" y="718060"/>
                </a:lnTo>
                <a:lnTo>
                  <a:pt x="532456" y="739701"/>
                </a:lnTo>
                <a:lnTo>
                  <a:pt x="479652" y="751257"/>
                </a:lnTo>
                <a:lnTo>
                  <a:pt x="426848" y="752378"/>
                </a:lnTo>
                <a:lnTo>
                  <a:pt x="375648" y="743028"/>
                </a:lnTo>
                <a:lnTo>
                  <a:pt x="200083" y="679805"/>
                </a:lnTo>
                <a:lnTo>
                  <a:pt x="152044" y="660270"/>
                </a:lnTo>
                <a:lnTo>
                  <a:pt x="108624" y="631143"/>
                </a:lnTo>
                <a:lnTo>
                  <a:pt x="71143" y="593309"/>
                </a:lnTo>
                <a:lnTo>
                  <a:pt x="40740" y="547917"/>
                </a:lnTo>
                <a:lnTo>
                  <a:pt x="18339" y="496347"/>
                </a:lnTo>
                <a:lnTo>
                  <a:pt x="4620" y="440165"/>
                </a:lnTo>
                <a:close/>
              </a:path>
            </a:pathLst>
          </a:custGeom>
          <a:ln w="12700">
            <a:solidFill>
              <a:srgbClr val="000000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6186324" y="2546144"/>
            <a:ext cx="608174" cy="689154"/>
          </a:xfrm>
          <a:custGeom>
            <a:avLst/>
            <a:gdLst/>
            <a:ahLst/>
            <a:cxnLst/>
            <a:rect l="l" t="t" r="r" b="b"/>
            <a:pathLst>
              <a:path w="608174" h="689154">
                <a:moveTo>
                  <a:pt x="0" y="381079"/>
                </a:moveTo>
                <a:lnTo>
                  <a:pt x="4620" y="320884"/>
                </a:lnTo>
                <a:lnTo>
                  <a:pt x="18339" y="261409"/>
                </a:lnTo>
                <a:lnTo>
                  <a:pt x="40740" y="204461"/>
                </a:lnTo>
                <a:lnTo>
                  <a:pt x="71143" y="151770"/>
                </a:lnTo>
                <a:lnTo>
                  <a:pt x="108624" y="104937"/>
                </a:lnTo>
                <a:lnTo>
                  <a:pt x="152044" y="65386"/>
                </a:lnTo>
                <a:lnTo>
                  <a:pt x="200083" y="34318"/>
                </a:lnTo>
                <a:lnTo>
                  <a:pt x="251283" y="12677"/>
                </a:lnTo>
                <a:lnTo>
                  <a:pt x="304087" y="1121"/>
                </a:lnTo>
                <a:lnTo>
                  <a:pt x="356891" y="0"/>
                </a:lnTo>
                <a:lnTo>
                  <a:pt x="408091" y="9349"/>
                </a:lnTo>
                <a:lnTo>
                  <a:pt x="456131" y="28884"/>
                </a:lnTo>
                <a:lnTo>
                  <a:pt x="499551" y="58011"/>
                </a:lnTo>
                <a:lnTo>
                  <a:pt x="537031" y="95845"/>
                </a:lnTo>
                <a:lnTo>
                  <a:pt x="567434" y="141237"/>
                </a:lnTo>
                <a:lnTo>
                  <a:pt x="589836" y="192807"/>
                </a:lnTo>
                <a:lnTo>
                  <a:pt x="603555" y="248989"/>
                </a:lnTo>
                <a:lnTo>
                  <a:pt x="608174" y="308075"/>
                </a:lnTo>
                <a:lnTo>
                  <a:pt x="603555" y="368270"/>
                </a:lnTo>
                <a:lnTo>
                  <a:pt x="589836" y="427746"/>
                </a:lnTo>
                <a:lnTo>
                  <a:pt x="567434" y="484694"/>
                </a:lnTo>
                <a:lnTo>
                  <a:pt x="537031" y="537385"/>
                </a:lnTo>
                <a:lnTo>
                  <a:pt x="499551" y="584217"/>
                </a:lnTo>
                <a:lnTo>
                  <a:pt x="456131" y="623768"/>
                </a:lnTo>
                <a:lnTo>
                  <a:pt x="408091" y="654836"/>
                </a:lnTo>
                <a:lnTo>
                  <a:pt x="356891" y="676477"/>
                </a:lnTo>
                <a:lnTo>
                  <a:pt x="304087" y="688034"/>
                </a:lnTo>
                <a:lnTo>
                  <a:pt x="251283" y="689154"/>
                </a:lnTo>
                <a:lnTo>
                  <a:pt x="200083" y="679805"/>
                </a:lnTo>
                <a:lnTo>
                  <a:pt x="152044" y="660270"/>
                </a:lnTo>
                <a:lnTo>
                  <a:pt x="108624" y="631143"/>
                </a:lnTo>
                <a:lnTo>
                  <a:pt x="71143" y="593309"/>
                </a:lnTo>
                <a:lnTo>
                  <a:pt x="40740" y="547917"/>
                </a:lnTo>
                <a:lnTo>
                  <a:pt x="18339" y="496347"/>
                </a:lnTo>
                <a:lnTo>
                  <a:pt x="4620" y="440165"/>
                </a:lnTo>
                <a:close/>
              </a:path>
            </a:pathLst>
          </a:custGeom>
          <a:solidFill>
            <a:srgbClr val="47474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6247141" y="2615059"/>
            <a:ext cx="486539" cy="551324"/>
          </a:xfrm>
          <a:custGeom>
            <a:avLst/>
            <a:gdLst/>
            <a:ahLst/>
            <a:cxnLst/>
            <a:rect l="l" t="t" r="r" b="b"/>
            <a:pathLst>
              <a:path w="486539" h="551324">
                <a:moveTo>
                  <a:pt x="0" y="304863"/>
                </a:moveTo>
                <a:lnTo>
                  <a:pt x="3696" y="256707"/>
                </a:lnTo>
                <a:lnTo>
                  <a:pt x="14671" y="209127"/>
                </a:lnTo>
                <a:lnTo>
                  <a:pt x="32592" y="163568"/>
                </a:lnTo>
                <a:lnTo>
                  <a:pt x="56914" y="121416"/>
                </a:lnTo>
                <a:lnTo>
                  <a:pt x="86899" y="83950"/>
                </a:lnTo>
                <a:lnTo>
                  <a:pt x="121635" y="52309"/>
                </a:lnTo>
                <a:lnTo>
                  <a:pt x="160067" y="27454"/>
                </a:lnTo>
                <a:lnTo>
                  <a:pt x="201026" y="10142"/>
                </a:lnTo>
                <a:lnTo>
                  <a:pt x="243270" y="896"/>
                </a:lnTo>
                <a:lnTo>
                  <a:pt x="285513" y="0"/>
                </a:lnTo>
                <a:lnTo>
                  <a:pt x="326473" y="7479"/>
                </a:lnTo>
                <a:lnTo>
                  <a:pt x="364905" y="23107"/>
                </a:lnTo>
                <a:lnTo>
                  <a:pt x="399640" y="46409"/>
                </a:lnTo>
                <a:lnTo>
                  <a:pt x="429625" y="76676"/>
                </a:lnTo>
                <a:lnTo>
                  <a:pt x="453947" y="112990"/>
                </a:lnTo>
                <a:lnTo>
                  <a:pt x="471868" y="154246"/>
                </a:lnTo>
                <a:lnTo>
                  <a:pt x="482844" y="199191"/>
                </a:lnTo>
                <a:lnTo>
                  <a:pt x="486539" y="246460"/>
                </a:lnTo>
                <a:lnTo>
                  <a:pt x="482844" y="294616"/>
                </a:lnTo>
                <a:lnTo>
                  <a:pt x="471868" y="342197"/>
                </a:lnTo>
                <a:lnTo>
                  <a:pt x="453947" y="387755"/>
                </a:lnTo>
                <a:lnTo>
                  <a:pt x="429625" y="429908"/>
                </a:lnTo>
                <a:lnTo>
                  <a:pt x="399640" y="467374"/>
                </a:lnTo>
                <a:lnTo>
                  <a:pt x="364905" y="499015"/>
                </a:lnTo>
                <a:lnTo>
                  <a:pt x="326473" y="523869"/>
                </a:lnTo>
                <a:lnTo>
                  <a:pt x="285513" y="541182"/>
                </a:lnTo>
                <a:lnTo>
                  <a:pt x="243270" y="550427"/>
                </a:lnTo>
                <a:lnTo>
                  <a:pt x="201026" y="551324"/>
                </a:lnTo>
                <a:lnTo>
                  <a:pt x="160067" y="543844"/>
                </a:lnTo>
                <a:lnTo>
                  <a:pt x="121635" y="528216"/>
                </a:lnTo>
                <a:lnTo>
                  <a:pt x="86899" y="504915"/>
                </a:lnTo>
                <a:lnTo>
                  <a:pt x="56914" y="474647"/>
                </a:lnTo>
                <a:lnTo>
                  <a:pt x="32592" y="438334"/>
                </a:lnTo>
                <a:lnTo>
                  <a:pt x="14671" y="397078"/>
                </a:lnTo>
                <a:lnTo>
                  <a:pt x="3696" y="352132"/>
                </a:lnTo>
                <a:close/>
              </a:path>
            </a:pathLst>
          </a:custGeom>
          <a:solidFill>
            <a:srgbClr val="1A1A1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6332286" y="2711541"/>
            <a:ext cx="316251" cy="358360"/>
          </a:xfrm>
          <a:custGeom>
            <a:avLst/>
            <a:gdLst/>
            <a:ahLst/>
            <a:cxnLst/>
            <a:rect l="l" t="t" r="r" b="b"/>
            <a:pathLst>
              <a:path w="316251" h="358360">
                <a:moveTo>
                  <a:pt x="0" y="198161"/>
                </a:moveTo>
                <a:lnTo>
                  <a:pt x="2402" y="166860"/>
                </a:lnTo>
                <a:lnTo>
                  <a:pt x="9536" y="135933"/>
                </a:lnTo>
                <a:lnTo>
                  <a:pt x="21185" y="106319"/>
                </a:lnTo>
                <a:lnTo>
                  <a:pt x="36994" y="78920"/>
                </a:lnTo>
                <a:lnTo>
                  <a:pt x="56484" y="54567"/>
                </a:lnTo>
                <a:lnTo>
                  <a:pt x="79063" y="34001"/>
                </a:lnTo>
                <a:lnTo>
                  <a:pt x="104043" y="17845"/>
                </a:lnTo>
                <a:lnTo>
                  <a:pt x="130667" y="6592"/>
                </a:lnTo>
                <a:lnTo>
                  <a:pt x="158125" y="583"/>
                </a:lnTo>
                <a:lnTo>
                  <a:pt x="185583" y="0"/>
                </a:lnTo>
                <a:lnTo>
                  <a:pt x="212207" y="4862"/>
                </a:lnTo>
                <a:lnTo>
                  <a:pt x="237188" y="15020"/>
                </a:lnTo>
                <a:lnTo>
                  <a:pt x="259766" y="30166"/>
                </a:lnTo>
                <a:lnTo>
                  <a:pt x="279256" y="49840"/>
                </a:lnTo>
                <a:lnTo>
                  <a:pt x="295066" y="73443"/>
                </a:lnTo>
                <a:lnTo>
                  <a:pt x="306715" y="100260"/>
                </a:lnTo>
                <a:lnTo>
                  <a:pt x="313848" y="129474"/>
                </a:lnTo>
                <a:lnTo>
                  <a:pt x="316251" y="160199"/>
                </a:lnTo>
                <a:lnTo>
                  <a:pt x="313848" y="191501"/>
                </a:lnTo>
                <a:lnTo>
                  <a:pt x="306715" y="222428"/>
                </a:lnTo>
                <a:lnTo>
                  <a:pt x="295066" y="252041"/>
                </a:lnTo>
                <a:lnTo>
                  <a:pt x="279256" y="279440"/>
                </a:lnTo>
                <a:lnTo>
                  <a:pt x="259766" y="303793"/>
                </a:lnTo>
                <a:lnTo>
                  <a:pt x="237188" y="324360"/>
                </a:lnTo>
                <a:lnTo>
                  <a:pt x="212207" y="340515"/>
                </a:lnTo>
                <a:lnTo>
                  <a:pt x="185583" y="351768"/>
                </a:lnTo>
                <a:lnTo>
                  <a:pt x="158125" y="357778"/>
                </a:lnTo>
                <a:lnTo>
                  <a:pt x="130667" y="358360"/>
                </a:lnTo>
                <a:lnTo>
                  <a:pt x="104043" y="353499"/>
                </a:lnTo>
                <a:lnTo>
                  <a:pt x="79063" y="343341"/>
                </a:lnTo>
                <a:lnTo>
                  <a:pt x="56484" y="328194"/>
                </a:lnTo>
                <a:lnTo>
                  <a:pt x="36994" y="308521"/>
                </a:lnTo>
                <a:lnTo>
                  <a:pt x="21185" y="284917"/>
                </a:lnTo>
                <a:lnTo>
                  <a:pt x="9536" y="258100"/>
                </a:lnTo>
                <a:lnTo>
                  <a:pt x="2402" y="228886"/>
                </a:ln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201" name="Shape 199"/>
          <p:cNvSpPr/>
          <p:nvPr/>
        </p:nvSpPr>
        <p:spPr>
          <a:xfrm>
            <a:off x="6414389" y="2804577"/>
            <a:ext cx="152044" cy="172289"/>
          </a:xfrm>
          <a:custGeom>
            <a:avLst/>
            <a:gdLst/>
            <a:ahLst/>
            <a:cxnLst/>
            <a:rect l="l" t="t" r="r" b="b"/>
            <a:pathLst>
              <a:path w="152044" h="172289">
                <a:moveTo>
                  <a:pt x="0" y="95270"/>
                </a:moveTo>
                <a:lnTo>
                  <a:pt x="1155" y="80221"/>
                </a:lnTo>
                <a:lnTo>
                  <a:pt x="4585" y="65352"/>
                </a:lnTo>
                <a:lnTo>
                  <a:pt x="10185" y="51115"/>
                </a:lnTo>
                <a:lnTo>
                  <a:pt x="17786" y="37942"/>
                </a:lnTo>
                <a:lnTo>
                  <a:pt x="27156" y="26234"/>
                </a:lnTo>
                <a:lnTo>
                  <a:pt x="38011" y="16347"/>
                </a:lnTo>
                <a:lnTo>
                  <a:pt x="50021" y="8580"/>
                </a:lnTo>
                <a:lnTo>
                  <a:pt x="62821" y="3169"/>
                </a:lnTo>
                <a:lnTo>
                  <a:pt x="76022" y="280"/>
                </a:lnTo>
                <a:lnTo>
                  <a:pt x="89223" y="0"/>
                </a:lnTo>
                <a:lnTo>
                  <a:pt x="102023" y="2337"/>
                </a:lnTo>
                <a:lnTo>
                  <a:pt x="114033" y="7221"/>
                </a:lnTo>
                <a:lnTo>
                  <a:pt x="124888" y="14503"/>
                </a:lnTo>
                <a:lnTo>
                  <a:pt x="134258" y="23961"/>
                </a:lnTo>
                <a:lnTo>
                  <a:pt x="141859" y="35309"/>
                </a:lnTo>
                <a:lnTo>
                  <a:pt x="147459" y="48202"/>
                </a:lnTo>
                <a:lnTo>
                  <a:pt x="150889" y="62247"/>
                </a:lnTo>
                <a:lnTo>
                  <a:pt x="152044" y="77019"/>
                </a:lnTo>
                <a:lnTo>
                  <a:pt x="150889" y="92068"/>
                </a:lnTo>
                <a:lnTo>
                  <a:pt x="147459" y="106936"/>
                </a:lnTo>
                <a:lnTo>
                  <a:pt x="141859" y="121173"/>
                </a:lnTo>
                <a:lnTo>
                  <a:pt x="134258" y="134346"/>
                </a:lnTo>
                <a:lnTo>
                  <a:pt x="124888" y="146054"/>
                </a:lnTo>
                <a:lnTo>
                  <a:pt x="114033" y="155942"/>
                </a:lnTo>
                <a:lnTo>
                  <a:pt x="102023" y="163709"/>
                </a:lnTo>
                <a:lnTo>
                  <a:pt x="89223" y="169119"/>
                </a:lnTo>
                <a:lnTo>
                  <a:pt x="76022" y="172008"/>
                </a:lnTo>
                <a:lnTo>
                  <a:pt x="62821" y="172289"/>
                </a:lnTo>
                <a:lnTo>
                  <a:pt x="50021" y="169951"/>
                </a:lnTo>
                <a:lnTo>
                  <a:pt x="38011" y="165068"/>
                </a:lnTo>
                <a:lnTo>
                  <a:pt x="27156" y="157786"/>
                </a:lnTo>
                <a:lnTo>
                  <a:pt x="17786" y="148327"/>
                </a:lnTo>
                <a:lnTo>
                  <a:pt x="10185" y="136979"/>
                </a:lnTo>
                <a:lnTo>
                  <a:pt x="4585" y="124087"/>
                </a:lnTo>
                <a:lnTo>
                  <a:pt x="1155" y="110041"/>
                </a:ln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202" name="Shape 200"/>
          <p:cNvSpPr/>
          <p:nvPr/>
        </p:nvSpPr>
        <p:spPr>
          <a:xfrm>
            <a:off x="6520856" y="2669961"/>
            <a:ext cx="164151" cy="232073"/>
          </a:xfrm>
          <a:custGeom>
            <a:avLst/>
            <a:gdLst/>
            <a:ahLst/>
            <a:cxnLst/>
            <a:rect l="l" t="t" r="r" b="b"/>
            <a:pathLst>
              <a:path w="164151" h="232073">
                <a:moveTo>
                  <a:pt x="0" y="0"/>
                </a:moveTo>
                <a:lnTo>
                  <a:pt x="27046" y="3857"/>
                </a:lnTo>
                <a:lnTo>
                  <a:pt x="52921" y="12129"/>
                </a:lnTo>
                <a:lnTo>
                  <a:pt x="77100" y="24649"/>
                </a:lnTo>
                <a:lnTo>
                  <a:pt x="99089" y="41161"/>
                </a:lnTo>
                <a:lnTo>
                  <a:pt x="118441" y="61329"/>
                </a:lnTo>
                <a:lnTo>
                  <a:pt x="134762" y="84743"/>
                </a:lnTo>
                <a:lnTo>
                  <a:pt x="147721" y="110925"/>
                </a:lnTo>
                <a:lnTo>
                  <a:pt x="157052" y="139344"/>
                </a:lnTo>
                <a:lnTo>
                  <a:pt x="162566" y="169419"/>
                </a:lnTo>
                <a:lnTo>
                  <a:pt x="164151" y="200540"/>
                </a:lnTo>
                <a:lnTo>
                  <a:pt x="161775" y="232073"/>
                </a:lnTo>
                <a:close/>
              </a:path>
            </a:pathLst>
          </a:custGeom>
          <a:solidFill>
            <a:srgbClr val="E0E0E0"/>
          </a:solidFill>
          <a:ln/>
        </p:spPr>
      </p:sp>
      <p:sp>
        <p:nvSpPr>
          <p:cNvPr id="203" name="Shape 201"/>
          <p:cNvSpPr/>
          <p:nvPr/>
        </p:nvSpPr>
        <p:spPr>
          <a:xfrm>
            <a:off x="8461777" y="2199580"/>
            <a:ext cx="1034466" cy="1301529"/>
          </a:xfrm>
          <a:custGeom>
            <a:avLst/>
            <a:gdLst/>
            <a:ahLst/>
            <a:cxnLst/>
            <a:rect l="l" t="t" r="r" b="b"/>
            <a:pathLst>
              <a:path w="1034466" h="1301529">
                <a:moveTo>
                  <a:pt x="0" y="879877"/>
                </a:moveTo>
                <a:lnTo>
                  <a:pt x="0" y="0"/>
                </a:lnTo>
                <a:lnTo>
                  <a:pt x="1034466" y="421652"/>
                </a:lnTo>
                <a:lnTo>
                  <a:pt x="1034466" y="1301529"/>
                </a:lnTo>
                <a:close/>
              </a:path>
            </a:pathLst>
          </a:custGeom>
          <a:solidFill>
            <a:srgbClr val="B2B2B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8461777" y="1929399"/>
            <a:ext cx="1975899" cy="691833"/>
          </a:xfrm>
          <a:custGeom>
            <a:avLst/>
            <a:gdLst/>
            <a:ahLst/>
            <a:cxnLst/>
            <a:rect l="l" t="t" r="r" b="b"/>
            <a:pathLst>
              <a:path w="1975899" h="691833">
                <a:moveTo>
                  <a:pt x="941433" y="0"/>
                </a:moveTo>
                <a:lnTo>
                  <a:pt x="1975899" y="421652"/>
                </a:lnTo>
                <a:lnTo>
                  <a:pt x="1034466" y="691833"/>
                </a:lnTo>
                <a:lnTo>
                  <a:pt x="0" y="270181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9496243" y="2351051"/>
            <a:ext cx="941433" cy="1150058"/>
          </a:xfrm>
          <a:custGeom>
            <a:avLst/>
            <a:gdLst/>
            <a:ahLst/>
            <a:cxnLst/>
            <a:rect l="l" t="t" r="r" b="b"/>
            <a:pathLst>
              <a:path w="941433" h="1150058">
                <a:moveTo>
                  <a:pt x="941433" y="879877"/>
                </a:moveTo>
                <a:lnTo>
                  <a:pt x="0" y="1150058"/>
                </a:lnTo>
                <a:lnTo>
                  <a:pt x="0" y="270181"/>
                </a:lnTo>
                <a:lnTo>
                  <a:pt x="941433" y="0"/>
                </a:lnTo>
                <a:close/>
              </a:path>
            </a:pathLst>
          </a:custGeom>
          <a:solidFill>
            <a:srgbClr val="64646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10031510" y="2555710"/>
            <a:ext cx="717282" cy="1085729"/>
          </a:xfrm>
          <a:custGeom>
            <a:avLst/>
            <a:gdLst/>
            <a:ahLst/>
            <a:cxnLst/>
            <a:rect l="l" t="t" r="r" b="b"/>
            <a:pathLst>
              <a:path w="717282" h="1085729">
                <a:moveTo>
                  <a:pt x="717282" y="879877"/>
                </a:moveTo>
                <a:lnTo>
                  <a:pt x="0" y="1085729"/>
                </a:lnTo>
                <a:lnTo>
                  <a:pt x="0" y="205852"/>
                </a:lnTo>
                <a:lnTo>
                  <a:pt x="717282" y="0"/>
                </a:lnTo>
                <a:close/>
              </a:path>
            </a:pathLst>
          </a:custGeom>
          <a:solidFill>
            <a:srgbClr val="26262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9776432" y="2747042"/>
            <a:ext cx="255078" cy="894397"/>
          </a:xfrm>
          <a:custGeom>
            <a:avLst/>
            <a:gdLst/>
            <a:ahLst/>
            <a:cxnLst/>
            <a:rect l="l" t="t" r="r" b="b"/>
            <a:pathLst>
              <a:path w="255078" h="894397">
                <a:moveTo>
                  <a:pt x="0" y="467435"/>
                </a:moveTo>
                <a:lnTo>
                  <a:pt x="0" y="0"/>
                </a:lnTo>
                <a:lnTo>
                  <a:pt x="255078" y="14520"/>
                </a:lnTo>
                <a:lnTo>
                  <a:pt x="255078" y="894397"/>
                </a:lnTo>
                <a:close/>
              </a:path>
            </a:pathLst>
          </a:custGeom>
          <a:solidFill>
            <a:srgbClr val="73737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9776432" y="2555710"/>
            <a:ext cx="972360" cy="205852"/>
          </a:xfrm>
          <a:custGeom>
            <a:avLst/>
            <a:gdLst/>
            <a:ahLst/>
            <a:cxnLst/>
            <a:rect l="l" t="t" r="r" b="b"/>
            <a:pathLst>
              <a:path w="972360" h="205852">
                <a:moveTo>
                  <a:pt x="0" y="191333"/>
                </a:moveTo>
                <a:lnTo>
                  <a:pt x="381056" y="81974"/>
                </a:lnTo>
                <a:lnTo>
                  <a:pt x="972360" y="0"/>
                </a:lnTo>
                <a:lnTo>
                  <a:pt x="255078" y="205852"/>
                </a:lnTo>
                <a:close/>
              </a:path>
            </a:pathLst>
          </a:custGeom>
          <a:solidFill>
            <a:srgbClr val="82828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10166000" y="3114179"/>
            <a:ext cx="22214" cy="56390"/>
          </a:xfrm>
          <a:custGeom>
            <a:avLst/>
            <a:gdLst/>
            <a:ahLst/>
            <a:cxnLst/>
            <a:rect l="l" t="t" r="r" b="b"/>
            <a:pathLst>
              <a:path w="22214" h="56390">
                <a:moveTo>
                  <a:pt x="0" y="48724"/>
                </a:moveTo>
                <a:lnTo>
                  <a:pt x="3405" y="0"/>
                </a:lnTo>
                <a:lnTo>
                  <a:pt x="22214" y="7666"/>
                </a:lnTo>
                <a:lnTo>
                  <a:pt x="18808" y="56390"/>
                </a:lnTo>
                <a:close/>
              </a:path>
            </a:pathLst>
          </a:custGeom>
          <a:solidFill>
            <a:srgbClr val="6F6F6F"/>
          </a:solidFill>
          <a:ln w="6350">
            <a:solidFill>
              <a:srgbClr val="6F6F6F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10169405" y="3064981"/>
            <a:ext cx="28921" cy="56864"/>
          </a:xfrm>
          <a:custGeom>
            <a:avLst/>
            <a:gdLst/>
            <a:ahLst/>
            <a:cxnLst/>
            <a:rect l="l" t="t" r="r" b="b"/>
            <a:pathLst>
              <a:path w="28921" h="56864">
                <a:moveTo>
                  <a:pt x="0" y="49198"/>
                </a:moveTo>
                <a:lnTo>
                  <a:pt x="10113" y="0"/>
                </a:lnTo>
                <a:lnTo>
                  <a:pt x="28921" y="7666"/>
                </a:lnTo>
                <a:lnTo>
                  <a:pt x="18808" y="56864"/>
                </a:lnTo>
                <a:close/>
              </a:path>
            </a:pathLst>
          </a:custGeom>
          <a:solidFill>
            <a:srgbClr val="7A7A7A"/>
          </a:solidFill>
          <a:ln w="6350">
            <a:solidFill>
              <a:srgbClr val="7A7A7A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10179518" y="3016804"/>
            <a:ext cx="35321" cy="55844"/>
          </a:xfrm>
          <a:custGeom>
            <a:avLst/>
            <a:gdLst/>
            <a:ahLst/>
            <a:cxnLst/>
            <a:rect l="l" t="t" r="r" b="b"/>
            <a:pathLst>
              <a:path w="35321" h="55844">
                <a:moveTo>
                  <a:pt x="0" y="48177"/>
                </a:moveTo>
                <a:lnTo>
                  <a:pt x="16513" y="0"/>
                </a:lnTo>
                <a:lnTo>
                  <a:pt x="35321" y="7666"/>
                </a:lnTo>
                <a:lnTo>
                  <a:pt x="18808" y="55844"/>
                </a:lnTo>
                <a:close/>
              </a:path>
            </a:pathLst>
          </a:custGeom>
          <a:solidFill>
            <a:srgbClr val="838383"/>
          </a:solidFill>
          <a:ln w="6350">
            <a:solidFill>
              <a:srgbClr val="838383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10196031" y="2971111"/>
            <a:ext cx="41219" cy="53359"/>
          </a:xfrm>
          <a:custGeom>
            <a:avLst/>
            <a:gdLst/>
            <a:ahLst/>
            <a:cxnLst/>
            <a:rect l="l" t="t" r="r" b="b"/>
            <a:pathLst>
              <a:path w="41219" h="53359">
                <a:moveTo>
                  <a:pt x="0" y="45693"/>
                </a:moveTo>
                <a:lnTo>
                  <a:pt x="22411" y="0"/>
                </a:lnTo>
                <a:lnTo>
                  <a:pt x="41219" y="7666"/>
                </a:lnTo>
                <a:lnTo>
                  <a:pt x="18808" y="53359"/>
                </a:lnTo>
                <a:close/>
              </a:path>
            </a:pathLst>
          </a:custGeom>
          <a:solidFill>
            <a:srgbClr val="8A8A8A"/>
          </a:solidFill>
          <a:ln w="6350">
            <a:solidFill>
              <a:srgbClr val="8A8A8A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10218441" y="2929291"/>
            <a:ext cx="46437" cy="49486"/>
          </a:xfrm>
          <a:custGeom>
            <a:avLst/>
            <a:gdLst/>
            <a:ahLst/>
            <a:cxnLst/>
            <a:rect l="l" t="t" r="r" b="b"/>
            <a:pathLst>
              <a:path w="46437" h="49486">
                <a:moveTo>
                  <a:pt x="0" y="41820"/>
                </a:moveTo>
                <a:lnTo>
                  <a:pt x="27628" y="0"/>
                </a:lnTo>
                <a:lnTo>
                  <a:pt x="46437" y="7666"/>
                </a:lnTo>
                <a:lnTo>
                  <a:pt x="18808" y="49486"/>
                </a:lnTo>
                <a:close/>
              </a:path>
            </a:pathLst>
          </a:custGeom>
          <a:solidFill>
            <a:srgbClr val="8F8F8F"/>
          </a:solidFill>
          <a:ln w="6350">
            <a:solidFill>
              <a:srgbClr val="8F8F8F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10246069" y="2892615"/>
            <a:ext cx="50814" cy="44343"/>
          </a:xfrm>
          <a:custGeom>
            <a:avLst/>
            <a:gdLst/>
            <a:ahLst/>
            <a:cxnLst/>
            <a:rect l="l" t="t" r="r" b="b"/>
            <a:pathLst>
              <a:path w="50814" h="44343">
                <a:moveTo>
                  <a:pt x="0" y="36676"/>
                </a:moveTo>
                <a:lnTo>
                  <a:pt x="32006" y="0"/>
                </a:lnTo>
                <a:lnTo>
                  <a:pt x="50814" y="7666"/>
                </a:lnTo>
                <a:lnTo>
                  <a:pt x="18808" y="44343"/>
                </a:lnTo>
                <a:close/>
              </a:path>
            </a:pathLst>
          </a:custGeom>
          <a:solidFill>
            <a:srgbClr val="919191"/>
          </a:solidFill>
          <a:ln w="6350">
            <a:solidFill>
              <a:srgbClr val="919191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10278075" y="2862197"/>
            <a:ext cx="54220" cy="38085"/>
          </a:xfrm>
          <a:custGeom>
            <a:avLst/>
            <a:gdLst/>
            <a:ahLst/>
            <a:cxnLst/>
            <a:rect l="l" t="t" r="r" b="b"/>
            <a:pathLst>
              <a:path w="54220" h="38085">
                <a:moveTo>
                  <a:pt x="0" y="30418"/>
                </a:moveTo>
                <a:lnTo>
                  <a:pt x="35411" y="0"/>
                </a:lnTo>
                <a:lnTo>
                  <a:pt x="54220" y="7666"/>
                </a:lnTo>
                <a:lnTo>
                  <a:pt x="18808" y="38085"/>
                </a:lnTo>
                <a:close/>
              </a:path>
            </a:pathLst>
          </a:custGeom>
          <a:solidFill>
            <a:srgbClr val="909090"/>
          </a:solidFill>
          <a:ln w="6350">
            <a:solidFill>
              <a:srgbClr val="909090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10313487" y="2838960"/>
            <a:ext cx="56549" cy="30902"/>
          </a:xfrm>
          <a:custGeom>
            <a:avLst/>
            <a:gdLst/>
            <a:ahLst/>
            <a:cxnLst/>
            <a:rect l="l" t="t" r="r" b="b"/>
            <a:pathLst>
              <a:path w="56549" h="30902">
                <a:moveTo>
                  <a:pt x="0" y="23236"/>
                </a:moveTo>
                <a:lnTo>
                  <a:pt x="37741" y="0"/>
                </a:lnTo>
                <a:lnTo>
                  <a:pt x="56549" y="7666"/>
                </a:lnTo>
                <a:lnTo>
                  <a:pt x="18808" y="30902"/>
                </a:lnTo>
                <a:close/>
              </a:path>
            </a:pathLst>
          </a:custGeom>
          <a:solidFill>
            <a:srgbClr val="8D8D8D"/>
          </a:solidFill>
          <a:ln w="6350">
            <a:solidFill>
              <a:srgbClr val="8D8D8D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10351227" y="2823613"/>
            <a:ext cx="57732" cy="23014"/>
          </a:xfrm>
          <a:custGeom>
            <a:avLst/>
            <a:gdLst/>
            <a:ahLst/>
            <a:cxnLst/>
            <a:rect l="l" t="t" r="r" b="b"/>
            <a:pathLst>
              <a:path w="57732" h="23014">
                <a:moveTo>
                  <a:pt x="0" y="15348"/>
                </a:moveTo>
                <a:lnTo>
                  <a:pt x="38923" y="0"/>
                </a:lnTo>
                <a:lnTo>
                  <a:pt x="57732" y="7666"/>
                </a:lnTo>
                <a:lnTo>
                  <a:pt x="18808" y="23014"/>
                </a:lnTo>
                <a:close/>
              </a:path>
            </a:pathLst>
          </a:custGeom>
          <a:solidFill>
            <a:srgbClr val="888888"/>
          </a:solidFill>
          <a:ln w="6350">
            <a:solidFill>
              <a:srgbClr val="888888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10390151" y="2816619"/>
            <a:ext cx="57732" cy="14660"/>
          </a:xfrm>
          <a:custGeom>
            <a:avLst/>
            <a:gdLst/>
            <a:ahLst/>
            <a:cxnLst/>
            <a:rect l="l" t="t" r="r" b="b"/>
            <a:pathLst>
              <a:path w="57732" h="14660">
                <a:moveTo>
                  <a:pt x="0" y="6993"/>
                </a:moveTo>
                <a:lnTo>
                  <a:pt x="38923" y="0"/>
                </a:lnTo>
                <a:lnTo>
                  <a:pt x="57732" y="7666"/>
                </a:lnTo>
                <a:lnTo>
                  <a:pt x="18808" y="14660"/>
                </a:lnTo>
                <a:close/>
              </a:path>
            </a:pathLst>
          </a:custGeom>
          <a:solidFill>
            <a:srgbClr val="808080"/>
          </a:solidFill>
          <a:ln w="6350">
            <a:solidFill>
              <a:srgbClr val="808080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10429074" y="2816619"/>
            <a:ext cx="56549" cy="9240"/>
          </a:xfrm>
          <a:custGeom>
            <a:avLst/>
            <a:gdLst/>
            <a:ahLst/>
            <a:cxnLst/>
            <a:rect l="l" t="t" r="r" b="b"/>
            <a:pathLst>
              <a:path w="56549" h="9240">
                <a:moveTo>
                  <a:pt x="0" y="0"/>
                </a:moveTo>
                <a:lnTo>
                  <a:pt x="37741" y="1574"/>
                </a:lnTo>
                <a:lnTo>
                  <a:pt x="56549" y="9240"/>
                </a:lnTo>
                <a:lnTo>
                  <a:pt x="18808" y="7666"/>
                </a:lnTo>
                <a:close/>
              </a:path>
            </a:pathLst>
          </a:custGeom>
          <a:solidFill>
            <a:srgbClr val="767676"/>
          </a:solidFill>
          <a:ln w="6350">
            <a:solidFill>
              <a:srgbClr val="767676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10466815" y="2818193"/>
            <a:ext cx="54220" cy="17759"/>
          </a:xfrm>
          <a:custGeom>
            <a:avLst/>
            <a:gdLst/>
            <a:ahLst/>
            <a:cxnLst/>
            <a:rect l="l" t="t" r="r" b="b"/>
            <a:pathLst>
              <a:path w="54220" h="17759">
                <a:moveTo>
                  <a:pt x="0" y="0"/>
                </a:moveTo>
                <a:lnTo>
                  <a:pt x="35411" y="10093"/>
                </a:lnTo>
                <a:lnTo>
                  <a:pt x="54220" y="17759"/>
                </a:lnTo>
                <a:lnTo>
                  <a:pt x="18808" y="7666"/>
                </a:lnTo>
                <a:close/>
              </a:path>
            </a:pathLst>
          </a:custGeom>
          <a:solidFill>
            <a:srgbClr val="6B6B6B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10246069" y="3350557"/>
            <a:ext cx="50814" cy="25972"/>
          </a:xfrm>
          <a:custGeom>
            <a:avLst/>
            <a:gdLst/>
            <a:ahLst/>
            <a:cxnLst/>
            <a:rect l="l" t="t" r="r" b="b"/>
            <a:pathLst>
              <a:path w="50814" h="25972">
                <a:moveTo>
                  <a:pt x="32006" y="18306"/>
                </a:moveTo>
                <a:lnTo>
                  <a:pt x="0" y="0"/>
                </a:lnTo>
                <a:lnTo>
                  <a:pt x="18808" y="7666"/>
                </a:lnTo>
                <a:lnTo>
                  <a:pt x="50814" y="25972"/>
                </a:lnTo>
                <a:close/>
              </a:path>
            </a:pathLst>
          </a:custGeom>
          <a:solidFill>
            <a:srgbClr val="3D3D3D"/>
          </a:solidFill>
          <a:ln w="6350">
            <a:solidFill>
              <a:srgbClr val="3D3D3D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10218441" y="3324595"/>
            <a:ext cx="46437" cy="33628"/>
          </a:xfrm>
          <a:custGeom>
            <a:avLst/>
            <a:gdLst/>
            <a:ahLst/>
            <a:cxnLst/>
            <a:rect l="l" t="t" r="r" b="b"/>
            <a:pathLst>
              <a:path w="46437" h="33628">
                <a:moveTo>
                  <a:pt x="27628" y="25962"/>
                </a:moveTo>
                <a:lnTo>
                  <a:pt x="0" y="0"/>
                </a:lnTo>
                <a:lnTo>
                  <a:pt x="18808" y="7666"/>
                </a:lnTo>
                <a:lnTo>
                  <a:pt x="46437" y="33628"/>
                </a:lnTo>
                <a:close/>
              </a:path>
            </a:pathLst>
          </a:custGeom>
          <a:solidFill>
            <a:srgbClr val="3D3D3D"/>
          </a:solidFill>
          <a:ln w="6350">
            <a:solidFill>
              <a:srgbClr val="3D3D3D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10196031" y="3291765"/>
            <a:ext cx="41219" cy="40496"/>
          </a:xfrm>
          <a:custGeom>
            <a:avLst/>
            <a:gdLst/>
            <a:ahLst/>
            <a:cxnLst/>
            <a:rect l="l" t="t" r="r" b="b"/>
            <a:pathLst>
              <a:path w="41219" h="40496">
                <a:moveTo>
                  <a:pt x="22411" y="32829"/>
                </a:moveTo>
                <a:lnTo>
                  <a:pt x="0" y="0"/>
                </a:lnTo>
                <a:lnTo>
                  <a:pt x="18808" y="7666"/>
                </a:lnTo>
                <a:lnTo>
                  <a:pt x="41219" y="40496"/>
                </a:lnTo>
                <a:close/>
              </a:path>
            </a:pathLst>
          </a:custGeom>
          <a:solidFill>
            <a:srgbClr val="3D3D3D"/>
          </a:solidFill>
          <a:ln w="6350">
            <a:solidFill>
              <a:srgbClr val="3D3D3D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10179518" y="3253066"/>
            <a:ext cx="35321" cy="46366"/>
          </a:xfrm>
          <a:custGeom>
            <a:avLst/>
            <a:gdLst/>
            <a:ahLst/>
            <a:cxnLst/>
            <a:rect l="l" t="t" r="r" b="b"/>
            <a:pathLst>
              <a:path w="35321" h="46366">
                <a:moveTo>
                  <a:pt x="16513" y="38699"/>
                </a:moveTo>
                <a:lnTo>
                  <a:pt x="0" y="0"/>
                </a:lnTo>
                <a:lnTo>
                  <a:pt x="18808" y="7666"/>
                </a:lnTo>
                <a:lnTo>
                  <a:pt x="35321" y="46366"/>
                </a:lnTo>
                <a:close/>
              </a:path>
            </a:pathLst>
          </a:custGeom>
          <a:solidFill>
            <a:srgbClr val="474747"/>
          </a:solidFill>
          <a:ln w="6350">
            <a:solidFill>
              <a:srgbClr val="474747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10169405" y="3209672"/>
            <a:ext cx="28921" cy="51060"/>
          </a:xfrm>
          <a:custGeom>
            <a:avLst/>
            <a:gdLst/>
            <a:ahLst/>
            <a:cxnLst/>
            <a:rect l="l" t="t" r="r" b="b"/>
            <a:pathLst>
              <a:path w="28921" h="51060">
                <a:moveTo>
                  <a:pt x="10113" y="43394"/>
                </a:moveTo>
                <a:lnTo>
                  <a:pt x="0" y="0"/>
                </a:lnTo>
                <a:lnTo>
                  <a:pt x="18808" y="7666"/>
                </a:lnTo>
                <a:lnTo>
                  <a:pt x="28921" y="51060"/>
                </a:lnTo>
                <a:close/>
              </a:path>
            </a:pathLst>
          </a:custGeom>
          <a:solidFill>
            <a:srgbClr val="555555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10166000" y="3162903"/>
            <a:ext cx="22214" cy="54436"/>
          </a:xfrm>
          <a:custGeom>
            <a:avLst/>
            <a:gdLst/>
            <a:ahLst/>
            <a:cxnLst/>
            <a:rect l="l" t="t" r="r" b="b"/>
            <a:pathLst>
              <a:path w="22214" h="54436">
                <a:moveTo>
                  <a:pt x="3405" y="46769"/>
                </a:moveTo>
                <a:lnTo>
                  <a:pt x="0" y="0"/>
                </a:lnTo>
                <a:lnTo>
                  <a:pt x="18808" y="7666"/>
                </a:lnTo>
                <a:lnTo>
                  <a:pt x="22214" y="54436"/>
                </a:lnTo>
                <a:close/>
              </a:path>
            </a:pathLst>
          </a:custGeom>
          <a:solidFill>
            <a:srgbClr val="636363"/>
          </a:solidFill>
          <a:ln w="6350">
            <a:solidFill>
              <a:srgbClr val="636363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10166000" y="2816619"/>
            <a:ext cx="467110" cy="571576"/>
          </a:xfrm>
          <a:custGeom>
            <a:avLst/>
            <a:gdLst/>
            <a:ahLst/>
            <a:cxnLst/>
            <a:rect l="l" t="t" r="r" b="b"/>
            <a:pathLst>
              <a:path w="467110" h="571576">
                <a:moveTo>
                  <a:pt x="0" y="346284"/>
                </a:moveTo>
                <a:lnTo>
                  <a:pt x="3405" y="297560"/>
                </a:lnTo>
                <a:lnTo>
                  <a:pt x="13518" y="248362"/>
                </a:lnTo>
                <a:lnTo>
                  <a:pt x="30031" y="200184"/>
                </a:lnTo>
                <a:lnTo>
                  <a:pt x="52441" y="154492"/>
                </a:lnTo>
                <a:lnTo>
                  <a:pt x="80069" y="112672"/>
                </a:lnTo>
                <a:lnTo>
                  <a:pt x="112075" y="75996"/>
                </a:lnTo>
                <a:lnTo>
                  <a:pt x="147487" y="45577"/>
                </a:lnTo>
                <a:lnTo>
                  <a:pt x="185227" y="22341"/>
                </a:lnTo>
                <a:lnTo>
                  <a:pt x="224151" y="6993"/>
                </a:lnTo>
                <a:lnTo>
                  <a:pt x="263074" y="0"/>
                </a:lnTo>
                <a:lnTo>
                  <a:pt x="300815" y="1574"/>
                </a:lnTo>
                <a:lnTo>
                  <a:pt x="336226" y="11667"/>
                </a:lnTo>
                <a:lnTo>
                  <a:pt x="355035" y="19333"/>
                </a:lnTo>
                <a:lnTo>
                  <a:pt x="387041" y="37639"/>
                </a:lnTo>
                <a:lnTo>
                  <a:pt x="414669" y="63601"/>
                </a:lnTo>
                <a:lnTo>
                  <a:pt x="437079" y="96430"/>
                </a:lnTo>
                <a:lnTo>
                  <a:pt x="453592" y="135130"/>
                </a:lnTo>
                <a:lnTo>
                  <a:pt x="463705" y="178523"/>
                </a:lnTo>
                <a:lnTo>
                  <a:pt x="467110" y="225292"/>
                </a:lnTo>
                <a:lnTo>
                  <a:pt x="463705" y="274016"/>
                </a:lnTo>
                <a:lnTo>
                  <a:pt x="453592" y="323214"/>
                </a:lnTo>
                <a:lnTo>
                  <a:pt x="437079" y="371392"/>
                </a:lnTo>
                <a:lnTo>
                  <a:pt x="414669" y="417084"/>
                </a:lnTo>
                <a:lnTo>
                  <a:pt x="387041" y="458904"/>
                </a:lnTo>
                <a:lnTo>
                  <a:pt x="355035" y="495581"/>
                </a:lnTo>
                <a:lnTo>
                  <a:pt x="319623" y="525999"/>
                </a:lnTo>
                <a:lnTo>
                  <a:pt x="281883" y="549235"/>
                </a:lnTo>
                <a:lnTo>
                  <a:pt x="242959" y="564583"/>
                </a:lnTo>
                <a:lnTo>
                  <a:pt x="204036" y="571576"/>
                </a:lnTo>
                <a:lnTo>
                  <a:pt x="166295" y="570002"/>
                </a:lnTo>
                <a:lnTo>
                  <a:pt x="130884" y="559909"/>
                </a:lnTo>
                <a:lnTo>
                  <a:pt x="112075" y="552243"/>
                </a:lnTo>
                <a:lnTo>
                  <a:pt x="80069" y="533937"/>
                </a:lnTo>
                <a:lnTo>
                  <a:pt x="52441" y="507975"/>
                </a:lnTo>
                <a:lnTo>
                  <a:pt x="30031" y="475146"/>
                </a:lnTo>
                <a:lnTo>
                  <a:pt x="13518" y="436447"/>
                </a:lnTo>
                <a:lnTo>
                  <a:pt x="3405" y="393053"/>
                </a:lnTo>
                <a:close/>
              </a:path>
            </a:pathLst>
          </a:custGeom>
          <a:ln w="12700">
            <a:solidFill>
              <a:srgbClr val="000000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10184809" y="2824286"/>
            <a:ext cx="448301" cy="563910"/>
          </a:xfrm>
          <a:custGeom>
            <a:avLst/>
            <a:gdLst/>
            <a:ahLst/>
            <a:cxnLst/>
            <a:rect l="l" t="t" r="r" b="b"/>
            <a:pathLst>
              <a:path w="448301" h="563910">
                <a:moveTo>
                  <a:pt x="0" y="346284"/>
                </a:moveTo>
                <a:lnTo>
                  <a:pt x="3405" y="297560"/>
                </a:lnTo>
                <a:lnTo>
                  <a:pt x="13518" y="248362"/>
                </a:lnTo>
                <a:lnTo>
                  <a:pt x="30031" y="200184"/>
                </a:lnTo>
                <a:lnTo>
                  <a:pt x="52441" y="154492"/>
                </a:lnTo>
                <a:lnTo>
                  <a:pt x="80069" y="112672"/>
                </a:lnTo>
                <a:lnTo>
                  <a:pt x="112075" y="75996"/>
                </a:lnTo>
                <a:lnTo>
                  <a:pt x="147487" y="45577"/>
                </a:lnTo>
                <a:lnTo>
                  <a:pt x="185227" y="22341"/>
                </a:lnTo>
                <a:lnTo>
                  <a:pt x="224151" y="6993"/>
                </a:lnTo>
                <a:lnTo>
                  <a:pt x="263074" y="0"/>
                </a:lnTo>
                <a:lnTo>
                  <a:pt x="300815" y="1574"/>
                </a:lnTo>
                <a:lnTo>
                  <a:pt x="336226" y="11667"/>
                </a:lnTo>
                <a:lnTo>
                  <a:pt x="368232" y="29972"/>
                </a:lnTo>
                <a:lnTo>
                  <a:pt x="395860" y="55934"/>
                </a:lnTo>
                <a:lnTo>
                  <a:pt x="418271" y="88764"/>
                </a:lnTo>
                <a:lnTo>
                  <a:pt x="434784" y="127463"/>
                </a:lnTo>
                <a:lnTo>
                  <a:pt x="444896" y="170857"/>
                </a:lnTo>
                <a:lnTo>
                  <a:pt x="448301" y="217626"/>
                </a:lnTo>
                <a:lnTo>
                  <a:pt x="444896" y="266350"/>
                </a:lnTo>
                <a:lnTo>
                  <a:pt x="434784" y="315548"/>
                </a:lnTo>
                <a:lnTo>
                  <a:pt x="418271" y="363725"/>
                </a:lnTo>
                <a:lnTo>
                  <a:pt x="395860" y="409418"/>
                </a:lnTo>
                <a:lnTo>
                  <a:pt x="368232" y="451238"/>
                </a:lnTo>
                <a:lnTo>
                  <a:pt x="336226" y="487914"/>
                </a:lnTo>
                <a:lnTo>
                  <a:pt x="300815" y="518332"/>
                </a:lnTo>
                <a:lnTo>
                  <a:pt x="263074" y="541569"/>
                </a:lnTo>
                <a:lnTo>
                  <a:pt x="224151" y="556916"/>
                </a:lnTo>
                <a:lnTo>
                  <a:pt x="185227" y="563910"/>
                </a:lnTo>
                <a:lnTo>
                  <a:pt x="147487" y="562336"/>
                </a:lnTo>
                <a:lnTo>
                  <a:pt x="112075" y="552243"/>
                </a:lnTo>
                <a:lnTo>
                  <a:pt x="80069" y="533937"/>
                </a:lnTo>
                <a:lnTo>
                  <a:pt x="52441" y="507975"/>
                </a:lnTo>
                <a:lnTo>
                  <a:pt x="30031" y="475146"/>
                </a:lnTo>
                <a:lnTo>
                  <a:pt x="13518" y="436447"/>
                </a:lnTo>
                <a:lnTo>
                  <a:pt x="3405" y="393053"/>
                </a:lnTo>
                <a:close/>
              </a:path>
            </a:pathLst>
          </a:custGeom>
          <a:solidFill>
            <a:srgbClr val="3D3D3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10229639" y="2880677"/>
            <a:ext cx="358641" cy="451128"/>
          </a:xfrm>
          <a:custGeom>
            <a:avLst/>
            <a:gdLst/>
            <a:ahLst/>
            <a:cxnLst/>
            <a:rect l="l" t="t" r="r" b="b"/>
            <a:pathLst>
              <a:path w="358641" h="451128">
                <a:moveTo>
                  <a:pt x="0" y="277027"/>
                </a:moveTo>
                <a:lnTo>
                  <a:pt x="2724" y="238048"/>
                </a:lnTo>
                <a:lnTo>
                  <a:pt x="10814" y="198689"/>
                </a:lnTo>
                <a:lnTo>
                  <a:pt x="24024" y="160148"/>
                </a:lnTo>
                <a:lnTo>
                  <a:pt x="41953" y="123593"/>
                </a:lnTo>
                <a:lnTo>
                  <a:pt x="64056" y="90137"/>
                </a:lnTo>
                <a:lnTo>
                  <a:pt x="89660" y="60796"/>
                </a:lnTo>
                <a:lnTo>
                  <a:pt x="117989" y="36462"/>
                </a:lnTo>
                <a:lnTo>
                  <a:pt x="148182" y="17873"/>
                </a:lnTo>
                <a:lnTo>
                  <a:pt x="179321" y="5595"/>
                </a:lnTo>
                <a:lnTo>
                  <a:pt x="210459" y="0"/>
                </a:lnTo>
                <a:lnTo>
                  <a:pt x="240652" y="1259"/>
                </a:lnTo>
                <a:lnTo>
                  <a:pt x="268981" y="9333"/>
                </a:lnTo>
                <a:lnTo>
                  <a:pt x="294586" y="23978"/>
                </a:lnTo>
                <a:lnTo>
                  <a:pt x="316688" y="44747"/>
                </a:lnTo>
                <a:lnTo>
                  <a:pt x="334617" y="71011"/>
                </a:lnTo>
                <a:lnTo>
                  <a:pt x="347827" y="101971"/>
                </a:lnTo>
                <a:lnTo>
                  <a:pt x="355917" y="136685"/>
                </a:lnTo>
                <a:lnTo>
                  <a:pt x="358641" y="174101"/>
                </a:lnTo>
                <a:lnTo>
                  <a:pt x="355917" y="213080"/>
                </a:lnTo>
                <a:lnTo>
                  <a:pt x="347827" y="252438"/>
                </a:lnTo>
                <a:lnTo>
                  <a:pt x="334617" y="290980"/>
                </a:lnTo>
                <a:lnTo>
                  <a:pt x="316688" y="327534"/>
                </a:lnTo>
                <a:lnTo>
                  <a:pt x="294586" y="360990"/>
                </a:lnTo>
                <a:lnTo>
                  <a:pt x="268981" y="390331"/>
                </a:lnTo>
                <a:lnTo>
                  <a:pt x="240652" y="414666"/>
                </a:lnTo>
                <a:lnTo>
                  <a:pt x="210459" y="433255"/>
                </a:lnTo>
                <a:lnTo>
                  <a:pt x="179321" y="445533"/>
                </a:lnTo>
                <a:lnTo>
                  <a:pt x="148182" y="451128"/>
                </a:lnTo>
                <a:lnTo>
                  <a:pt x="117989" y="449869"/>
                </a:lnTo>
                <a:lnTo>
                  <a:pt x="89660" y="441794"/>
                </a:lnTo>
                <a:lnTo>
                  <a:pt x="64056" y="427150"/>
                </a:lnTo>
                <a:lnTo>
                  <a:pt x="41953" y="406380"/>
                </a:lnTo>
                <a:lnTo>
                  <a:pt x="24024" y="380117"/>
                </a:lnTo>
                <a:lnTo>
                  <a:pt x="10814" y="349157"/>
                </a:lnTo>
                <a:lnTo>
                  <a:pt x="2724" y="314442"/>
                </a:lnTo>
                <a:close/>
              </a:path>
            </a:pathLst>
          </a:custGeom>
          <a:solidFill>
            <a:srgbClr val="1A1A1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10292401" y="2959624"/>
            <a:ext cx="233117" cy="293233"/>
          </a:xfrm>
          <a:custGeom>
            <a:avLst/>
            <a:gdLst/>
            <a:ahLst/>
            <a:cxnLst/>
            <a:rect l="l" t="t" r="r" b="b"/>
            <a:pathLst>
              <a:path w="233117" h="293233">
                <a:moveTo>
                  <a:pt x="0" y="180068"/>
                </a:moveTo>
                <a:lnTo>
                  <a:pt x="1771" y="154731"/>
                </a:lnTo>
                <a:lnTo>
                  <a:pt x="7029" y="129148"/>
                </a:lnTo>
                <a:lnTo>
                  <a:pt x="15616" y="104096"/>
                </a:lnTo>
                <a:lnTo>
                  <a:pt x="27269" y="80336"/>
                </a:lnTo>
                <a:lnTo>
                  <a:pt x="41636" y="58589"/>
                </a:lnTo>
                <a:lnTo>
                  <a:pt x="58279" y="39518"/>
                </a:lnTo>
                <a:lnTo>
                  <a:pt x="76693" y="23700"/>
                </a:lnTo>
                <a:lnTo>
                  <a:pt x="96318" y="11617"/>
                </a:lnTo>
                <a:lnTo>
                  <a:pt x="116558" y="3637"/>
                </a:lnTo>
                <a:lnTo>
                  <a:pt x="136799" y="0"/>
                </a:lnTo>
                <a:lnTo>
                  <a:pt x="156424" y="818"/>
                </a:lnTo>
                <a:lnTo>
                  <a:pt x="174838" y="6067"/>
                </a:lnTo>
                <a:lnTo>
                  <a:pt x="191481" y="15586"/>
                </a:lnTo>
                <a:lnTo>
                  <a:pt x="205847" y="29086"/>
                </a:lnTo>
                <a:lnTo>
                  <a:pt x="217501" y="46157"/>
                </a:lnTo>
                <a:lnTo>
                  <a:pt x="226087" y="66281"/>
                </a:lnTo>
                <a:lnTo>
                  <a:pt x="231346" y="88846"/>
                </a:lnTo>
                <a:lnTo>
                  <a:pt x="233117" y="113166"/>
                </a:lnTo>
                <a:lnTo>
                  <a:pt x="231346" y="138502"/>
                </a:lnTo>
                <a:lnTo>
                  <a:pt x="226087" y="164085"/>
                </a:lnTo>
                <a:lnTo>
                  <a:pt x="217501" y="189137"/>
                </a:lnTo>
                <a:lnTo>
                  <a:pt x="205847" y="212897"/>
                </a:lnTo>
                <a:lnTo>
                  <a:pt x="191481" y="234644"/>
                </a:lnTo>
                <a:lnTo>
                  <a:pt x="174838" y="253715"/>
                </a:lnTo>
                <a:lnTo>
                  <a:pt x="156424" y="269533"/>
                </a:lnTo>
                <a:lnTo>
                  <a:pt x="136799" y="281616"/>
                </a:lnTo>
                <a:lnTo>
                  <a:pt x="116558" y="289597"/>
                </a:lnTo>
                <a:lnTo>
                  <a:pt x="96318" y="293233"/>
                </a:lnTo>
                <a:lnTo>
                  <a:pt x="76693" y="292415"/>
                </a:lnTo>
                <a:lnTo>
                  <a:pt x="58279" y="287166"/>
                </a:lnTo>
                <a:lnTo>
                  <a:pt x="41636" y="277647"/>
                </a:lnTo>
                <a:lnTo>
                  <a:pt x="27269" y="264147"/>
                </a:lnTo>
                <a:lnTo>
                  <a:pt x="15616" y="247076"/>
                </a:lnTo>
                <a:lnTo>
                  <a:pt x="7029" y="226952"/>
                </a:lnTo>
                <a:lnTo>
                  <a:pt x="1771" y="204388"/>
                </a:ln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231" name="Shape 229"/>
          <p:cNvSpPr/>
          <p:nvPr/>
        </p:nvSpPr>
        <p:spPr>
          <a:xfrm>
            <a:off x="10352922" y="3035752"/>
            <a:ext cx="112075" cy="140977"/>
          </a:xfrm>
          <a:custGeom>
            <a:avLst/>
            <a:gdLst/>
            <a:ahLst/>
            <a:cxnLst/>
            <a:rect l="l" t="t" r="r" b="b"/>
            <a:pathLst>
              <a:path w="112075" h="140977">
                <a:moveTo>
                  <a:pt x="0" y="86571"/>
                </a:moveTo>
                <a:lnTo>
                  <a:pt x="851" y="74390"/>
                </a:lnTo>
                <a:lnTo>
                  <a:pt x="3379" y="62090"/>
                </a:lnTo>
                <a:lnTo>
                  <a:pt x="7508" y="50046"/>
                </a:lnTo>
                <a:lnTo>
                  <a:pt x="13110" y="38623"/>
                </a:lnTo>
                <a:lnTo>
                  <a:pt x="20017" y="28168"/>
                </a:lnTo>
                <a:lnTo>
                  <a:pt x="28019" y="18999"/>
                </a:lnTo>
                <a:lnTo>
                  <a:pt x="36872" y="11394"/>
                </a:lnTo>
                <a:lnTo>
                  <a:pt x="46307" y="5585"/>
                </a:lnTo>
                <a:lnTo>
                  <a:pt x="56038" y="1748"/>
                </a:lnTo>
                <a:lnTo>
                  <a:pt x="65769" y="0"/>
                </a:lnTo>
                <a:lnTo>
                  <a:pt x="75204" y="393"/>
                </a:lnTo>
                <a:lnTo>
                  <a:pt x="84057" y="2917"/>
                </a:lnTo>
                <a:lnTo>
                  <a:pt x="92058" y="7493"/>
                </a:lnTo>
                <a:lnTo>
                  <a:pt x="98965" y="13984"/>
                </a:lnTo>
                <a:lnTo>
                  <a:pt x="104568" y="22191"/>
                </a:lnTo>
                <a:lnTo>
                  <a:pt x="108696" y="31866"/>
                </a:lnTo>
                <a:lnTo>
                  <a:pt x="111224" y="42714"/>
                </a:lnTo>
                <a:lnTo>
                  <a:pt x="112075" y="54407"/>
                </a:lnTo>
                <a:lnTo>
                  <a:pt x="111224" y="66587"/>
                </a:lnTo>
                <a:lnTo>
                  <a:pt x="108696" y="78887"/>
                </a:lnTo>
                <a:lnTo>
                  <a:pt x="104568" y="90931"/>
                </a:lnTo>
                <a:lnTo>
                  <a:pt x="98965" y="102355"/>
                </a:lnTo>
                <a:lnTo>
                  <a:pt x="92058" y="112809"/>
                </a:lnTo>
                <a:lnTo>
                  <a:pt x="84057" y="121979"/>
                </a:lnTo>
                <a:lnTo>
                  <a:pt x="75204" y="129583"/>
                </a:lnTo>
                <a:lnTo>
                  <a:pt x="65769" y="135392"/>
                </a:lnTo>
                <a:lnTo>
                  <a:pt x="56038" y="139229"/>
                </a:lnTo>
                <a:lnTo>
                  <a:pt x="46307" y="140977"/>
                </a:lnTo>
                <a:lnTo>
                  <a:pt x="36872" y="140584"/>
                </a:lnTo>
                <a:lnTo>
                  <a:pt x="28019" y="138061"/>
                </a:lnTo>
                <a:lnTo>
                  <a:pt x="20017" y="133484"/>
                </a:lnTo>
                <a:lnTo>
                  <a:pt x="13110" y="126994"/>
                </a:lnTo>
                <a:lnTo>
                  <a:pt x="7508" y="118787"/>
                </a:lnTo>
                <a:lnTo>
                  <a:pt x="3379" y="109112"/>
                </a:lnTo>
                <a:lnTo>
                  <a:pt x="851" y="98263"/>
                </a:ln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232" name="Shape 230"/>
          <p:cNvSpPr/>
          <p:nvPr/>
        </p:nvSpPr>
        <p:spPr>
          <a:xfrm>
            <a:off x="10431401" y="2925957"/>
            <a:ext cx="121000" cy="167149"/>
          </a:xfrm>
          <a:custGeom>
            <a:avLst/>
            <a:gdLst/>
            <a:ahLst/>
            <a:cxnLst/>
            <a:rect l="l" t="t" r="r" b="b"/>
            <a:pathLst>
              <a:path w="121000" h="167149">
                <a:moveTo>
                  <a:pt x="0" y="35"/>
                </a:moveTo>
                <a:lnTo>
                  <a:pt x="19936" y="0"/>
                </a:lnTo>
                <a:lnTo>
                  <a:pt x="39010" y="3635"/>
                </a:lnTo>
                <a:lnTo>
                  <a:pt x="56832" y="10867"/>
                </a:lnTo>
                <a:lnTo>
                  <a:pt x="73041" y="21547"/>
                </a:lnTo>
                <a:lnTo>
                  <a:pt x="87306" y="35459"/>
                </a:lnTo>
                <a:lnTo>
                  <a:pt x="99337" y="52319"/>
                </a:lnTo>
                <a:lnTo>
                  <a:pt x="108889" y="71784"/>
                </a:lnTo>
                <a:lnTo>
                  <a:pt x="115767" y="93458"/>
                </a:lnTo>
                <a:lnTo>
                  <a:pt x="119832" y="116899"/>
                </a:lnTo>
                <a:lnTo>
                  <a:pt x="121000" y="141631"/>
                </a:lnTo>
                <a:lnTo>
                  <a:pt x="119249" y="167149"/>
                </a:lnTo>
                <a:close/>
              </a:path>
            </a:pathLst>
          </a:custGeom>
          <a:solidFill>
            <a:srgbClr val="E0E0E0"/>
          </a:solidFill>
          <a:ln/>
        </p:spPr>
      </p:sp>
      <p:sp>
        <p:nvSpPr>
          <p:cNvPr id="233" name="Text 231"/>
          <p:cNvSpPr txBox="1"/>
          <p:nvPr/>
        </p:nvSpPr>
        <p:spPr>
          <a:xfrm>
            <a:off x="457200" y="4937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(a) 모니터 거치형 웹캠</a:t>
            </a:r>
            <a:endParaRPr lang="en-US" sz="1300" dirty="0"/>
          </a:p>
        </p:txBody>
      </p:sp>
      <p:sp>
        <p:nvSpPr>
          <p:cNvPr id="234" name="Text 232"/>
          <p:cNvSpPr txBox="1"/>
          <p:nvPr/>
        </p:nvSpPr>
        <p:spPr>
          <a:xfrm>
            <a:off x="4434840" y="4937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(b) 스탠드형 웹캠</a:t>
            </a:r>
            <a:endParaRPr lang="en-US" sz="1300" dirty="0"/>
          </a:p>
        </p:txBody>
      </p:sp>
      <p:sp>
        <p:nvSpPr>
          <p:cNvPr id="235" name="Text 233"/>
          <p:cNvSpPr txBox="1"/>
          <p:nvPr/>
        </p:nvSpPr>
        <p:spPr>
          <a:xfrm>
            <a:off x="8321040" y="4937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(c) 박스형 카메라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(a) 모니터 거치형 웹캠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1301336" y="3315492"/>
            <a:ext cx="52556" cy="1005154"/>
          </a:xfrm>
          <a:custGeom>
            <a:avLst/>
            <a:gdLst/>
            <a:ahLst/>
            <a:cxnLst/>
            <a:rect l="l" t="t" r="r" b="b"/>
            <a:pathLst>
              <a:path w="52556" h="1005154">
                <a:moveTo>
                  <a:pt x="0" y="975983"/>
                </a:moveTo>
                <a:lnTo>
                  <a:pt x="0" y="0"/>
                </a:lnTo>
                <a:lnTo>
                  <a:pt x="52556" y="29171"/>
                </a:lnTo>
                <a:lnTo>
                  <a:pt x="52556" y="1005154"/>
                </a:lnTo>
                <a:close/>
              </a:path>
            </a:pathLst>
          </a:custGeom>
          <a:solidFill>
            <a:srgbClr val="62626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01336" y="3220274"/>
            <a:ext cx="841505" cy="124388"/>
          </a:xfrm>
          <a:custGeom>
            <a:avLst/>
            <a:gdLst/>
            <a:ahLst/>
            <a:cxnLst/>
            <a:rect l="l" t="t" r="r" b="b"/>
            <a:pathLst>
              <a:path w="841505" h="124388">
                <a:moveTo>
                  <a:pt x="788949" y="0"/>
                </a:moveTo>
                <a:lnTo>
                  <a:pt x="841505" y="29171"/>
                </a:lnTo>
                <a:lnTo>
                  <a:pt x="52556" y="124388"/>
                </a:lnTo>
                <a:lnTo>
                  <a:pt x="0" y="95218"/>
                </a:lnTo>
                <a:close/>
              </a:path>
            </a:pathLst>
          </a:custGeom>
          <a:solidFill>
            <a:srgbClr val="63636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53892" y="3249445"/>
            <a:ext cx="788949" cy="1071201"/>
          </a:xfrm>
          <a:custGeom>
            <a:avLst/>
            <a:gdLst/>
            <a:ahLst/>
            <a:cxnLst/>
            <a:rect l="l" t="t" r="r" b="b"/>
            <a:pathLst>
              <a:path w="788949" h="1071201">
                <a:moveTo>
                  <a:pt x="788949" y="975983"/>
                </a:moveTo>
                <a:lnTo>
                  <a:pt x="0" y="1071201"/>
                </a:lnTo>
                <a:lnTo>
                  <a:pt x="0" y="95218"/>
                </a:lnTo>
                <a:lnTo>
                  <a:pt x="788949" y="0"/>
                </a:lnTo>
                <a:close/>
              </a:path>
            </a:pathLst>
          </a:custGeom>
          <a:solidFill>
            <a:srgbClr val="65656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01336" y="3195371"/>
            <a:ext cx="499283" cy="397243"/>
          </a:xfrm>
          <a:custGeom>
            <a:avLst/>
            <a:gdLst/>
            <a:ahLst/>
            <a:cxnLst/>
            <a:rect l="l" t="t" r="r" b="b"/>
            <a:pathLst>
              <a:path w="499283" h="397243">
                <a:moveTo>
                  <a:pt x="0" y="120121"/>
                </a:moveTo>
                <a:lnTo>
                  <a:pt x="0" y="0"/>
                </a:lnTo>
                <a:lnTo>
                  <a:pt x="499283" y="277122"/>
                </a:lnTo>
                <a:lnTo>
                  <a:pt x="499283" y="397243"/>
                </a:lnTo>
                <a:close/>
              </a:path>
            </a:pathLst>
          </a:custGeom>
          <a:solidFill>
            <a:srgbClr val="63636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01336" y="3100153"/>
            <a:ext cx="1288232" cy="372339"/>
          </a:xfrm>
          <a:custGeom>
            <a:avLst/>
            <a:gdLst/>
            <a:ahLst/>
            <a:cxnLst/>
            <a:rect l="l" t="t" r="r" b="b"/>
            <a:pathLst>
              <a:path w="1288232" h="372339">
                <a:moveTo>
                  <a:pt x="788949" y="0"/>
                </a:moveTo>
                <a:lnTo>
                  <a:pt x="1288232" y="277122"/>
                </a:lnTo>
                <a:lnTo>
                  <a:pt x="499283" y="372339"/>
                </a:lnTo>
                <a:lnTo>
                  <a:pt x="0" y="95218"/>
                </a:lnTo>
                <a:close/>
              </a:path>
            </a:pathLst>
          </a:custGeom>
          <a:solidFill>
            <a:srgbClr val="A0A0A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00619" y="3377275"/>
            <a:ext cx="788949" cy="215339"/>
          </a:xfrm>
          <a:custGeom>
            <a:avLst/>
            <a:gdLst/>
            <a:ahLst/>
            <a:cxnLst/>
            <a:rect l="l" t="t" r="r" b="b"/>
            <a:pathLst>
              <a:path w="788949" h="215339">
                <a:moveTo>
                  <a:pt x="788949" y="120121"/>
                </a:moveTo>
                <a:lnTo>
                  <a:pt x="0" y="215339"/>
                </a:lnTo>
                <a:lnTo>
                  <a:pt x="0" y="95218"/>
                </a:lnTo>
                <a:lnTo>
                  <a:pt x="788949" y="0"/>
                </a:lnTo>
                <a:close/>
              </a:path>
            </a:pathLst>
          </a:custGeom>
          <a:solidFill>
            <a:srgbClr val="5D5D5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42518" y="3123843"/>
            <a:ext cx="157668" cy="327754"/>
          </a:xfrm>
          <a:custGeom>
            <a:avLst/>
            <a:gdLst/>
            <a:ahLst/>
            <a:cxnLst/>
            <a:rect l="l" t="t" r="r" b="b"/>
            <a:pathLst>
              <a:path w="157668" h="327754">
                <a:moveTo>
                  <a:pt x="0" y="240242"/>
                </a:moveTo>
                <a:lnTo>
                  <a:pt x="0" y="0"/>
                </a:lnTo>
                <a:lnTo>
                  <a:pt x="157668" y="87512"/>
                </a:lnTo>
                <a:lnTo>
                  <a:pt x="157668" y="327754"/>
                </a:lnTo>
                <a:close/>
              </a:path>
            </a:pathLst>
          </a:custGeom>
          <a:solidFill>
            <a:srgbClr val="60606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42518" y="3055831"/>
            <a:ext cx="721203" cy="155525"/>
          </a:xfrm>
          <a:custGeom>
            <a:avLst/>
            <a:gdLst/>
            <a:ahLst/>
            <a:cxnLst/>
            <a:rect l="l" t="t" r="r" b="b"/>
            <a:pathLst>
              <a:path w="721203" h="155525">
                <a:moveTo>
                  <a:pt x="563535" y="0"/>
                </a:moveTo>
                <a:lnTo>
                  <a:pt x="721203" y="87512"/>
                </a:lnTo>
                <a:lnTo>
                  <a:pt x="157668" y="155525"/>
                </a:lnTo>
                <a:lnTo>
                  <a:pt x="0" y="68013"/>
                </a:lnTo>
                <a:close/>
              </a:path>
            </a:pathLst>
          </a:custGeom>
          <a:solidFill>
            <a:srgbClr val="6B6B6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00187" y="3143343"/>
            <a:ext cx="563535" cy="308255"/>
          </a:xfrm>
          <a:custGeom>
            <a:avLst/>
            <a:gdLst/>
            <a:ahLst/>
            <a:cxnLst/>
            <a:rect l="l" t="t" r="r" b="b"/>
            <a:pathLst>
              <a:path w="563535" h="308255">
                <a:moveTo>
                  <a:pt x="563535" y="240242"/>
                </a:moveTo>
                <a:lnTo>
                  <a:pt x="0" y="308255"/>
                </a:lnTo>
                <a:lnTo>
                  <a:pt x="0" y="68013"/>
                </a:lnTo>
                <a:lnTo>
                  <a:pt x="563535" y="0"/>
                </a:lnTo>
                <a:close/>
              </a:path>
            </a:pathLst>
          </a:custGeom>
          <a:solidFill>
            <a:srgbClr val="5E5E5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48063" y="3443322"/>
            <a:ext cx="52556" cy="824972"/>
          </a:xfrm>
          <a:custGeom>
            <a:avLst/>
            <a:gdLst/>
            <a:ahLst/>
            <a:cxnLst/>
            <a:rect l="l" t="t" r="r" b="b"/>
            <a:pathLst>
              <a:path w="52556" h="824972">
                <a:moveTo>
                  <a:pt x="0" y="795802"/>
                </a:moveTo>
                <a:lnTo>
                  <a:pt x="0" y="0"/>
                </a:lnTo>
                <a:lnTo>
                  <a:pt x="52556" y="29171"/>
                </a:lnTo>
                <a:lnTo>
                  <a:pt x="52556" y="824972"/>
                </a:lnTo>
                <a:close/>
              </a:path>
            </a:pathLst>
          </a:custGeom>
          <a:solidFill>
            <a:srgbClr val="61616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48063" y="3348104"/>
            <a:ext cx="841505" cy="124388"/>
          </a:xfrm>
          <a:custGeom>
            <a:avLst/>
            <a:gdLst/>
            <a:ahLst/>
            <a:cxnLst/>
            <a:rect l="l" t="t" r="r" b="b"/>
            <a:pathLst>
              <a:path w="841505" h="124388">
                <a:moveTo>
                  <a:pt x="788949" y="0"/>
                </a:moveTo>
                <a:lnTo>
                  <a:pt x="841505" y="29171"/>
                </a:lnTo>
                <a:lnTo>
                  <a:pt x="52556" y="124388"/>
                </a:lnTo>
                <a:lnTo>
                  <a:pt x="0" y="95218"/>
                </a:lnTo>
                <a:close/>
              </a:path>
            </a:pathLst>
          </a:custGeom>
          <a:solidFill>
            <a:srgbClr val="63636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00619" y="3377275"/>
            <a:ext cx="788949" cy="891019"/>
          </a:xfrm>
          <a:custGeom>
            <a:avLst/>
            <a:gdLst/>
            <a:ahLst/>
            <a:cxnLst/>
            <a:rect l="l" t="t" r="r" b="b"/>
            <a:pathLst>
              <a:path w="788949" h="891019">
                <a:moveTo>
                  <a:pt x="788949" y="795802"/>
                </a:moveTo>
                <a:lnTo>
                  <a:pt x="0" y="891019"/>
                </a:lnTo>
                <a:lnTo>
                  <a:pt x="0" y="95218"/>
                </a:lnTo>
                <a:lnTo>
                  <a:pt x="788949" y="0"/>
                </a:lnTo>
                <a:close/>
              </a:path>
            </a:pathLst>
          </a:custGeom>
          <a:solidFill>
            <a:srgbClr val="63636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10255" y="2171436"/>
            <a:ext cx="932688" cy="932688"/>
          </a:xfrm>
          <a:custGeom>
            <a:avLst/>
            <a:gdLst/>
            <a:ahLst/>
            <a:cxnLst/>
            <a:rect l="l" t="t" r="r" b="b"/>
            <a:pathLst>
              <a:path w="932688" h="932688">
                <a:moveTo>
                  <a:pt x="932688" y="466344"/>
                </a:moveTo>
                <a:lnTo>
                  <a:pt x="928698" y="527214"/>
                </a:lnTo>
                <a:lnTo>
                  <a:pt x="916798" y="587043"/>
                </a:lnTo>
                <a:lnTo>
                  <a:pt x="897190" y="644806"/>
                </a:lnTo>
                <a:lnTo>
                  <a:pt x="870210" y="699516"/>
                </a:lnTo>
                <a:lnTo>
                  <a:pt x="836320" y="750236"/>
                </a:lnTo>
                <a:lnTo>
                  <a:pt x="796099" y="796099"/>
                </a:lnTo>
                <a:lnTo>
                  <a:pt x="750236" y="836320"/>
                </a:lnTo>
                <a:lnTo>
                  <a:pt x="699516" y="870210"/>
                </a:lnTo>
                <a:lnTo>
                  <a:pt x="644806" y="897190"/>
                </a:lnTo>
                <a:lnTo>
                  <a:pt x="587043" y="916798"/>
                </a:lnTo>
                <a:lnTo>
                  <a:pt x="527214" y="928698"/>
                </a:lnTo>
                <a:lnTo>
                  <a:pt x="466344" y="932688"/>
                </a:lnTo>
                <a:lnTo>
                  <a:pt x="405474" y="928698"/>
                </a:lnTo>
                <a:lnTo>
                  <a:pt x="345645" y="916798"/>
                </a:lnTo>
                <a:lnTo>
                  <a:pt x="287882" y="897190"/>
                </a:lnTo>
                <a:lnTo>
                  <a:pt x="233172" y="870210"/>
                </a:lnTo>
                <a:lnTo>
                  <a:pt x="182452" y="836320"/>
                </a:lnTo>
                <a:lnTo>
                  <a:pt x="136589" y="796099"/>
                </a:lnTo>
                <a:lnTo>
                  <a:pt x="96368" y="750236"/>
                </a:lnTo>
                <a:lnTo>
                  <a:pt x="62478" y="699516"/>
                </a:lnTo>
                <a:lnTo>
                  <a:pt x="35498" y="644806"/>
                </a:lnTo>
                <a:lnTo>
                  <a:pt x="15890" y="587043"/>
                </a:lnTo>
                <a:lnTo>
                  <a:pt x="3990" y="527214"/>
                </a:lnTo>
                <a:lnTo>
                  <a:pt x="0" y="466344"/>
                </a:lnTo>
                <a:lnTo>
                  <a:pt x="3990" y="405474"/>
                </a:lnTo>
                <a:lnTo>
                  <a:pt x="15890" y="345645"/>
                </a:lnTo>
                <a:lnTo>
                  <a:pt x="35498" y="287882"/>
                </a:lnTo>
                <a:lnTo>
                  <a:pt x="62478" y="233172"/>
                </a:lnTo>
                <a:lnTo>
                  <a:pt x="96368" y="182452"/>
                </a:lnTo>
                <a:lnTo>
                  <a:pt x="136589" y="136589"/>
                </a:lnTo>
                <a:lnTo>
                  <a:pt x="182452" y="96368"/>
                </a:lnTo>
                <a:lnTo>
                  <a:pt x="233172" y="62478"/>
                </a:lnTo>
                <a:lnTo>
                  <a:pt x="287882" y="35498"/>
                </a:lnTo>
                <a:lnTo>
                  <a:pt x="345645" y="15890"/>
                </a:lnTo>
                <a:lnTo>
                  <a:pt x="405474" y="3990"/>
                </a:lnTo>
                <a:lnTo>
                  <a:pt x="466344" y="0"/>
                </a:lnTo>
                <a:lnTo>
                  <a:pt x="527214" y="3990"/>
                </a:lnTo>
                <a:lnTo>
                  <a:pt x="587043" y="15890"/>
                </a:lnTo>
                <a:lnTo>
                  <a:pt x="644806" y="35498"/>
                </a:lnTo>
                <a:lnTo>
                  <a:pt x="699516" y="62478"/>
                </a:lnTo>
                <a:lnTo>
                  <a:pt x="750236" y="96368"/>
                </a:lnTo>
                <a:lnTo>
                  <a:pt x="796099" y="136589"/>
                </a:lnTo>
                <a:lnTo>
                  <a:pt x="836320" y="182452"/>
                </a:lnTo>
                <a:lnTo>
                  <a:pt x="870210" y="233172"/>
                </a:lnTo>
                <a:lnTo>
                  <a:pt x="897190" y="287882"/>
                </a:lnTo>
                <a:lnTo>
                  <a:pt x="916798" y="345645"/>
                </a:lnTo>
                <a:lnTo>
                  <a:pt x="928698" y="405474"/>
                </a:lnTo>
                <a:close/>
              </a:path>
            </a:pathLst>
          </a:custGeom>
          <a:solidFill>
            <a:srgbClr val="535353"/>
          </a:solidFill>
          <a:ln/>
        </p:spPr>
      </p:sp>
      <p:sp>
        <p:nvSpPr>
          <p:cNvPr id="16" name="Shape 14"/>
          <p:cNvSpPr/>
          <p:nvPr/>
        </p:nvSpPr>
        <p:spPr>
          <a:xfrm>
            <a:off x="2526989" y="2186787"/>
            <a:ext cx="887700" cy="887700"/>
          </a:xfrm>
          <a:custGeom>
            <a:avLst/>
            <a:gdLst/>
            <a:ahLst/>
            <a:cxnLst/>
            <a:rect l="l" t="t" r="r" b="b"/>
            <a:pathLst>
              <a:path w="887700" h="887700">
                <a:moveTo>
                  <a:pt x="887700" y="443850"/>
                </a:moveTo>
                <a:lnTo>
                  <a:pt x="883902" y="501784"/>
                </a:lnTo>
                <a:lnTo>
                  <a:pt x="872576" y="558727"/>
                </a:lnTo>
                <a:lnTo>
                  <a:pt x="853913" y="613704"/>
                </a:lnTo>
                <a:lnTo>
                  <a:pt x="828235" y="665775"/>
                </a:lnTo>
                <a:lnTo>
                  <a:pt x="795979" y="714048"/>
                </a:lnTo>
                <a:lnTo>
                  <a:pt x="757699" y="757699"/>
                </a:lnTo>
                <a:lnTo>
                  <a:pt x="714048" y="795979"/>
                </a:lnTo>
                <a:lnTo>
                  <a:pt x="665775" y="828235"/>
                </a:lnTo>
                <a:lnTo>
                  <a:pt x="613704" y="853913"/>
                </a:lnTo>
                <a:lnTo>
                  <a:pt x="558727" y="872576"/>
                </a:lnTo>
                <a:lnTo>
                  <a:pt x="501784" y="883902"/>
                </a:lnTo>
                <a:lnTo>
                  <a:pt x="443850" y="887700"/>
                </a:lnTo>
                <a:lnTo>
                  <a:pt x="385916" y="883902"/>
                </a:lnTo>
                <a:lnTo>
                  <a:pt x="328973" y="872576"/>
                </a:lnTo>
                <a:lnTo>
                  <a:pt x="273996" y="853913"/>
                </a:lnTo>
                <a:lnTo>
                  <a:pt x="221925" y="828235"/>
                </a:lnTo>
                <a:lnTo>
                  <a:pt x="173651" y="795979"/>
                </a:lnTo>
                <a:lnTo>
                  <a:pt x="130001" y="757699"/>
                </a:lnTo>
                <a:lnTo>
                  <a:pt x="91720" y="714048"/>
                </a:lnTo>
                <a:lnTo>
                  <a:pt x="59465" y="665775"/>
                </a:lnTo>
                <a:lnTo>
                  <a:pt x="33786" y="613704"/>
                </a:lnTo>
                <a:lnTo>
                  <a:pt x="15124" y="558727"/>
                </a:lnTo>
                <a:lnTo>
                  <a:pt x="3797" y="501784"/>
                </a:lnTo>
                <a:lnTo>
                  <a:pt x="0" y="443850"/>
                </a:lnTo>
                <a:lnTo>
                  <a:pt x="3797" y="385916"/>
                </a:lnTo>
                <a:lnTo>
                  <a:pt x="15124" y="328973"/>
                </a:lnTo>
                <a:lnTo>
                  <a:pt x="33786" y="273996"/>
                </a:lnTo>
                <a:lnTo>
                  <a:pt x="59465" y="221925"/>
                </a:lnTo>
                <a:lnTo>
                  <a:pt x="91720" y="173651"/>
                </a:lnTo>
                <a:lnTo>
                  <a:pt x="130001" y="130001"/>
                </a:lnTo>
                <a:lnTo>
                  <a:pt x="173651" y="91720"/>
                </a:lnTo>
                <a:lnTo>
                  <a:pt x="221925" y="59465"/>
                </a:lnTo>
                <a:lnTo>
                  <a:pt x="273996" y="33786"/>
                </a:lnTo>
                <a:lnTo>
                  <a:pt x="328973" y="15124"/>
                </a:lnTo>
                <a:lnTo>
                  <a:pt x="385916" y="3797"/>
                </a:lnTo>
                <a:lnTo>
                  <a:pt x="443850" y="0"/>
                </a:lnTo>
                <a:lnTo>
                  <a:pt x="501784" y="3797"/>
                </a:lnTo>
                <a:lnTo>
                  <a:pt x="558727" y="15124"/>
                </a:lnTo>
                <a:lnTo>
                  <a:pt x="613704" y="33786"/>
                </a:lnTo>
                <a:lnTo>
                  <a:pt x="665775" y="59465"/>
                </a:lnTo>
                <a:lnTo>
                  <a:pt x="714048" y="91720"/>
                </a:lnTo>
                <a:lnTo>
                  <a:pt x="757699" y="130001"/>
                </a:lnTo>
                <a:lnTo>
                  <a:pt x="795979" y="173651"/>
                </a:lnTo>
                <a:lnTo>
                  <a:pt x="828235" y="221925"/>
                </a:lnTo>
                <a:lnTo>
                  <a:pt x="853913" y="273996"/>
                </a:lnTo>
                <a:lnTo>
                  <a:pt x="872576" y="328973"/>
                </a:lnTo>
                <a:lnTo>
                  <a:pt x="883902" y="385916"/>
                </a:lnTo>
                <a:close/>
              </a:path>
            </a:pathLst>
          </a:custGeom>
          <a:solidFill>
            <a:srgbClr val="595959"/>
          </a:solidFill>
          <a:ln/>
        </p:spPr>
      </p:sp>
      <p:sp>
        <p:nvSpPr>
          <p:cNvPr id="17" name="Shape 15"/>
          <p:cNvSpPr/>
          <p:nvPr/>
        </p:nvSpPr>
        <p:spPr>
          <a:xfrm>
            <a:off x="2543722" y="2202138"/>
            <a:ext cx="842711" cy="842711"/>
          </a:xfrm>
          <a:custGeom>
            <a:avLst/>
            <a:gdLst/>
            <a:ahLst/>
            <a:cxnLst/>
            <a:rect l="l" t="t" r="r" b="b"/>
            <a:pathLst>
              <a:path w="842711" h="842711">
                <a:moveTo>
                  <a:pt x="842711" y="421356"/>
                </a:moveTo>
                <a:lnTo>
                  <a:pt x="839106" y="476353"/>
                </a:lnTo>
                <a:lnTo>
                  <a:pt x="828354" y="530410"/>
                </a:lnTo>
                <a:lnTo>
                  <a:pt x="810637" y="582601"/>
                </a:lnTo>
                <a:lnTo>
                  <a:pt x="786260" y="632033"/>
                </a:lnTo>
                <a:lnTo>
                  <a:pt x="755639" y="677861"/>
                </a:lnTo>
                <a:lnTo>
                  <a:pt x="719299" y="719299"/>
                </a:lnTo>
                <a:lnTo>
                  <a:pt x="677861" y="755639"/>
                </a:lnTo>
                <a:lnTo>
                  <a:pt x="632033" y="786260"/>
                </a:lnTo>
                <a:lnTo>
                  <a:pt x="582601" y="810637"/>
                </a:lnTo>
                <a:lnTo>
                  <a:pt x="530410" y="828354"/>
                </a:lnTo>
                <a:lnTo>
                  <a:pt x="476353" y="839106"/>
                </a:lnTo>
                <a:lnTo>
                  <a:pt x="421356" y="842711"/>
                </a:lnTo>
                <a:lnTo>
                  <a:pt x="366358" y="839106"/>
                </a:lnTo>
                <a:lnTo>
                  <a:pt x="312301" y="828354"/>
                </a:lnTo>
                <a:lnTo>
                  <a:pt x="260110" y="810637"/>
                </a:lnTo>
                <a:lnTo>
                  <a:pt x="210678" y="786260"/>
                </a:lnTo>
                <a:lnTo>
                  <a:pt x="164851" y="755639"/>
                </a:lnTo>
                <a:lnTo>
                  <a:pt x="123412" y="719299"/>
                </a:lnTo>
                <a:lnTo>
                  <a:pt x="87072" y="677861"/>
                </a:lnTo>
                <a:lnTo>
                  <a:pt x="56451" y="632033"/>
                </a:lnTo>
                <a:lnTo>
                  <a:pt x="32074" y="582601"/>
                </a:lnTo>
                <a:lnTo>
                  <a:pt x="14357" y="530410"/>
                </a:lnTo>
                <a:lnTo>
                  <a:pt x="3605" y="476353"/>
                </a:lnTo>
                <a:lnTo>
                  <a:pt x="0" y="421356"/>
                </a:lnTo>
                <a:lnTo>
                  <a:pt x="3605" y="366358"/>
                </a:lnTo>
                <a:lnTo>
                  <a:pt x="14357" y="312301"/>
                </a:lnTo>
                <a:lnTo>
                  <a:pt x="32074" y="260110"/>
                </a:lnTo>
                <a:lnTo>
                  <a:pt x="56451" y="210678"/>
                </a:lnTo>
                <a:lnTo>
                  <a:pt x="87072" y="164851"/>
                </a:lnTo>
                <a:lnTo>
                  <a:pt x="123412" y="123412"/>
                </a:lnTo>
                <a:lnTo>
                  <a:pt x="164851" y="87072"/>
                </a:lnTo>
                <a:lnTo>
                  <a:pt x="210678" y="56451"/>
                </a:lnTo>
                <a:lnTo>
                  <a:pt x="260110" y="32074"/>
                </a:lnTo>
                <a:lnTo>
                  <a:pt x="312301" y="14357"/>
                </a:lnTo>
                <a:lnTo>
                  <a:pt x="366358" y="3605"/>
                </a:lnTo>
                <a:lnTo>
                  <a:pt x="421356" y="0"/>
                </a:lnTo>
                <a:lnTo>
                  <a:pt x="476353" y="3605"/>
                </a:lnTo>
                <a:lnTo>
                  <a:pt x="530410" y="14357"/>
                </a:lnTo>
                <a:lnTo>
                  <a:pt x="582601" y="32074"/>
                </a:lnTo>
                <a:lnTo>
                  <a:pt x="632033" y="56451"/>
                </a:lnTo>
                <a:lnTo>
                  <a:pt x="677861" y="87072"/>
                </a:lnTo>
                <a:lnTo>
                  <a:pt x="719299" y="123412"/>
                </a:lnTo>
                <a:lnTo>
                  <a:pt x="755639" y="164851"/>
                </a:lnTo>
                <a:lnTo>
                  <a:pt x="786260" y="210678"/>
                </a:lnTo>
                <a:lnTo>
                  <a:pt x="810637" y="260110"/>
                </a:lnTo>
                <a:lnTo>
                  <a:pt x="828354" y="312301"/>
                </a:lnTo>
                <a:lnTo>
                  <a:pt x="839106" y="366358"/>
                </a:lnTo>
                <a:close/>
              </a:path>
            </a:pathLst>
          </a:custGeom>
          <a:solidFill>
            <a:srgbClr val="606060"/>
          </a:solidFill>
          <a:ln/>
        </p:spPr>
      </p:sp>
      <p:sp>
        <p:nvSpPr>
          <p:cNvPr id="18" name="Shape 16"/>
          <p:cNvSpPr/>
          <p:nvPr/>
        </p:nvSpPr>
        <p:spPr>
          <a:xfrm>
            <a:off x="2560456" y="2217489"/>
            <a:ext cx="797723" cy="797723"/>
          </a:xfrm>
          <a:custGeom>
            <a:avLst/>
            <a:gdLst/>
            <a:ahLst/>
            <a:cxnLst/>
            <a:rect l="l" t="t" r="r" b="b"/>
            <a:pathLst>
              <a:path w="797723" h="797723">
                <a:moveTo>
                  <a:pt x="797723" y="398861"/>
                </a:moveTo>
                <a:lnTo>
                  <a:pt x="794310" y="450923"/>
                </a:lnTo>
                <a:lnTo>
                  <a:pt x="784132" y="502094"/>
                </a:lnTo>
                <a:lnTo>
                  <a:pt x="767361" y="551499"/>
                </a:lnTo>
                <a:lnTo>
                  <a:pt x="744285" y="598292"/>
                </a:lnTo>
                <a:lnTo>
                  <a:pt x="715299" y="641673"/>
                </a:lnTo>
                <a:lnTo>
                  <a:pt x="680899" y="680899"/>
                </a:lnTo>
                <a:lnTo>
                  <a:pt x="641673" y="715299"/>
                </a:lnTo>
                <a:lnTo>
                  <a:pt x="598292" y="744285"/>
                </a:lnTo>
                <a:lnTo>
                  <a:pt x="551499" y="767361"/>
                </a:lnTo>
                <a:lnTo>
                  <a:pt x="502094" y="784132"/>
                </a:lnTo>
                <a:lnTo>
                  <a:pt x="450923" y="794310"/>
                </a:lnTo>
                <a:lnTo>
                  <a:pt x="398861" y="797723"/>
                </a:lnTo>
                <a:lnTo>
                  <a:pt x="346799" y="794310"/>
                </a:lnTo>
                <a:lnTo>
                  <a:pt x="295628" y="784132"/>
                </a:lnTo>
                <a:lnTo>
                  <a:pt x="246224" y="767361"/>
                </a:lnTo>
                <a:lnTo>
                  <a:pt x="199431" y="744285"/>
                </a:lnTo>
                <a:lnTo>
                  <a:pt x="156050" y="715299"/>
                </a:lnTo>
                <a:lnTo>
                  <a:pt x="116824" y="680899"/>
                </a:lnTo>
                <a:lnTo>
                  <a:pt x="82423" y="641673"/>
                </a:lnTo>
                <a:lnTo>
                  <a:pt x="53437" y="598292"/>
                </a:lnTo>
                <a:lnTo>
                  <a:pt x="30362" y="551499"/>
                </a:lnTo>
                <a:lnTo>
                  <a:pt x="13591" y="502094"/>
                </a:lnTo>
                <a:lnTo>
                  <a:pt x="3412" y="450923"/>
                </a:lnTo>
                <a:lnTo>
                  <a:pt x="0" y="398861"/>
                </a:lnTo>
                <a:lnTo>
                  <a:pt x="3412" y="346799"/>
                </a:lnTo>
                <a:lnTo>
                  <a:pt x="13591" y="295628"/>
                </a:lnTo>
                <a:lnTo>
                  <a:pt x="30362" y="246224"/>
                </a:lnTo>
                <a:lnTo>
                  <a:pt x="53437" y="199431"/>
                </a:lnTo>
                <a:lnTo>
                  <a:pt x="82423" y="156050"/>
                </a:lnTo>
                <a:lnTo>
                  <a:pt x="116824" y="116824"/>
                </a:lnTo>
                <a:lnTo>
                  <a:pt x="156050" y="82423"/>
                </a:lnTo>
                <a:lnTo>
                  <a:pt x="199431" y="53437"/>
                </a:lnTo>
                <a:lnTo>
                  <a:pt x="246224" y="30362"/>
                </a:lnTo>
                <a:lnTo>
                  <a:pt x="295628" y="13591"/>
                </a:lnTo>
                <a:lnTo>
                  <a:pt x="346799" y="3412"/>
                </a:lnTo>
                <a:lnTo>
                  <a:pt x="398861" y="0"/>
                </a:lnTo>
                <a:lnTo>
                  <a:pt x="450923" y="3412"/>
                </a:lnTo>
                <a:lnTo>
                  <a:pt x="502094" y="13591"/>
                </a:lnTo>
                <a:lnTo>
                  <a:pt x="551499" y="30362"/>
                </a:lnTo>
                <a:lnTo>
                  <a:pt x="598292" y="53437"/>
                </a:lnTo>
                <a:lnTo>
                  <a:pt x="641673" y="82423"/>
                </a:lnTo>
                <a:lnTo>
                  <a:pt x="680899" y="116824"/>
                </a:lnTo>
                <a:lnTo>
                  <a:pt x="715299" y="156050"/>
                </a:lnTo>
                <a:lnTo>
                  <a:pt x="744285" y="199431"/>
                </a:lnTo>
                <a:lnTo>
                  <a:pt x="767361" y="246224"/>
                </a:lnTo>
                <a:lnTo>
                  <a:pt x="784132" y="295628"/>
                </a:lnTo>
                <a:lnTo>
                  <a:pt x="794310" y="346799"/>
                </a:lnTo>
                <a:close/>
              </a:path>
            </a:pathLst>
          </a:custGeom>
          <a:solidFill>
            <a:srgbClr val="666666"/>
          </a:solidFill>
          <a:ln/>
        </p:spPr>
      </p:sp>
      <p:sp>
        <p:nvSpPr>
          <p:cNvPr id="19" name="Shape 17"/>
          <p:cNvSpPr/>
          <p:nvPr/>
        </p:nvSpPr>
        <p:spPr>
          <a:xfrm>
            <a:off x="2577189" y="2232840"/>
            <a:ext cx="752734" cy="752734"/>
          </a:xfrm>
          <a:custGeom>
            <a:avLst/>
            <a:gdLst/>
            <a:ahLst/>
            <a:cxnLst/>
            <a:rect l="l" t="t" r="r" b="b"/>
            <a:pathLst>
              <a:path w="752734" h="752734">
                <a:moveTo>
                  <a:pt x="752734" y="376367"/>
                </a:moveTo>
                <a:lnTo>
                  <a:pt x="749514" y="425493"/>
                </a:lnTo>
                <a:lnTo>
                  <a:pt x="739910" y="473778"/>
                </a:lnTo>
                <a:lnTo>
                  <a:pt x="724085" y="520396"/>
                </a:lnTo>
                <a:lnTo>
                  <a:pt x="702310" y="564551"/>
                </a:lnTo>
                <a:lnTo>
                  <a:pt x="674959" y="605485"/>
                </a:lnTo>
                <a:lnTo>
                  <a:pt x="642499" y="642499"/>
                </a:lnTo>
                <a:lnTo>
                  <a:pt x="605485" y="674959"/>
                </a:lnTo>
                <a:lnTo>
                  <a:pt x="564551" y="702310"/>
                </a:lnTo>
                <a:lnTo>
                  <a:pt x="520396" y="724085"/>
                </a:lnTo>
                <a:lnTo>
                  <a:pt x="473778" y="739910"/>
                </a:lnTo>
                <a:lnTo>
                  <a:pt x="425493" y="749514"/>
                </a:lnTo>
                <a:lnTo>
                  <a:pt x="376367" y="752734"/>
                </a:lnTo>
                <a:lnTo>
                  <a:pt x="327241" y="749514"/>
                </a:lnTo>
                <a:lnTo>
                  <a:pt x="278956" y="739910"/>
                </a:lnTo>
                <a:lnTo>
                  <a:pt x="232338" y="724085"/>
                </a:lnTo>
                <a:lnTo>
                  <a:pt x="188184" y="702310"/>
                </a:lnTo>
                <a:lnTo>
                  <a:pt x="147249" y="674959"/>
                </a:lnTo>
                <a:lnTo>
                  <a:pt x="110235" y="642499"/>
                </a:lnTo>
                <a:lnTo>
                  <a:pt x="77775" y="605485"/>
                </a:lnTo>
                <a:lnTo>
                  <a:pt x="50424" y="564551"/>
                </a:lnTo>
                <a:lnTo>
                  <a:pt x="28649" y="520396"/>
                </a:lnTo>
                <a:lnTo>
                  <a:pt x="12824" y="473778"/>
                </a:lnTo>
                <a:lnTo>
                  <a:pt x="3220" y="425493"/>
                </a:lnTo>
                <a:lnTo>
                  <a:pt x="0" y="376367"/>
                </a:lnTo>
                <a:lnTo>
                  <a:pt x="3220" y="327241"/>
                </a:lnTo>
                <a:lnTo>
                  <a:pt x="12824" y="278956"/>
                </a:lnTo>
                <a:lnTo>
                  <a:pt x="28649" y="232338"/>
                </a:lnTo>
                <a:lnTo>
                  <a:pt x="50424" y="188184"/>
                </a:lnTo>
                <a:lnTo>
                  <a:pt x="77775" y="147249"/>
                </a:lnTo>
                <a:lnTo>
                  <a:pt x="110235" y="110235"/>
                </a:lnTo>
                <a:lnTo>
                  <a:pt x="147249" y="77775"/>
                </a:lnTo>
                <a:lnTo>
                  <a:pt x="188184" y="50424"/>
                </a:lnTo>
                <a:lnTo>
                  <a:pt x="232338" y="28649"/>
                </a:lnTo>
                <a:lnTo>
                  <a:pt x="278956" y="12824"/>
                </a:lnTo>
                <a:lnTo>
                  <a:pt x="327241" y="3220"/>
                </a:lnTo>
                <a:lnTo>
                  <a:pt x="376367" y="0"/>
                </a:lnTo>
                <a:lnTo>
                  <a:pt x="425493" y="3220"/>
                </a:lnTo>
                <a:lnTo>
                  <a:pt x="473778" y="12824"/>
                </a:lnTo>
                <a:lnTo>
                  <a:pt x="520396" y="28649"/>
                </a:lnTo>
                <a:lnTo>
                  <a:pt x="564551" y="50424"/>
                </a:lnTo>
                <a:lnTo>
                  <a:pt x="605485" y="77775"/>
                </a:lnTo>
                <a:lnTo>
                  <a:pt x="642499" y="110235"/>
                </a:lnTo>
                <a:lnTo>
                  <a:pt x="674959" y="147249"/>
                </a:lnTo>
                <a:lnTo>
                  <a:pt x="702310" y="188184"/>
                </a:lnTo>
                <a:lnTo>
                  <a:pt x="724085" y="232338"/>
                </a:lnTo>
                <a:lnTo>
                  <a:pt x="739910" y="278956"/>
                </a:lnTo>
                <a:lnTo>
                  <a:pt x="749514" y="327241"/>
                </a:lnTo>
                <a:close/>
              </a:path>
            </a:pathLst>
          </a:custGeom>
          <a:solidFill>
            <a:srgbClr val="6D6D6D"/>
          </a:solidFill>
          <a:ln/>
        </p:spPr>
      </p:sp>
      <p:sp>
        <p:nvSpPr>
          <p:cNvPr id="20" name="Shape 18"/>
          <p:cNvSpPr/>
          <p:nvPr/>
        </p:nvSpPr>
        <p:spPr>
          <a:xfrm>
            <a:off x="2593923" y="2248191"/>
            <a:ext cx="707746" cy="707746"/>
          </a:xfrm>
          <a:custGeom>
            <a:avLst/>
            <a:gdLst/>
            <a:ahLst/>
            <a:cxnLst/>
            <a:rect l="l" t="t" r="r" b="b"/>
            <a:pathLst>
              <a:path w="707746" h="707746">
                <a:moveTo>
                  <a:pt x="707746" y="353873"/>
                </a:moveTo>
                <a:lnTo>
                  <a:pt x="704718" y="400062"/>
                </a:lnTo>
                <a:lnTo>
                  <a:pt x="695688" y="445462"/>
                </a:lnTo>
                <a:lnTo>
                  <a:pt x="680809" y="489294"/>
                </a:lnTo>
                <a:lnTo>
                  <a:pt x="660336" y="530809"/>
                </a:lnTo>
                <a:lnTo>
                  <a:pt x="634619" y="569297"/>
                </a:lnTo>
                <a:lnTo>
                  <a:pt x="604099" y="604099"/>
                </a:lnTo>
                <a:lnTo>
                  <a:pt x="569297" y="634619"/>
                </a:lnTo>
                <a:lnTo>
                  <a:pt x="530809" y="660336"/>
                </a:lnTo>
                <a:lnTo>
                  <a:pt x="489294" y="680809"/>
                </a:lnTo>
                <a:lnTo>
                  <a:pt x="445462" y="695688"/>
                </a:lnTo>
                <a:lnTo>
                  <a:pt x="400062" y="704718"/>
                </a:lnTo>
                <a:lnTo>
                  <a:pt x="353873" y="707746"/>
                </a:lnTo>
                <a:lnTo>
                  <a:pt x="307683" y="704718"/>
                </a:lnTo>
                <a:lnTo>
                  <a:pt x="262284" y="695688"/>
                </a:lnTo>
                <a:lnTo>
                  <a:pt x="218452" y="680809"/>
                </a:lnTo>
                <a:lnTo>
                  <a:pt x="176936" y="660336"/>
                </a:lnTo>
                <a:lnTo>
                  <a:pt x="138449" y="634619"/>
                </a:lnTo>
                <a:lnTo>
                  <a:pt x="103647" y="604099"/>
                </a:lnTo>
                <a:lnTo>
                  <a:pt x="73127" y="569297"/>
                </a:lnTo>
                <a:lnTo>
                  <a:pt x="47410" y="530809"/>
                </a:lnTo>
                <a:lnTo>
                  <a:pt x="26937" y="489294"/>
                </a:lnTo>
                <a:lnTo>
                  <a:pt x="12058" y="445462"/>
                </a:lnTo>
                <a:lnTo>
                  <a:pt x="3027" y="400062"/>
                </a:lnTo>
                <a:lnTo>
                  <a:pt x="0" y="353873"/>
                </a:lnTo>
                <a:lnTo>
                  <a:pt x="3027" y="307683"/>
                </a:lnTo>
                <a:lnTo>
                  <a:pt x="12058" y="262284"/>
                </a:lnTo>
                <a:lnTo>
                  <a:pt x="26937" y="218452"/>
                </a:lnTo>
                <a:lnTo>
                  <a:pt x="47410" y="176936"/>
                </a:lnTo>
                <a:lnTo>
                  <a:pt x="73127" y="138449"/>
                </a:lnTo>
                <a:lnTo>
                  <a:pt x="103647" y="103647"/>
                </a:lnTo>
                <a:lnTo>
                  <a:pt x="138449" y="73127"/>
                </a:lnTo>
                <a:lnTo>
                  <a:pt x="176936" y="47410"/>
                </a:lnTo>
                <a:lnTo>
                  <a:pt x="218452" y="26937"/>
                </a:lnTo>
                <a:lnTo>
                  <a:pt x="262284" y="12058"/>
                </a:lnTo>
                <a:lnTo>
                  <a:pt x="307683" y="3027"/>
                </a:lnTo>
                <a:lnTo>
                  <a:pt x="353873" y="0"/>
                </a:lnTo>
                <a:lnTo>
                  <a:pt x="400062" y="3027"/>
                </a:lnTo>
                <a:lnTo>
                  <a:pt x="445462" y="12058"/>
                </a:lnTo>
                <a:lnTo>
                  <a:pt x="489294" y="26937"/>
                </a:lnTo>
                <a:lnTo>
                  <a:pt x="530809" y="47410"/>
                </a:lnTo>
                <a:lnTo>
                  <a:pt x="569297" y="73127"/>
                </a:lnTo>
                <a:lnTo>
                  <a:pt x="604099" y="103647"/>
                </a:lnTo>
                <a:lnTo>
                  <a:pt x="634619" y="138449"/>
                </a:lnTo>
                <a:lnTo>
                  <a:pt x="660336" y="176936"/>
                </a:lnTo>
                <a:lnTo>
                  <a:pt x="680809" y="218452"/>
                </a:lnTo>
                <a:lnTo>
                  <a:pt x="695688" y="262284"/>
                </a:lnTo>
                <a:lnTo>
                  <a:pt x="704718" y="307683"/>
                </a:lnTo>
                <a:close/>
              </a:path>
            </a:pathLst>
          </a:custGeom>
          <a:solidFill>
            <a:srgbClr val="747474"/>
          </a:solidFill>
          <a:ln/>
        </p:spPr>
      </p:sp>
      <p:sp>
        <p:nvSpPr>
          <p:cNvPr id="21" name="Shape 19"/>
          <p:cNvSpPr/>
          <p:nvPr/>
        </p:nvSpPr>
        <p:spPr>
          <a:xfrm>
            <a:off x="2610656" y="2263542"/>
            <a:ext cx="662757" cy="662757"/>
          </a:xfrm>
          <a:custGeom>
            <a:avLst/>
            <a:gdLst/>
            <a:ahLst/>
            <a:cxnLst/>
            <a:rect l="l" t="t" r="r" b="b"/>
            <a:pathLst>
              <a:path w="662757" h="662757">
                <a:moveTo>
                  <a:pt x="662757" y="331379"/>
                </a:moveTo>
                <a:lnTo>
                  <a:pt x="659922" y="374632"/>
                </a:lnTo>
                <a:lnTo>
                  <a:pt x="651466" y="417146"/>
                </a:lnTo>
                <a:lnTo>
                  <a:pt x="637532" y="458192"/>
                </a:lnTo>
                <a:lnTo>
                  <a:pt x="618361" y="497068"/>
                </a:lnTo>
                <a:lnTo>
                  <a:pt x="594279" y="533109"/>
                </a:lnTo>
                <a:lnTo>
                  <a:pt x="565699" y="565699"/>
                </a:lnTo>
                <a:lnTo>
                  <a:pt x="533109" y="594279"/>
                </a:lnTo>
                <a:lnTo>
                  <a:pt x="497068" y="618361"/>
                </a:lnTo>
                <a:lnTo>
                  <a:pt x="458192" y="637532"/>
                </a:lnTo>
                <a:lnTo>
                  <a:pt x="417146" y="651466"/>
                </a:lnTo>
                <a:lnTo>
                  <a:pt x="374632" y="659922"/>
                </a:lnTo>
                <a:lnTo>
                  <a:pt x="331379" y="662757"/>
                </a:lnTo>
                <a:lnTo>
                  <a:pt x="288125" y="659922"/>
                </a:lnTo>
                <a:lnTo>
                  <a:pt x="245611" y="651466"/>
                </a:lnTo>
                <a:lnTo>
                  <a:pt x="204565" y="637532"/>
                </a:lnTo>
                <a:lnTo>
                  <a:pt x="165689" y="618361"/>
                </a:lnTo>
                <a:lnTo>
                  <a:pt x="129648" y="594279"/>
                </a:lnTo>
                <a:lnTo>
                  <a:pt x="97059" y="565699"/>
                </a:lnTo>
                <a:lnTo>
                  <a:pt x="68478" y="533109"/>
                </a:lnTo>
                <a:lnTo>
                  <a:pt x="44396" y="497068"/>
                </a:lnTo>
                <a:lnTo>
                  <a:pt x="25225" y="458192"/>
                </a:lnTo>
                <a:lnTo>
                  <a:pt x="11291" y="417146"/>
                </a:lnTo>
                <a:lnTo>
                  <a:pt x="2835" y="374632"/>
                </a:lnTo>
                <a:lnTo>
                  <a:pt x="0" y="331379"/>
                </a:lnTo>
                <a:lnTo>
                  <a:pt x="2835" y="288125"/>
                </a:lnTo>
                <a:lnTo>
                  <a:pt x="11291" y="245611"/>
                </a:lnTo>
                <a:lnTo>
                  <a:pt x="25225" y="204565"/>
                </a:lnTo>
                <a:lnTo>
                  <a:pt x="44396" y="165689"/>
                </a:lnTo>
                <a:lnTo>
                  <a:pt x="68478" y="129648"/>
                </a:lnTo>
                <a:lnTo>
                  <a:pt x="97059" y="97059"/>
                </a:lnTo>
                <a:lnTo>
                  <a:pt x="129648" y="68478"/>
                </a:lnTo>
                <a:lnTo>
                  <a:pt x="165689" y="44396"/>
                </a:lnTo>
                <a:lnTo>
                  <a:pt x="204565" y="25225"/>
                </a:lnTo>
                <a:lnTo>
                  <a:pt x="245611" y="11291"/>
                </a:lnTo>
                <a:lnTo>
                  <a:pt x="288125" y="2835"/>
                </a:lnTo>
                <a:lnTo>
                  <a:pt x="331379" y="0"/>
                </a:lnTo>
                <a:lnTo>
                  <a:pt x="374632" y="2835"/>
                </a:lnTo>
                <a:lnTo>
                  <a:pt x="417146" y="11291"/>
                </a:lnTo>
                <a:lnTo>
                  <a:pt x="458192" y="25225"/>
                </a:lnTo>
                <a:lnTo>
                  <a:pt x="497068" y="44396"/>
                </a:lnTo>
                <a:lnTo>
                  <a:pt x="533109" y="68478"/>
                </a:lnTo>
                <a:lnTo>
                  <a:pt x="565699" y="97059"/>
                </a:lnTo>
                <a:lnTo>
                  <a:pt x="594279" y="129648"/>
                </a:lnTo>
                <a:lnTo>
                  <a:pt x="618361" y="165689"/>
                </a:lnTo>
                <a:lnTo>
                  <a:pt x="637532" y="204565"/>
                </a:lnTo>
                <a:lnTo>
                  <a:pt x="651466" y="245611"/>
                </a:lnTo>
                <a:lnTo>
                  <a:pt x="659922" y="288125"/>
                </a:lnTo>
                <a:close/>
              </a:path>
            </a:pathLst>
          </a:custGeom>
          <a:solidFill>
            <a:srgbClr val="7A7A7A"/>
          </a:solidFill>
          <a:ln/>
        </p:spPr>
      </p:sp>
      <p:sp>
        <p:nvSpPr>
          <p:cNvPr id="22" name="Shape 20"/>
          <p:cNvSpPr/>
          <p:nvPr/>
        </p:nvSpPr>
        <p:spPr>
          <a:xfrm>
            <a:off x="2627390" y="2278893"/>
            <a:ext cx="617769" cy="617769"/>
          </a:xfrm>
          <a:custGeom>
            <a:avLst/>
            <a:gdLst/>
            <a:ahLst/>
            <a:cxnLst/>
            <a:rect l="l" t="t" r="r" b="b"/>
            <a:pathLst>
              <a:path w="617769" h="617769">
                <a:moveTo>
                  <a:pt x="617769" y="308884"/>
                </a:moveTo>
                <a:lnTo>
                  <a:pt x="615126" y="349202"/>
                </a:lnTo>
                <a:lnTo>
                  <a:pt x="607244" y="388829"/>
                </a:lnTo>
                <a:lnTo>
                  <a:pt x="594256" y="427089"/>
                </a:lnTo>
                <a:lnTo>
                  <a:pt x="576386" y="463326"/>
                </a:lnTo>
                <a:lnTo>
                  <a:pt x="553939" y="496921"/>
                </a:lnTo>
                <a:lnTo>
                  <a:pt x="527299" y="527299"/>
                </a:lnTo>
                <a:lnTo>
                  <a:pt x="496921" y="553939"/>
                </a:lnTo>
                <a:lnTo>
                  <a:pt x="463326" y="576386"/>
                </a:lnTo>
                <a:lnTo>
                  <a:pt x="427089" y="594256"/>
                </a:lnTo>
                <a:lnTo>
                  <a:pt x="388829" y="607244"/>
                </a:lnTo>
                <a:lnTo>
                  <a:pt x="349202" y="615126"/>
                </a:lnTo>
                <a:lnTo>
                  <a:pt x="308884" y="617769"/>
                </a:lnTo>
                <a:lnTo>
                  <a:pt x="268567" y="615126"/>
                </a:lnTo>
                <a:lnTo>
                  <a:pt x="228939" y="607244"/>
                </a:lnTo>
                <a:lnTo>
                  <a:pt x="190679" y="594256"/>
                </a:lnTo>
                <a:lnTo>
                  <a:pt x="154442" y="576386"/>
                </a:lnTo>
                <a:lnTo>
                  <a:pt x="120847" y="553939"/>
                </a:lnTo>
                <a:lnTo>
                  <a:pt x="90470" y="527299"/>
                </a:lnTo>
                <a:lnTo>
                  <a:pt x="63830" y="496921"/>
                </a:lnTo>
                <a:lnTo>
                  <a:pt x="41383" y="463326"/>
                </a:lnTo>
                <a:lnTo>
                  <a:pt x="23512" y="427089"/>
                </a:lnTo>
                <a:lnTo>
                  <a:pt x="10525" y="388829"/>
                </a:lnTo>
                <a:lnTo>
                  <a:pt x="2643" y="349202"/>
                </a:lnTo>
                <a:lnTo>
                  <a:pt x="0" y="308884"/>
                </a:lnTo>
                <a:lnTo>
                  <a:pt x="2643" y="268567"/>
                </a:lnTo>
                <a:lnTo>
                  <a:pt x="10525" y="228939"/>
                </a:lnTo>
                <a:lnTo>
                  <a:pt x="23512" y="190679"/>
                </a:lnTo>
                <a:lnTo>
                  <a:pt x="41383" y="154442"/>
                </a:lnTo>
                <a:lnTo>
                  <a:pt x="63830" y="120847"/>
                </a:lnTo>
                <a:lnTo>
                  <a:pt x="90470" y="90470"/>
                </a:lnTo>
                <a:lnTo>
                  <a:pt x="120847" y="63830"/>
                </a:lnTo>
                <a:lnTo>
                  <a:pt x="154442" y="41383"/>
                </a:lnTo>
                <a:lnTo>
                  <a:pt x="190679" y="23512"/>
                </a:lnTo>
                <a:lnTo>
                  <a:pt x="228939" y="10525"/>
                </a:lnTo>
                <a:lnTo>
                  <a:pt x="268567" y="2643"/>
                </a:lnTo>
                <a:lnTo>
                  <a:pt x="308884" y="0"/>
                </a:lnTo>
                <a:lnTo>
                  <a:pt x="349202" y="2643"/>
                </a:lnTo>
                <a:lnTo>
                  <a:pt x="388829" y="10525"/>
                </a:lnTo>
                <a:lnTo>
                  <a:pt x="427089" y="23512"/>
                </a:lnTo>
                <a:lnTo>
                  <a:pt x="463326" y="41383"/>
                </a:lnTo>
                <a:lnTo>
                  <a:pt x="496921" y="63830"/>
                </a:lnTo>
                <a:lnTo>
                  <a:pt x="527299" y="90470"/>
                </a:lnTo>
                <a:lnTo>
                  <a:pt x="553939" y="120847"/>
                </a:lnTo>
                <a:lnTo>
                  <a:pt x="576386" y="154442"/>
                </a:lnTo>
                <a:lnTo>
                  <a:pt x="594256" y="190679"/>
                </a:lnTo>
                <a:lnTo>
                  <a:pt x="607244" y="228939"/>
                </a:lnTo>
                <a:lnTo>
                  <a:pt x="615126" y="268567"/>
                </a:lnTo>
                <a:close/>
              </a:path>
            </a:pathLst>
          </a:custGeom>
          <a:solidFill>
            <a:srgbClr val="818181"/>
          </a:solidFill>
          <a:ln/>
        </p:spPr>
      </p:sp>
      <p:sp>
        <p:nvSpPr>
          <p:cNvPr id="23" name="Shape 21"/>
          <p:cNvSpPr/>
          <p:nvPr/>
        </p:nvSpPr>
        <p:spPr>
          <a:xfrm>
            <a:off x="2644123" y="2294244"/>
            <a:ext cx="572780" cy="572780"/>
          </a:xfrm>
          <a:custGeom>
            <a:avLst/>
            <a:gdLst/>
            <a:ahLst/>
            <a:cxnLst/>
            <a:rect l="l" t="t" r="r" b="b"/>
            <a:pathLst>
              <a:path w="572780" h="572780">
                <a:moveTo>
                  <a:pt x="572780" y="286390"/>
                </a:moveTo>
                <a:lnTo>
                  <a:pt x="570330" y="323771"/>
                </a:lnTo>
                <a:lnTo>
                  <a:pt x="563022" y="360513"/>
                </a:lnTo>
                <a:lnTo>
                  <a:pt x="550980" y="395987"/>
                </a:lnTo>
                <a:lnTo>
                  <a:pt x="534411" y="429585"/>
                </a:lnTo>
                <a:lnTo>
                  <a:pt x="513599" y="460733"/>
                </a:lnTo>
                <a:lnTo>
                  <a:pt x="488898" y="488898"/>
                </a:lnTo>
                <a:lnTo>
                  <a:pt x="460733" y="513599"/>
                </a:lnTo>
                <a:lnTo>
                  <a:pt x="429585" y="534411"/>
                </a:lnTo>
                <a:lnTo>
                  <a:pt x="395987" y="550980"/>
                </a:lnTo>
                <a:lnTo>
                  <a:pt x="360513" y="563022"/>
                </a:lnTo>
                <a:lnTo>
                  <a:pt x="323771" y="570330"/>
                </a:lnTo>
                <a:lnTo>
                  <a:pt x="286390" y="572780"/>
                </a:lnTo>
                <a:lnTo>
                  <a:pt x="249009" y="570330"/>
                </a:lnTo>
                <a:lnTo>
                  <a:pt x="212267" y="563022"/>
                </a:lnTo>
                <a:lnTo>
                  <a:pt x="176793" y="550980"/>
                </a:lnTo>
                <a:lnTo>
                  <a:pt x="143195" y="534411"/>
                </a:lnTo>
                <a:lnTo>
                  <a:pt x="112047" y="513599"/>
                </a:lnTo>
                <a:lnTo>
                  <a:pt x="83882" y="488898"/>
                </a:lnTo>
                <a:lnTo>
                  <a:pt x="59182" y="460733"/>
                </a:lnTo>
                <a:lnTo>
                  <a:pt x="38369" y="429585"/>
                </a:lnTo>
                <a:lnTo>
                  <a:pt x="21800" y="395987"/>
                </a:lnTo>
                <a:lnTo>
                  <a:pt x="9759" y="360513"/>
                </a:lnTo>
                <a:lnTo>
                  <a:pt x="2450" y="323771"/>
                </a:lnTo>
                <a:lnTo>
                  <a:pt x="0" y="286390"/>
                </a:lnTo>
                <a:lnTo>
                  <a:pt x="2450" y="249009"/>
                </a:lnTo>
                <a:lnTo>
                  <a:pt x="9759" y="212267"/>
                </a:lnTo>
                <a:lnTo>
                  <a:pt x="21800" y="176793"/>
                </a:lnTo>
                <a:lnTo>
                  <a:pt x="38369" y="143195"/>
                </a:lnTo>
                <a:lnTo>
                  <a:pt x="59182" y="112047"/>
                </a:lnTo>
                <a:lnTo>
                  <a:pt x="83882" y="83882"/>
                </a:lnTo>
                <a:lnTo>
                  <a:pt x="112047" y="59182"/>
                </a:lnTo>
                <a:lnTo>
                  <a:pt x="143195" y="38369"/>
                </a:lnTo>
                <a:lnTo>
                  <a:pt x="176793" y="21800"/>
                </a:lnTo>
                <a:lnTo>
                  <a:pt x="212267" y="9759"/>
                </a:lnTo>
                <a:lnTo>
                  <a:pt x="249009" y="2450"/>
                </a:lnTo>
                <a:lnTo>
                  <a:pt x="286390" y="0"/>
                </a:lnTo>
                <a:lnTo>
                  <a:pt x="323771" y="2450"/>
                </a:lnTo>
                <a:lnTo>
                  <a:pt x="360513" y="9759"/>
                </a:lnTo>
                <a:lnTo>
                  <a:pt x="395987" y="21800"/>
                </a:lnTo>
                <a:lnTo>
                  <a:pt x="429585" y="38369"/>
                </a:lnTo>
                <a:lnTo>
                  <a:pt x="460733" y="59182"/>
                </a:lnTo>
                <a:lnTo>
                  <a:pt x="488898" y="83882"/>
                </a:lnTo>
                <a:lnTo>
                  <a:pt x="513599" y="112047"/>
                </a:lnTo>
                <a:lnTo>
                  <a:pt x="534411" y="143195"/>
                </a:lnTo>
                <a:lnTo>
                  <a:pt x="550980" y="176793"/>
                </a:lnTo>
                <a:lnTo>
                  <a:pt x="563022" y="212267"/>
                </a:lnTo>
                <a:lnTo>
                  <a:pt x="570330" y="249009"/>
                </a:lnTo>
                <a:close/>
              </a:path>
            </a:pathLst>
          </a:custGeom>
          <a:solidFill>
            <a:srgbClr val="878787"/>
          </a:solidFill>
          <a:ln/>
        </p:spPr>
      </p:sp>
      <p:sp>
        <p:nvSpPr>
          <p:cNvPr id="24" name="Shape 22"/>
          <p:cNvSpPr/>
          <p:nvPr/>
        </p:nvSpPr>
        <p:spPr>
          <a:xfrm>
            <a:off x="2660857" y="2309595"/>
            <a:ext cx="527792" cy="527792"/>
          </a:xfrm>
          <a:custGeom>
            <a:avLst/>
            <a:gdLst/>
            <a:ahLst/>
            <a:cxnLst/>
            <a:rect l="l" t="t" r="r" b="b"/>
            <a:pathLst>
              <a:path w="527792" h="527792">
                <a:moveTo>
                  <a:pt x="527792" y="263896"/>
                </a:moveTo>
                <a:lnTo>
                  <a:pt x="525534" y="298341"/>
                </a:lnTo>
                <a:lnTo>
                  <a:pt x="518800" y="332197"/>
                </a:lnTo>
                <a:lnTo>
                  <a:pt x="507704" y="364884"/>
                </a:lnTo>
                <a:lnTo>
                  <a:pt x="492436" y="395844"/>
                </a:lnTo>
                <a:lnTo>
                  <a:pt x="473258" y="424545"/>
                </a:lnTo>
                <a:lnTo>
                  <a:pt x="450498" y="450498"/>
                </a:lnTo>
                <a:lnTo>
                  <a:pt x="424545" y="473258"/>
                </a:lnTo>
                <a:lnTo>
                  <a:pt x="395844" y="492436"/>
                </a:lnTo>
                <a:lnTo>
                  <a:pt x="364884" y="507704"/>
                </a:lnTo>
                <a:lnTo>
                  <a:pt x="332197" y="518800"/>
                </a:lnTo>
                <a:lnTo>
                  <a:pt x="298341" y="525534"/>
                </a:lnTo>
                <a:lnTo>
                  <a:pt x="263896" y="527792"/>
                </a:lnTo>
                <a:lnTo>
                  <a:pt x="229451" y="525534"/>
                </a:lnTo>
                <a:lnTo>
                  <a:pt x="195595" y="518800"/>
                </a:lnTo>
                <a:lnTo>
                  <a:pt x="162907" y="507704"/>
                </a:lnTo>
                <a:lnTo>
                  <a:pt x="131948" y="492436"/>
                </a:lnTo>
                <a:lnTo>
                  <a:pt x="103246" y="473258"/>
                </a:lnTo>
                <a:lnTo>
                  <a:pt x="77293" y="450498"/>
                </a:lnTo>
                <a:lnTo>
                  <a:pt x="54533" y="424545"/>
                </a:lnTo>
                <a:lnTo>
                  <a:pt x="35355" y="395844"/>
                </a:lnTo>
                <a:lnTo>
                  <a:pt x="20088" y="364884"/>
                </a:lnTo>
                <a:lnTo>
                  <a:pt x="8992" y="332197"/>
                </a:lnTo>
                <a:lnTo>
                  <a:pt x="2258" y="298341"/>
                </a:lnTo>
                <a:lnTo>
                  <a:pt x="0" y="263896"/>
                </a:lnTo>
                <a:lnTo>
                  <a:pt x="2258" y="229451"/>
                </a:lnTo>
                <a:lnTo>
                  <a:pt x="8992" y="195595"/>
                </a:lnTo>
                <a:lnTo>
                  <a:pt x="20088" y="162907"/>
                </a:lnTo>
                <a:lnTo>
                  <a:pt x="35355" y="131948"/>
                </a:lnTo>
                <a:lnTo>
                  <a:pt x="54533" y="103246"/>
                </a:lnTo>
                <a:lnTo>
                  <a:pt x="77293" y="77293"/>
                </a:lnTo>
                <a:lnTo>
                  <a:pt x="103246" y="54533"/>
                </a:lnTo>
                <a:lnTo>
                  <a:pt x="131948" y="35355"/>
                </a:lnTo>
                <a:lnTo>
                  <a:pt x="162907" y="20088"/>
                </a:lnTo>
                <a:lnTo>
                  <a:pt x="195595" y="8992"/>
                </a:lnTo>
                <a:lnTo>
                  <a:pt x="229451" y="2258"/>
                </a:lnTo>
                <a:lnTo>
                  <a:pt x="263896" y="0"/>
                </a:lnTo>
                <a:lnTo>
                  <a:pt x="298341" y="2258"/>
                </a:lnTo>
                <a:lnTo>
                  <a:pt x="332197" y="8992"/>
                </a:lnTo>
                <a:lnTo>
                  <a:pt x="364884" y="20088"/>
                </a:lnTo>
                <a:lnTo>
                  <a:pt x="395844" y="35355"/>
                </a:lnTo>
                <a:lnTo>
                  <a:pt x="424545" y="54533"/>
                </a:lnTo>
                <a:lnTo>
                  <a:pt x="450498" y="77293"/>
                </a:lnTo>
                <a:lnTo>
                  <a:pt x="473258" y="103246"/>
                </a:lnTo>
                <a:lnTo>
                  <a:pt x="492436" y="131948"/>
                </a:lnTo>
                <a:lnTo>
                  <a:pt x="507704" y="162907"/>
                </a:lnTo>
                <a:lnTo>
                  <a:pt x="518800" y="195595"/>
                </a:lnTo>
                <a:lnTo>
                  <a:pt x="525534" y="229451"/>
                </a:lnTo>
                <a:close/>
              </a:path>
            </a:pathLst>
          </a:custGeom>
          <a:solidFill>
            <a:srgbClr val="8E8E8E"/>
          </a:solidFill>
          <a:ln/>
        </p:spPr>
      </p:sp>
      <p:sp>
        <p:nvSpPr>
          <p:cNvPr id="25" name="Shape 23"/>
          <p:cNvSpPr/>
          <p:nvPr/>
        </p:nvSpPr>
        <p:spPr>
          <a:xfrm>
            <a:off x="2677590" y="2324946"/>
            <a:ext cx="482803" cy="482803"/>
          </a:xfrm>
          <a:custGeom>
            <a:avLst/>
            <a:gdLst/>
            <a:ahLst/>
            <a:cxnLst/>
            <a:rect l="l" t="t" r="r" b="b"/>
            <a:pathLst>
              <a:path w="482803" h="482803">
                <a:moveTo>
                  <a:pt x="482803" y="241402"/>
                </a:moveTo>
                <a:lnTo>
                  <a:pt x="480738" y="272911"/>
                </a:lnTo>
                <a:lnTo>
                  <a:pt x="474578" y="303881"/>
                </a:lnTo>
                <a:lnTo>
                  <a:pt x="464428" y="333782"/>
                </a:lnTo>
                <a:lnTo>
                  <a:pt x="450462" y="362102"/>
                </a:lnTo>
                <a:lnTo>
                  <a:pt x="432918" y="388358"/>
                </a:lnTo>
                <a:lnTo>
                  <a:pt x="412098" y="412098"/>
                </a:lnTo>
                <a:lnTo>
                  <a:pt x="388358" y="432918"/>
                </a:lnTo>
                <a:lnTo>
                  <a:pt x="362102" y="450462"/>
                </a:lnTo>
                <a:lnTo>
                  <a:pt x="333782" y="464428"/>
                </a:lnTo>
                <a:lnTo>
                  <a:pt x="303881" y="474578"/>
                </a:lnTo>
                <a:lnTo>
                  <a:pt x="272911" y="480738"/>
                </a:lnTo>
                <a:lnTo>
                  <a:pt x="241402" y="482803"/>
                </a:lnTo>
                <a:lnTo>
                  <a:pt x="209892" y="480738"/>
                </a:lnTo>
                <a:lnTo>
                  <a:pt x="178922" y="474578"/>
                </a:lnTo>
                <a:lnTo>
                  <a:pt x="149021" y="464428"/>
                </a:lnTo>
                <a:lnTo>
                  <a:pt x="120701" y="450462"/>
                </a:lnTo>
                <a:lnTo>
                  <a:pt x="94446" y="432918"/>
                </a:lnTo>
                <a:lnTo>
                  <a:pt x="70705" y="412098"/>
                </a:lnTo>
                <a:lnTo>
                  <a:pt x="49885" y="388358"/>
                </a:lnTo>
                <a:lnTo>
                  <a:pt x="32342" y="362102"/>
                </a:lnTo>
                <a:lnTo>
                  <a:pt x="18376" y="333782"/>
                </a:lnTo>
                <a:lnTo>
                  <a:pt x="8226" y="303881"/>
                </a:lnTo>
                <a:lnTo>
                  <a:pt x="2065" y="272911"/>
                </a:lnTo>
                <a:lnTo>
                  <a:pt x="0" y="241402"/>
                </a:lnTo>
                <a:lnTo>
                  <a:pt x="2065" y="209892"/>
                </a:lnTo>
                <a:lnTo>
                  <a:pt x="8226" y="178922"/>
                </a:lnTo>
                <a:lnTo>
                  <a:pt x="18376" y="149021"/>
                </a:lnTo>
                <a:lnTo>
                  <a:pt x="32342" y="120701"/>
                </a:lnTo>
                <a:lnTo>
                  <a:pt x="49885" y="94446"/>
                </a:lnTo>
                <a:lnTo>
                  <a:pt x="70705" y="70705"/>
                </a:lnTo>
                <a:lnTo>
                  <a:pt x="94446" y="49885"/>
                </a:lnTo>
                <a:lnTo>
                  <a:pt x="120701" y="32342"/>
                </a:lnTo>
                <a:lnTo>
                  <a:pt x="149021" y="18376"/>
                </a:lnTo>
                <a:lnTo>
                  <a:pt x="178922" y="8226"/>
                </a:lnTo>
                <a:lnTo>
                  <a:pt x="209892" y="2065"/>
                </a:lnTo>
                <a:lnTo>
                  <a:pt x="241402" y="0"/>
                </a:lnTo>
                <a:lnTo>
                  <a:pt x="272911" y="2065"/>
                </a:lnTo>
                <a:lnTo>
                  <a:pt x="303881" y="8226"/>
                </a:lnTo>
                <a:lnTo>
                  <a:pt x="333782" y="18376"/>
                </a:lnTo>
                <a:lnTo>
                  <a:pt x="362102" y="32342"/>
                </a:lnTo>
                <a:lnTo>
                  <a:pt x="388358" y="49885"/>
                </a:lnTo>
                <a:lnTo>
                  <a:pt x="412098" y="70705"/>
                </a:lnTo>
                <a:lnTo>
                  <a:pt x="432918" y="94446"/>
                </a:lnTo>
                <a:lnTo>
                  <a:pt x="450462" y="120701"/>
                </a:lnTo>
                <a:lnTo>
                  <a:pt x="464428" y="149021"/>
                </a:lnTo>
                <a:lnTo>
                  <a:pt x="474578" y="178922"/>
                </a:lnTo>
                <a:lnTo>
                  <a:pt x="480738" y="209892"/>
                </a:lnTo>
                <a:close/>
              </a:path>
            </a:pathLst>
          </a:custGeom>
          <a:solidFill>
            <a:srgbClr val="959595"/>
          </a:solidFill>
          <a:ln/>
        </p:spPr>
      </p:sp>
      <p:sp>
        <p:nvSpPr>
          <p:cNvPr id="26" name="Shape 24"/>
          <p:cNvSpPr/>
          <p:nvPr/>
        </p:nvSpPr>
        <p:spPr>
          <a:xfrm>
            <a:off x="2694324" y="2340297"/>
            <a:ext cx="437815" cy="437815"/>
          </a:xfrm>
          <a:custGeom>
            <a:avLst/>
            <a:gdLst/>
            <a:ahLst/>
            <a:cxnLst/>
            <a:rect l="l" t="t" r="r" b="b"/>
            <a:pathLst>
              <a:path w="437815" h="437815">
                <a:moveTo>
                  <a:pt x="437815" y="218907"/>
                </a:moveTo>
                <a:lnTo>
                  <a:pt x="435942" y="247481"/>
                </a:lnTo>
                <a:lnTo>
                  <a:pt x="430356" y="275565"/>
                </a:lnTo>
                <a:lnTo>
                  <a:pt x="421151" y="302680"/>
                </a:lnTo>
                <a:lnTo>
                  <a:pt x="408487" y="328361"/>
                </a:lnTo>
                <a:lnTo>
                  <a:pt x="392578" y="352170"/>
                </a:lnTo>
                <a:lnTo>
                  <a:pt x="373698" y="373698"/>
                </a:lnTo>
                <a:lnTo>
                  <a:pt x="352170" y="392578"/>
                </a:lnTo>
                <a:lnTo>
                  <a:pt x="328361" y="408487"/>
                </a:lnTo>
                <a:lnTo>
                  <a:pt x="302680" y="421151"/>
                </a:lnTo>
                <a:lnTo>
                  <a:pt x="275565" y="430356"/>
                </a:lnTo>
                <a:lnTo>
                  <a:pt x="247481" y="435942"/>
                </a:lnTo>
                <a:lnTo>
                  <a:pt x="218907" y="437815"/>
                </a:lnTo>
                <a:lnTo>
                  <a:pt x="190334" y="435942"/>
                </a:lnTo>
                <a:lnTo>
                  <a:pt x="162250" y="430356"/>
                </a:lnTo>
                <a:lnTo>
                  <a:pt x="135135" y="421151"/>
                </a:lnTo>
                <a:lnTo>
                  <a:pt x="109454" y="408487"/>
                </a:lnTo>
                <a:lnTo>
                  <a:pt x="85645" y="392578"/>
                </a:lnTo>
                <a:lnTo>
                  <a:pt x="64116" y="373698"/>
                </a:lnTo>
                <a:lnTo>
                  <a:pt x="45236" y="352170"/>
                </a:lnTo>
                <a:lnTo>
                  <a:pt x="29328" y="328361"/>
                </a:lnTo>
                <a:lnTo>
                  <a:pt x="16663" y="302680"/>
                </a:lnTo>
                <a:lnTo>
                  <a:pt x="7459" y="275565"/>
                </a:lnTo>
                <a:lnTo>
                  <a:pt x="1873" y="247481"/>
                </a:lnTo>
                <a:lnTo>
                  <a:pt x="0" y="218907"/>
                </a:lnTo>
                <a:lnTo>
                  <a:pt x="1873" y="190334"/>
                </a:lnTo>
                <a:lnTo>
                  <a:pt x="7459" y="162250"/>
                </a:lnTo>
                <a:lnTo>
                  <a:pt x="16663" y="135135"/>
                </a:lnTo>
                <a:lnTo>
                  <a:pt x="29328" y="109454"/>
                </a:lnTo>
                <a:lnTo>
                  <a:pt x="45236" y="85645"/>
                </a:lnTo>
                <a:lnTo>
                  <a:pt x="64116" y="64116"/>
                </a:lnTo>
                <a:lnTo>
                  <a:pt x="85645" y="45236"/>
                </a:lnTo>
                <a:lnTo>
                  <a:pt x="109454" y="29328"/>
                </a:lnTo>
                <a:lnTo>
                  <a:pt x="135135" y="16663"/>
                </a:lnTo>
                <a:lnTo>
                  <a:pt x="162250" y="7459"/>
                </a:lnTo>
                <a:lnTo>
                  <a:pt x="190334" y="1873"/>
                </a:lnTo>
                <a:lnTo>
                  <a:pt x="218907" y="0"/>
                </a:lnTo>
                <a:lnTo>
                  <a:pt x="247481" y="1873"/>
                </a:lnTo>
                <a:lnTo>
                  <a:pt x="275565" y="7459"/>
                </a:lnTo>
                <a:lnTo>
                  <a:pt x="302680" y="16663"/>
                </a:lnTo>
                <a:lnTo>
                  <a:pt x="328361" y="29328"/>
                </a:lnTo>
                <a:lnTo>
                  <a:pt x="352170" y="45236"/>
                </a:lnTo>
                <a:lnTo>
                  <a:pt x="373698" y="64116"/>
                </a:lnTo>
                <a:lnTo>
                  <a:pt x="392578" y="85645"/>
                </a:lnTo>
                <a:lnTo>
                  <a:pt x="408487" y="109454"/>
                </a:lnTo>
                <a:lnTo>
                  <a:pt x="421151" y="135135"/>
                </a:lnTo>
                <a:lnTo>
                  <a:pt x="430356" y="162250"/>
                </a:lnTo>
                <a:lnTo>
                  <a:pt x="435942" y="190334"/>
                </a:lnTo>
                <a:close/>
              </a:path>
            </a:pathLst>
          </a:custGeom>
          <a:solidFill>
            <a:srgbClr val="9B9B9B"/>
          </a:solidFill>
          <a:ln/>
        </p:spPr>
      </p:sp>
      <p:sp>
        <p:nvSpPr>
          <p:cNvPr id="27" name="Shape 25"/>
          <p:cNvSpPr/>
          <p:nvPr/>
        </p:nvSpPr>
        <p:spPr>
          <a:xfrm>
            <a:off x="2711057" y="2355648"/>
            <a:ext cx="392826" cy="392826"/>
          </a:xfrm>
          <a:custGeom>
            <a:avLst/>
            <a:gdLst/>
            <a:ahLst/>
            <a:cxnLst/>
            <a:rect l="l" t="t" r="r" b="b"/>
            <a:pathLst>
              <a:path w="392826" h="392826">
                <a:moveTo>
                  <a:pt x="392826" y="196413"/>
                </a:moveTo>
                <a:lnTo>
                  <a:pt x="391146" y="222050"/>
                </a:lnTo>
                <a:lnTo>
                  <a:pt x="386134" y="247249"/>
                </a:lnTo>
                <a:lnTo>
                  <a:pt x="377875" y="271577"/>
                </a:lnTo>
                <a:lnTo>
                  <a:pt x="366512" y="294620"/>
                </a:lnTo>
                <a:lnTo>
                  <a:pt x="352238" y="315982"/>
                </a:lnTo>
                <a:lnTo>
                  <a:pt x="335298" y="335298"/>
                </a:lnTo>
                <a:lnTo>
                  <a:pt x="315982" y="352238"/>
                </a:lnTo>
                <a:lnTo>
                  <a:pt x="294620" y="366512"/>
                </a:lnTo>
                <a:lnTo>
                  <a:pt x="271577" y="377875"/>
                </a:lnTo>
                <a:lnTo>
                  <a:pt x="247249" y="386134"/>
                </a:lnTo>
                <a:lnTo>
                  <a:pt x="222050" y="391146"/>
                </a:lnTo>
                <a:lnTo>
                  <a:pt x="196413" y="392826"/>
                </a:lnTo>
                <a:lnTo>
                  <a:pt x="170776" y="391146"/>
                </a:lnTo>
                <a:lnTo>
                  <a:pt x="145578" y="386134"/>
                </a:lnTo>
                <a:lnTo>
                  <a:pt x="121249" y="377875"/>
                </a:lnTo>
                <a:lnTo>
                  <a:pt x="98207" y="366512"/>
                </a:lnTo>
                <a:lnTo>
                  <a:pt x="76844" y="352238"/>
                </a:lnTo>
                <a:lnTo>
                  <a:pt x="57528" y="335298"/>
                </a:lnTo>
                <a:lnTo>
                  <a:pt x="40588" y="315982"/>
                </a:lnTo>
                <a:lnTo>
                  <a:pt x="26314" y="294620"/>
                </a:lnTo>
                <a:lnTo>
                  <a:pt x="14951" y="271577"/>
                </a:lnTo>
                <a:lnTo>
                  <a:pt x="6693" y="247249"/>
                </a:lnTo>
                <a:lnTo>
                  <a:pt x="1680" y="222050"/>
                </a:lnTo>
                <a:lnTo>
                  <a:pt x="0" y="196413"/>
                </a:lnTo>
                <a:lnTo>
                  <a:pt x="1680" y="170776"/>
                </a:lnTo>
                <a:lnTo>
                  <a:pt x="6693" y="145578"/>
                </a:lnTo>
                <a:lnTo>
                  <a:pt x="14951" y="121249"/>
                </a:lnTo>
                <a:lnTo>
                  <a:pt x="26314" y="98207"/>
                </a:lnTo>
                <a:lnTo>
                  <a:pt x="40588" y="76844"/>
                </a:lnTo>
                <a:lnTo>
                  <a:pt x="57528" y="57528"/>
                </a:lnTo>
                <a:lnTo>
                  <a:pt x="76844" y="40588"/>
                </a:lnTo>
                <a:lnTo>
                  <a:pt x="98207" y="26314"/>
                </a:lnTo>
                <a:lnTo>
                  <a:pt x="121249" y="14951"/>
                </a:lnTo>
                <a:lnTo>
                  <a:pt x="145578" y="6693"/>
                </a:lnTo>
                <a:lnTo>
                  <a:pt x="170776" y="1680"/>
                </a:lnTo>
                <a:lnTo>
                  <a:pt x="196413" y="0"/>
                </a:lnTo>
                <a:lnTo>
                  <a:pt x="222050" y="1680"/>
                </a:lnTo>
                <a:lnTo>
                  <a:pt x="247249" y="6693"/>
                </a:lnTo>
                <a:lnTo>
                  <a:pt x="271577" y="14951"/>
                </a:lnTo>
                <a:lnTo>
                  <a:pt x="294620" y="26314"/>
                </a:lnTo>
                <a:lnTo>
                  <a:pt x="315982" y="40588"/>
                </a:lnTo>
                <a:lnTo>
                  <a:pt x="335298" y="57528"/>
                </a:lnTo>
                <a:lnTo>
                  <a:pt x="352238" y="76844"/>
                </a:lnTo>
                <a:lnTo>
                  <a:pt x="366512" y="98207"/>
                </a:lnTo>
                <a:lnTo>
                  <a:pt x="377875" y="121249"/>
                </a:lnTo>
                <a:lnTo>
                  <a:pt x="386134" y="145578"/>
                </a:lnTo>
                <a:lnTo>
                  <a:pt x="391146" y="170776"/>
                </a:lnTo>
                <a:close/>
              </a:path>
            </a:pathLst>
          </a:custGeom>
          <a:solidFill>
            <a:srgbClr val="A2A2A2"/>
          </a:solidFill>
          <a:ln/>
        </p:spPr>
      </p:sp>
      <p:sp>
        <p:nvSpPr>
          <p:cNvPr id="28" name="Shape 26"/>
          <p:cNvSpPr/>
          <p:nvPr/>
        </p:nvSpPr>
        <p:spPr>
          <a:xfrm>
            <a:off x="2727791" y="2370999"/>
            <a:ext cx="347838" cy="347838"/>
          </a:xfrm>
          <a:custGeom>
            <a:avLst/>
            <a:gdLst/>
            <a:ahLst/>
            <a:cxnLst/>
            <a:rect l="l" t="t" r="r" b="b"/>
            <a:pathLst>
              <a:path w="347838" h="347838">
                <a:moveTo>
                  <a:pt x="347838" y="173919"/>
                </a:moveTo>
                <a:lnTo>
                  <a:pt x="346350" y="196620"/>
                </a:lnTo>
                <a:lnTo>
                  <a:pt x="341912" y="218932"/>
                </a:lnTo>
                <a:lnTo>
                  <a:pt x="334599" y="240475"/>
                </a:lnTo>
                <a:lnTo>
                  <a:pt x="324537" y="260878"/>
                </a:lnTo>
                <a:lnTo>
                  <a:pt x="311898" y="279794"/>
                </a:lnTo>
                <a:lnTo>
                  <a:pt x="296898" y="296898"/>
                </a:lnTo>
                <a:lnTo>
                  <a:pt x="279794" y="311898"/>
                </a:lnTo>
                <a:lnTo>
                  <a:pt x="260878" y="324537"/>
                </a:lnTo>
                <a:lnTo>
                  <a:pt x="240475" y="334599"/>
                </a:lnTo>
                <a:lnTo>
                  <a:pt x="218932" y="341912"/>
                </a:lnTo>
                <a:lnTo>
                  <a:pt x="196620" y="346350"/>
                </a:lnTo>
                <a:lnTo>
                  <a:pt x="173919" y="347838"/>
                </a:lnTo>
                <a:lnTo>
                  <a:pt x="151218" y="346350"/>
                </a:lnTo>
                <a:lnTo>
                  <a:pt x="128905" y="341912"/>
                </a:lnTo>
                <a:lnTo>
                  <a:pt x="107363" y="334599"/>
                </a:lnTo>
                <a:lnTo>
                  <a:pt x="86959" y="324537"/>
                </a:lnTo>
                <a:lnTo>
                  <a:pt x="68044" y="311898"/>
                </a:lnTo>
                <a:lnTo>
                  <a:pt x="50940" y="296898"/>
                </a:lnTo>
                <a:lnTo>
                  <a:pt x="35940" y="279794"/>
                </a:lnTo>
                <a:lnTo>
                  <a:pt x="23301" y="260878"/>
                </a:lnTo>
                <a:lnTo>
                  <a:pt x="13239" y="240475"/>
                </a:lnTo>
                <a:lnTo>
                  <a:pt x="5926" y="218932"/>
                </a:lnTo>
                <a:lnTo>
                  <a:pt x="1488" y="196620"/>
                </a:lnTo>
                <a:lnTo>
                  <a:pt x="0" y="173919"/>
                </a:lnTo>
                <a:lnTo>
                  <a:pt x="1488" y="151218"/>
                </a:lnTo>
                <a:lnTo>
                  <a:pt x="5926" y="128905"/>
                </a:lnTo>
                <a:lnTo>
                  <a:pt x="13239" y="107363"/>
                </a:lnTo>
                <a:lnTo>
                  <a:pt x="23301" y="86959"/>
                </a:lnTo>
                <a:lnTo>
                  <a:pt x="35940" y="68044"/>
                </a:lnTo>
                <a:lnTo>
                  <a:pt x="50940" y="50940"/>
                </a:lnTo>
                <a:lnTo>
                  <a:pt x="68044" y="35940"/>
                </a:lnTo>
                <a:lnTo>
                  <a:pt x="86959" y="23301"/>
                </a:lnTo>
                <a:lnTo>
                  <a:pt x="107363" y="13239"/>
                </a:lnTo>
                <a:lnTo>
                  <a:pt x="128905" y="5926"/>
                </a:lnTo>
                <a:lnTo>
                  <a:pt x="151218" y="1488"/>
                </a:lnTo>
                <a:lnTo>
                  <a:pt x="173919" y="0"/>
                </a:lnTo>
                <a:lnTo>
                  <a:pt x="196620" y="1488"/>
                </a:lnTo>
                <a:lnTo>
                  <a:pt x="218932" y="5926"/>
                </a:lnTo>
                <a:lnTo>
                  <a:pt x="240475" y="13239"/>
                </a:lnTo>
                <a:lnTo>
                  <a:pt x="260878" y="23301"/>
                </a:lnTo>
                <a:lnTo>
                  <a:pt x="279794" y="35940"/>
                </a:lnTo>
                <a:lnTo>
                  <a:pt x="296898" y="50940"/>
                </a:lnTo>
                <a:lnTo>
                  <a:pt x="311898" y="68044"/>
                </a:lnTo>
                <a:lnTo>
                  <a:pt x="324537" y="86959"/>
                </a:lnTo>
                <a:lnTo>
                  <a:pt x="334599" y="107363"/>
                </a:lnTo>
                <a:lnTo>
                  <a:pt x="341912" y="128905"/>
                </a:lnTo>
                <a:lnTo>
                  <a:pt x="346350" y="151218"/>
                </a:lnTo>
                <a:close/>
              </a:path>
            </a:pathLst>
          </a:custGeom>
          <a:solidFill>
            <a:srgbClr val="A9A9A9"/>
          </a:solidFill>
          <a:ln/>
        </p:spPr>
      </p:sp>
      <p:sp>
        <p:nvSpPr>
          <p:cNvPr id="29" name="Shape 27"/>
          <p:cNvSpPr/>
          <p:nvPr/>
        </p:nvSpPr>
        <p:spPr>
          <a:xfrm>
            <a:off x="2744524" y="2386350"/>
            <a:ext cx="302849" cy="302849"/>
          </a:xfrm>
          <a:custGeom>
            <a:avLst/>
            <a:gdLst/>
            <a:ahLst/>
            <a:cxnLst/>
            <a:rect l="l" t="t" r="r" b="b"/>
            <a:pathLst>
              <a:path w="302849" h="302849">
                <a:moveTo>
                  <a:pt x="302849" y="151425"/>
                </a:moveTo>
                <a:lnTo>
                  <a:pt x="301554" y="171190"/>
                </a:lnTo>
                <a:lnTo>
                  <a:pt x="297690" y="190616"/>
                </a:lnTo>
                <a:lnTo>
                  <a:pt x="291323" y="209372"/>
                </a:lnTo>
                <a:lnTo>
                  <a:pt x="282562" y="227137"/>
                </a:lnTo>
                <a:lnTo>
                  <a:pt x="271558" y="243606"/>
                </a:lnTo>
                <a:lnTo>
                  <a:pt x="258498" y="258498"/>
                </a:lnTo>
                <a:lnTo>
                  <a:pt x="243606" y="271558"/>
                </a:lnTo>
                <a:lnTo>
                  <a:pt x="227137" y="282562"/>
                </a:lnTo>
                <a:lnTo>
                  <a:pt x="209372" y="291323"/>
                </a:lnTo>
                <a:lnTo>
                  <a:pt x="190616" y="297690"/>
                </a:lnTo>
                <a:lnTo>
                  <a:pt x="171190" y="301554"/>
                </a:lnTo>
                <a:lnTo>
                  <a:pt x="151425" y="302849"/>
                </a:lnTo>
                <a:lnTo>
                  <a:pt x="131660" y="301554"/>
                </a:lnTo>
                <a:lnTo>
                  <a:pt x="112233" y="297690"/>
                </a:lnTo>
                <a:lnTo>
                  <a:pt x="93477" y="291323"/>
                </a:lnTo>
                <a:lnTo>
                  <a:pt x="75712" y="282562"/>
                </a:lnTo>
                <a:lnTo>
                  <a:pt x="59243" y="271558"/>
                </a:lnTo>
                <a:lnTo>
                  <a:pt x="44351" y="258498"/>
                </a:lnTo>
                <a:lnTo>
                  <a:pt x="31291" y="243606"/>
                </a:lnTo>
                <a:lnTo>
                  <a:pt x="20287" y="227137"/>
                </a:lnTo>
                <a:lnTo>
                  <a:pt x="11527" y="209372"/>
                </a:lnTo>
                <a:lnTo>
                  <a:pt x="5160" y="190616"/>
                </a:lnTo>
                <a:lnTo>
                  <a:pt x="1295" y="171190"/>
                </a:lnTo>
                <a:lnTo>
                  <a:pt x="0" y="151425"/>
                </a:lnTo>
                <a:lnTo>
                  <a:pt x="1295" y="131660"/>
                </a:lnTo>
                <a:lnTo>
                  <a:pt x="5160" y="112233"/>
                </a:lnTo>
                <a:lnTo>
                  <a:pt x="11527" y="93477"/>
                </a:lnTo>
                <a:lnTo>
                  <a:pt x="20287" y="75712"/>
                </a:lnTo>
                <a:lnTo>
                  <a:pt x="31291" y="59243"/>
                </a:lnTo>
                <a:lnTo>
                  <a:pt x="44351" y="44351"/>
                </a:lnTo>
                <a:lnTo>
                  <a:pt x="59243" y="31291"/>
                </a:lnTo>
                <a:lnTo>
                  <a:pt x="75712" y="20287"/>
                </a:lnTo>
                <a:lnTo>
                  <a:pt x="93477" y="11527"/>
                </a:lnTo>
                <a:lnTo>
                  <a:pt x="112233" y="5160"/>
                </a:lnTo>
                <a:lnTo>
                  <a:pt x="131660" y="1295"/>
                </a:lnTo>
                <a:lnTo>
                  <a:pt x="151425" y="0"/>
                </a:lnTo>
                <a:lnTo>
                  <a:pt x="171190" y="1295"/>
                </a:lnTo>
                <a:lnTo>
                  <a:pt x="190616" y="5160"/>
                </a:lnTo>
                <a:lnTo>
                  <a:pt x="209372" y="11527"/>
                </a:lnTo>
                <a:lnTo>
                  <a:pt x="227137" y="20287"/>
                </a:lnTo>
                <a:lnTo>
                  <a:pt x="243606" y="31291"/>
                </a:lnTo>
                <a:lnTo>
                  <a:pt x="258498" y="44351"/>
                </a:lnTo>
                <a:lnTo>
                  <a:pt x="271558" y="59243"/>
                </a:lnTo>
                <a:lnTo>
                  <a:pt x="282562" y="75712"/>
                </a:lnTo>
                <a:lnTo>
                  <a:pt x="291323" y="93477"/>
                </a:lnTo>
                <a:lnTo>
                  <a:pt x="297690" y="112233"/>
                </a:lnTo>
                <a:lnTo>
                  <a:pt x="301554" y="131660"/>
                </a:lnTo>
                <a:close/>
              </a:path>
            </a:pathLst>
          </a:custGeom>
          <a:solidFill>
            <a:srgbClr val="AFAFAF"/>
          </a:solidFill>
          <a:ln/>
        </p:spPr>
      </p:sp>
      <p:sp>
        <p:nvSpPr>
          <p:cNvPr id="30" name="Shape 28"/>
          <p:cNvSpPr/>
          <p:nvPr/>
        </p:nvSpPr>
        <p:spPr>
          <a:xfrm>
            <a:off x="2761258" y="2401701"/>
            <a:ext cx="257861" cy="257861"/>
          </a:xfrm>
          <a:custGeom>
            <a:avLst/>
            <a:gdLst/>
            <a:ahLst/>
            <a:cxnLst/>
            <a:rect l="l" t="t" r="r" b="b"/>
            <a:pathLst>
              <a:path w="257861" h="257861">
                <a:moveTo>
                  <a:pt x="257861" y="128930"/>
                </a:moveTo>
                <a:lnTo>
                  <a:pt x="256758" y="145759"/>
                </a:lnTo>
                <a:lnTo>
                  <a:pt x="253468" y="162300"/>
                </a:lnTo>
                <a:lnTo>
                  <a:pt x="248047" y="178270"/>
                </a:lnTo>
                <a:lnTo>
                  <a:pt x="240587" y="193396"/>
                </a:lnTo>
                <a:lnTo>
                  <a:pt x="231218" y="207418"/>
                </a:lnTo>
                <a:lnTo>
                  <a:pt x="220098" y="220098"/>
                </a:lnTo>
                <a:lnTo>
                  <a:pt x="207418" y="231218"/>
                </a:lnTo>
                <a:lnTo>
                  <a:pt x="193396" y="240587"/>
                </a:lnTo>
                <a:lnTo>
                  <a:pt x="178270" y="248047"/>
                </a:lnTo>
                <a:lnTo>
                  <a:pt x="162300" y="253468"/>
                </a:lnTo>
                <a:lnTo>
                  <a:pt x="145759" y="256758"/>
                </a:lnTo>
                <a:lnTo>
                  <a:pt x="128930" y="257861"/>
                </a:lnTo>
                <a:lnTo>
                  <a:pt x="112102" y="256758"/>
                </a:lnTo>
                <a:lnTo>
                  <a:pt x="95561" y="253468"/>
                </a:lnTo>
                <a:lnTo>
                  <a:pt x="79591" y="248047"/>
                </a:lnTo>
                <a:lnTo>
                  <a:pt x="64465" y="240587"/>
                </a:lnTo>
                <a:lnTo>
                  <a:pt x="50443" y="231218"/>
                </a:lnTo>
                <a:lnTo>
                  <a:pt x="37763" y="220098"/>
                </a:lnTo>
                <a:lnTo>
                  <a:pt x="26643" y="207418"/>
                </a:lnTo>
                <a:lnTo>
                  <a:pt x="17273" y="193396"/>
                </a:lnTo>
                <a:lnTo>
                  <a:pt x="9814" y="178270"/>
                </a:lnTo>
                <a:lnTo>
                  <a:pt x="4393" y="162300"/>
                </a:lnTo>
                <a:lnTo>
                  <a:pt x="1103" y="145759"/>
                </a:lnTo>
                <a:lnTo>
                  <a:pt x="0" y="128930"/>
                </a:lnTo>
                <a:lnTo>
                  <a:pt x="1103" y="112102"/>
                </a:lnTo>
                <a:lnTo>
                  <a:pt x="4393" y="95561"/>
                </a:lnTo>
                <a:lnTo>
                  <a:pt x="9814" y="79591"/>
                </a:lnTo>
                <a:lnTo>
                  <a:pt x="17273" y="64465"/>
                </a:lnTo>
                <a:lnTo>
                  <a:pt x="26643" y="50443"/>
                </a:lnTo>
                <a:lnTo>
                  <a:pt x="37763" y="37763"/>
                </a:lnTo>
                <a:lnTo>
                  <a:pt x="50443" y="26643"/>
                </a:lnTo>
                <a:lnTo>
                  <a:pt x="64465" y="17273"/>
                </a:lnTo>
                <a:lnTo>
                  <a:pt x="79591" y="9814"/>
                </a:lnTo>
                <a:lnTo>
                  <a:pt x="95561" y="4393"/>
                </a:lnTo>
                <a:lnTo>
                  <a:pt x="112102" y="1103"/>
                </a:lnTo>
                <a:lnTo>
                  <a:pt x="128930" y="0"/>
                </a:lnTo>
                <a:lnTo>
                  <a:pt x="145759" y="1103"/>
                </a:lnTo>
                <a:lnTo>
                  <a:pt x="162300" y="4393"/>
                </a:lnTo>
                <a:lnTo>
                  <a:pt x="178270" y="9814"/>
                </a:lnTo>
                <a:lnTo>
                  <a:pt x="193396" y="17273"/>
                </a:lnTo>
                <a:lnTo>
                  <a:pt x="207418" y="26643"/>
                </a:lnTo>
                <a:lnTo>
                  <a:pt x="220098" y="37763"/>
                </a:lnTo>
                <a:lnTo>
                  <a:pt x="231218" y="50443"/>
                </a:lnTo>
                <a:lnTo>
                  <a:pt x="240587" y="64465"/>
                </a:lnTo>
                <a:lnTo>
                  <a:pt x="248047" y="79591"/>
                </a:lnTo>
                <a:lnTo>
                  <a:pt x="253468" y="95561"/>
                </a:lnTo>
                <a:lnTo>
                  <a:pt x="256758" y="112102"/>
                </a:lnTo>
                <a:close/>
              </a:path>
            </a:pathLst>
          </a:custGeom>
          <a:solidFill>
            <a:srgbClr val="B6B6B6"/>
          </a:solidFill>
          <a:ln/>
        </p:spPr>
      </p:sp>
      <p:sp>
        <p:nvSpPr>
          <p:cNvPr id="31" name="Shape 29"/>
          <p:cNvSpPr/>
          <p:nvPr/>
        </p:nvSpPr>
        <p:spPr>
          <a:xfrm>
            <a:off x="2777991" y="2417052"/>
            <a:ext cx="212872" cy="212872"/>
          </a:xfrm>
          <a:custGeom>
            <a:avLst/>
            <a:gdLst/>
            <a:ahLst/>
            <a:cxnLst/>
            <a:rect l="l" t="t" r="r" b="b"/>
            <a:pathLst>
              <a:path w="212872" h="212872">
                <a:moveTo>
                  <a:pt x="212872" y="106436"/>
                </a:moveTo>
                <a:lnTo>
                  <a:pt x="211962" y="120329"/>
                </a:lnTo>
                <a:lnTo>
                  <a:pt x="209246" y="133984"/>
                </a:lnTo>
                <a:lnTo>
                  <a:pt x="204770" y="147168"/>
                </a:lnTo>
                <a:lnTo>
                  <a:pt x="198613" y="159654"/>
                </a:lnTo>
                <a:lnTo>
                  <a:pt x="190878" y="171230"/>
                </a:lnTo>
                <a:lnTo>
                  <a:pt x="181698" y="181698"/>
                </a:lnTo>
                <a:lnTo>
                  <a:pt x="171230" y="190878"/>
                </a:lnTo>
                <a:lnTo>
                  <a:pt x="159654" y="198613"/>
                </a:lnTo>
                <a:lnTo>
                  <a:pt x="147168" y="204770"/>
                </a:lnTo>
                <a:lnTo>
                  <a:pt x="133984" y="209246"/>
                </a:lnTo>
                <a:lnTo>
                  <a:pt x="120329" y="211962"/>
                </a:lnTo>
                <a:lnTo>
                  <a:pt x="106436" y="212872"/>
                </a:lnTo>
                <a:lnTo>
                  <a:pt x="92543" y="211962"/>
                </a:lnTo>
                <a:lnTo>
                  <a:pt x="78888" y="209246"/>
                </a:lnTo>
                <a:lnTo>
                  <a:pt x="65705" y="204770"/>
                </a:lnTo>
                <a:lnTo>
                  <a:pt x="53218" y="198613"/>
                </a:lnTo>
                <a:lnTo>
                  <a:pt x="41642" y="190878"/>
                </a:lnTo>
                <a:lnTo>
                  <a:pt x="31174" y="181698"/>
                </a:lnTo>
                <a:lnTo>
                  <a:pt x="21995" y="171230"/>
                </a:lnTo>
                <a:lnTo>
                  <a:pt x="14260" y="159654"/>
                </a:lnTo>
                <a:lnTo>
                  <a:pt x="8102" y="147168"/>
                </a:lnTo>
                <a:lnTo>
                  <a:pt x="3627" y="133984"/>
                </a:lnTo>
                <a:lnTo>
                  <a:pt x="911" y="120329"/>
                </a:lnTo>
                <a:lnTo>
                  <a:pt x="0" y="106436"/>
                </a:lnTo>
                <a:lnTo>
                  <a:pt x="911" y="92543"/>
                </a:lnTo>
                <a:lnTo>
                  <a:pt x="3627" y="78888"/>
                </a:lnTo>
                <a:lnTo>
                  <a:pt x="8102" y="65705"/>
                </a:lnTo>
                <a:lnTo>
                  <a:pt x="14260" y="53218"/>
                </a:lnTo>
                <a:lnTo>
                  <a:pt x="21995" y="41642"/>
                </a:lnTo>
                <a:lnTo>
                  <a:pt x="31174" y="31174"/>
                </a:lnTo>
                <a:lnTo>
                  <a:pt x="41642" y="21995"/>
                </a:lnTo>
                <a:lnTo>
                  <a:pt x="53218" y="14260"/>
                </a:lnTo>
                <a:lnTo>
                  <a:pt x="65705" y="8102"/>
                </a:lnTo>
                <a:lnTo>
                  <a:pt x="78888" y="3627"/>
                </a:lnTo>
                <a:lnTo>
                  <a:pt x="92543" y="911"/>
                </a:lnTo>
                <a:lnTo>
                  <a:pt x="106436" y="0"/>
                </a:lnTo>
                <a:lnTo>
                  <a:pt x="120329" y="911"/>
                </a:lnTo>
                <a:lnTo>
                  <a:pt x="133984" y="3627"/>
                </a:lnTo>
                <a:lnTo>
                  <a:pt x="147168" y="8102"/>
                </a:lnTo>
                <a:lnTo>
                  <a:pt x="159654" y="14260"/>
                </a:lnTo>
                <a:lnTo>
                  <a:pt x="171230" y="21995"/>
                </a:lnTo>
                <a:lnTo>
                  <a:pt x="181698" y="31174"/>
                </a:lnTo>
                <a:lnTo>
                  <a:pt x="190878" y="41642"/>
                </a:lnTo>
                <a:lnTo>
                  <a:pt x="198613" y="53218"/>
                </a:lnTo>
                <a:lnTo>
                  <a:pt x="204770" y="65705"/>
                </a:lnTo>
                <a:lnTo>
                  <a:pt x="209246" y="78888"/>
                </a:lnTo>
                <a:lnTo>
                  <a:pt x="211962" y="92543"/>
                </a:lnTo>
                <a:close/>
              </a:path>
            </a:pathLst>
          </a:custGeom>
          <a:solidFill>
            <a:srgbClr val="BCBCBC"/>
          </a:solidFill>
          <a:ln/>
        </p:spPr>
      </p:sp>
      <p:sp>
        <p:nvSpPr>
          <p:cNvPr id="32" name="Shape 30"/>
          <p:cNvSpPr/>
          <p:nvPr/>
        </p:nvSpPr>
        <p:spPr>
          <a:xfrm>
            <a:off x="2794725" y="2432403"/>
            <a:ext cx="167884" cy="167884"/>
          </a:xfrm>
          <a:custGeom>
            <a:avLst/>
            <a:gdLst/>
            <a:ahLst/>
            <a:cxnLst/>
            <a:rect l="l" t="t" r="r" b="b"/>
            <a:pathLst>
              <a:path w="167884" h="167884">
                <a:moveTo>
                  <a:pt x="167884" y="83942"/>
                </a:moveTo>
                <a:lnTo>
                  <a:pt x="167166" y="94899"/>
                </a:lnTo>
                <a:lnTo>
                  <a:pt x="165024" y="105668"/>
                </a:lnTo>
                <a:lnTo>
                  <a:pt x="161494" y="116065"/>
                </a:lnTo>
                <a:lnTo>
                  <a:pt x="156638" y="125913"/>
                </a:lnTo>
                <a:lnTo>
                  <a:pt x="150538" y="135043"/>
                </a:lnTo>
                <a:lnTo>
                  <a:pt x="143298" y="143298"/>
                </a:lnTo>
                <a:lnTo>
                  <a:pt x="135043" y="150538"/>
                </a:lnTo>
                <a:lnTo>
                  <a:pt x="125913" y="156638"/>
                </a:lnTo>
                <a:lnTo>
                  <a:pt x="116065" y="161494"/>
                </a:lnTo>
                <a:lnTo>
                  <a:pt x="105668" y="165024"/>
                </a:lnTo>
                <a:lnTo>
                  <a:pt x="94899" y="167166"/>
                </a:lnTo>
                <a:lnTo>
                  <a:pt x="83942" y="167884"/>
                </a:lnTo>
                <a:lnTo>
                  <a:pt x="72985" y="167166"/>
                </a:lnTo>
                <a:lnTo>
                  <a:pt x="62216" y="165024"/>
                </a:lnTo>
                <a:lnTo>
                  <a:pt x="51819" y="161494"/>
                </a:lnTo>
                <a:lnTo>
                  <a:pt x="41971" y="156638"/>
                </a:lnTo>
                <a:lnTo>
                  <a:pt x="32841" y="150538"/>
                </a:lnTo>
                <a:lnTo>
                  <a:pt x="24586" y="143298"/>
                </a:lnTo>
                <a:lnTo>
                  <a:pt x="17346" y="135043"/>
                </a:lnTo>
                <a:lnTo>
                  <a:pt x="11246" y="125913"/>
                </a:lnTo>
                <a:lnTo>
                  <a:pt x="6390" y="116065"/>
                </a:lnTo>
                <a:lnTo>
                  <a:pt x="2860" y="105668"/>
                </a:lnTo>
                <a:lnTo>
                  <a:pt x="718" y="94899"/>
                </a:lnTo>
                <a:lnTo>
                  <a:pt x="0" y="83942"/>
                </a:lnTo>
                <a:lnTo>
                  <a:pt x="718" y="72985"/>
                </a:lnTo>
                <a:lnTo>
                  <a:pt x="2860" y="62216"/>
                </a:lnTo>
                <a:lnTo>
                  <a:pt x="6390" y="51819"/>
                </a:lnTo>
                <a:lnTo>
                  <a:pt x="11246" y="41971"/>
                </a:lnTo>
                <a:lnTo>
                  <a:pt x="17346" y="32841"/>
                </a:lnTo>
                <a:lnTo>
                  <a:pt x="24586" y="24586"/>
                </a:lnTo>
                <a:lnTo>
                  <a:pt x="32841" y="17346"/>
                </a:lnTo>
                <a:lnTo>
                  <a:pt x="41971" y="11246"/>
                </a:lnTo>
                <a:lnTo>
                  <a:pt x="51819" y="6390"/>
                </a:lnTo>
                <a:lnTo>
                  <a:pt x="62216" y="2860"/>
                </a:lnTo>
                <a:lnTo>
                  <a:pt x="72985" y="718"/>
                </a:lnTo>
                <a:lnTo>
                  <a:pt x="83942" y="0"/>
                </a:lnTo>
                <a:lnTo>
                  <a:pt x="94899" y="718"/>
                </a:lnTo>
                <a:lnTo>
                  <a:pt x="105668" y="2860"/>
                </a:lnTo>
                <a:lnTo>
                  <a:pt x="116065" y="6390"/>
                </a:lnTo>
                <a:lnTo>
                  <a:pt x="125913" y="11246"/>
                </a:lnTo>
                <a:lnTo>
                  <a:pt x="135043" y="17346"/>
                </a:lnTo>
                <a:lnTo>
                  <a:pt x="143298" y="24586"/>
                </a:lnTo>
                <a:lnTo>
                  <a:pt x="150538" y="32841"/>
                </a:lnTo>
                <a:lnTo>
                  <a:pt x="156638" y="41971"/>
                </a:lnTo>
                <a:lnTo>
                  <a:pt x="161494" y="51819"/>
                </a:lnTo>
                <a:lnTo>
                  <a:pt x="165024" y="62216"/>
                </a:lnTo>
                <a:lnTo>
                  <a:pt x="167166" y="72985"/>
                </a:lnTo>
                <a:close/>
              </a:path>
            </a:pathLst>
          </a:custGeom>
          <a:solidFill>
            <a:srgbClr val="C3C3C3"/>
          </a:solidFill>
          <a:ln/>
        </p:spPr>
      </p:sp>
      <p:sp>
        <p:nvSpPr>
          <p:cNvPr id="33" name="Shape 31"/>
          <p:cNvSpPr/>
          <p:nvPr/>
        </p:nvSpPr>
        <p:spPr>
          <a:xfrm>
            <a:off x="2510255" y="2171436"/>
            <a:ext cx="932688" cy="932688"/>
          </a:xfrm>
          <a:custGeom>
            <a:avLst/>
            <a:gdLst/>
            <a:ahLst/>
            <a:cxnLst/>
            <a:rect l="l" t="t" r="r" b="b"/>
            <a:pathLst>
              <a:path w="932688" h="932688">
                <a:moveTo>
                  <a:pt x="932688" y="466344"/>
                </a:moveTo>
                <a:lnTo>
                  <a:pt x="928698" y="527214"/>
                </a:lnTo>
                <a:lnTo>
                  <a:pt x="916798" y="587043"/>
                </a:lnTo>
                <a:lnTo>
                  <a:pt x="897190" y="644806"/>
                </a:lnTo>
                <a:lnTo>
                  <a:pt x="870210" y="699516"/>
                </a:lnTo>
                <a:lnTo>
                  <a:pt x="836320" y="750236"/>
                </a:lnTo>
                <a:lnTo>
                  <a:pt x="796099" y="796099"/>
                </a:lnTo>
                <a:lnTo>
                  <a:pt x="750236" y="836320"/>
                </a:lnTo>
                <a:lnTo>
                  <a:pt x="699516" y="870210"/>
                </a:lnTo>
                <a:lnTo>
                  <a:pt x="644806" y="897190"/>
                </a:lnTo>
                <a:lnTo>
                  <a:pt x="587043" y="916798"/>
                </a:lnTo>
                <a:lnTo>
                  <a:pt x="527214" y="928698"/>
                </a:lnTo>
                <a:lnTo>
                  <a:pt x="466344" y="932688"/>
                </a:lnTo>
                <a:lnTo>
                  <a:pt x="405474" y="928698"/>
                </a:lnTo>
                <a:lnTo>
                  <a:pt x="345645" y="916798"/>
                </a:lnTo>
                <a:lnTo>
                  <a:pt x="287882" y="897190"/>
                </a:lnTo>
                <a:lnTo>
                  <a:pt x="233172" y="870210"/>
                </a:lnTo>
                <a:lnTo>
                  <a:pt x="182452" y="836320"/>
                </a:lnTo>
                <a:lnTo>
                  <a:pt x="136589" y="796099"/>
                </a:lnTo>
                <a:lnTo>
                  <a:pt x="96368" y="750236"/>
                </a:lnTo>
                <a:lnTo>
                  <a:pt x="62478" y="699516"/>
                </a:lnTo>
                <a:lnTo>
                  <a:pt x="35498" y="644806"/>
                </a:lnTo>
                <a:lnTo>
                  <a:pt x="15890" y="587043"/>
                </a:lnTo>
                <a:lnTo>
                  <a:pt x="3990" y="527214"/>
                </a:lnTo>
                <a:lnTo>
                  <a:pt x="0" y="466344"/>
                </a:lnTo>
                <a:lnTo>
                  <a:pt x="3990" y="405474"/>
                </a:lnTo>
                <a:lnTo>
                  <a:pt x="15890" y="345645"/>
                </a:lnTo>
                <a:lnTo>
                  <a:pt x="35498" y="287882"/>
                </a:lnTo>
                <a:lnTo>
                  <a:pt x="62478" y="233172"/>
                </a:lnTo>
                <a:lnTo>
                  <a:pt x="96368" y="182452"/>
                </a:lnTo>
                <a:lnTo>
                  <a:pt x="136589" y="136589"/>
                </a:lnTo>
                <a:lnTo>
                  <a:pt x="182452" y="96368"/>
                </a:lnTo>
                <a:lnTo>
                  <a:pt x="233172" y="62478"/>
                </a:lnTo>
                <a:lnTo>
                  <a:pt x="287882" y="35498"/>
                </a:lnTo>
                <a:lnTo>
                  <a:pt x="345645" y="15890"/>
                </a:lnTo>
                <a:lnTo>
                  <a:pt x="405474" y="3990"/>
                </a:lnTo>
                <a:lnTo>
                  <a:pt x="466344" y="0"/>
                </a:lnTo>
                <a:lnTo>
                  <a:pt x="527214" y="3990"/>
                </a:lnTo>
                <a:lnTo>
                  <a:pt x="587043" y="15890"/>
                </a:lnTo>
                <a:lnTo>
                  <a:pt x="644806" y="35498"/>
                </a:lnTo>
                <a:lnTo>
                  <a:pt x="699516" y="62478"/>
                </a:lnTo>
                <a:lnTo>
                  <a:pt x="750236" y="96368"/>
                </a:lnTo>
                <a:lnTo>
                  <a:pt x="796099" y="136589"/>
                </a:lnTo>
                <a:lnTo>
                  <a:pt x="836320" y="182452"/>
                </a:lnTo>
                <a:lnTo>
                  <a:pt x="870210" y="233172"/>
                </a:lnTo>
                <a:lnTo>
                  <a:pt x="897190" y="287882"/>
                </a:lnTo>
                <a:lnTo>
                  <a:pt x="916798" y="345645"/>
                </a:lnTo>
                <a:lnTo>
                  <a:pt x="928698" y="405474"/>
                </a:lnTo>
                <a:close/>
              </a:path>
            </a:pathLst>
          </a:custGeom>
          <a:ln w="12700">
            <a:solidFill>
              <a:srgbClr val="0000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229641" y="2187327"/>
            <a:ext cx="1781182" cy="236678"/>
          </a:xfrm>
          <a:custGeom>
            <a:avLst/>
            <a:gdLst/>
            <a:ahLst/>
            <a:cxnLst/>
            <a:rect l="l" t="t" r="r" b="b"/>
            <a:pathLst>
              <a:path w="1781182" h="236678">
                <a:moveTo>
                  <a:pt x="1746958" y="0"/>
                </a:moveTo>
                <a:lnTo>
                  <a:pt x="1781182" y="25839"/>
                </a:lnTo>
                <a:lnTo>
                  <a:pt x="34224" y="236678"/>
                </a:lnTo>
                <a:lnTo>
                  <a:pt x="0" y="210839"/>
                </a:lnTo>
                <a:close/>
              </a:path>
            </a:pathLst>
          </a:custGeom>
          <a:solidFill>
            <a:srgbClr val="B1B1B1"/>
          </a:solidFill>
          <a:ln w="6350">
            <a:solidFill>
              <a:srgbClr val="B1B1B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263864" y="2213166"/>
            <a:ext cx="1780142" cy="249580"/>
          </a:xfrm>
          <a:custGeom>
            <a:avLst/>
            <a:gdLst/>
            <a:ahLst/>
            <a:cxnLst/>
            <a:rect l="l" t="t" r="r" b="b"/>
            <a:pathLst>
              <a:path w="1780142" h="249580">
                <a:moveTo>
                  <a:pt x="1746958" y="0"/>
                </a:moveTo>
                <a:lnTo>
                  <a:pt x="1780142" y="38741"/>
                </a:lnTo>
                <a:lnTo>
                  <a:pt x="33184" y="249580"/>
                </a:lnTo>
                <a:lnTo>
                  <a:pt x="0" y="210839"/>
                </a:lnTo>
                <a:close/>
              </a:path>
            </a:pathLst>
          </a:custGeom>
          <a:solidFill>
            <a:srgbClr val="B1B1B1"/>
          </a:solidFill>
          <a:ln w="6350">
            <a:solidFill>
              <a:srgbClr val="B1B1B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297048" y="2251906"/>
            <a:ext cx="1778094" cy="261304"/>
          </a:xfrm>
          <a:custGeom>
            <a:avLst/>
            <a:gdLst/>
            <a:ahLst/>
            <a:cxnLst/>
            <a:rect l="l" t="t" r="r" b="b"/>
            <a:pathLst>
              <a:path w="1778094" h="261304">
                <a:moveTo>
                  <a:pt x="1746958" y="0"/>
                </a:moveTo>
                <a:lnTo>
                  <a:pt x="1778094" y="50465"/>
                </a:lnTo>
                <a:lnTo>
                  <a:pt x="31136" y="261304"/>
                </a:lnTo>
                <a:lnTo>
                  <a:pt x="0" y="210839"/>
                </a:lnTo>
                <a:close/>
              </a:path>
            </a:pathLst>
          </a:custGeom>
          <a:solidFill>
            <a:srgbClr val="AEAEAE"/>
          </a:solidFill>
          <a:ln w="6350">
            <a:solidFill>
              <a:srgbClr val="AEAEA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328184" y="2302371"/>
            <a:ext cx="1775100" cy="271496"/>
          </a:xfrm>
          <a:custGeom>
            <a:avLst/>
            <a:gdLst/>
            <a:ahLst/>
            <a:cxnLst/>
            <a:rect l="l" t="t" r="r" b="b"/>
            <a:pathLst>
              <a:path w="1775100" h="271496">
                <a:moveTo>
                  <a:pt x="1746958" y="0"/>
                </a:moveTo>
                <a:lnTo>
                  <a:pt x="1775100" y="60656"/>
                </a:lnTo>
                <a:lnTo>
                  <a:pt x="28141" y="271496"/>
                </a:lnTo>
                <a:lnTo>
                  <a:pt x="0" y="210839"/>
                </a:lnTo>
                <a:close/>
              </a:path>
            </a:pathLst>
          </a:custGeom>
          <a:solidFill>
            <a:srgbClr val="A8A8A8"/>
          </a:solidFill>
          <a:ln w="6350">
            <a:solidFill>
              <a:srgbClr val="A8A8A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356325" y="2363027"/>
            <a:ext cx="1771250" cy="279844"/>
          </a:xfrm>
          <a:custGeom>
            <a:avLst/>
            <a:gdLst/>
            <a:ahLst/>
            <a:cxnLst/>
            <a:rect l="l" t="t" r="r" b="b"/>
            <a:pathLst>
              <a:path w="1771250" h="279844">
                <a:moveTo>
                  <a:pt x="1746958" y="0"/>
                </a:moveTo>
                <a:lnTo>
                  <a:pt x="1771250" y="69005"/>
                </a:lnTo>
                <a:lnTo>
                  <a:pt x="24292" y="279844"/>
                </a:lnTo>
                <a:lnTo>
                  <a:pt x="0" y="210839"/>
                </a:lnTo>
                <a:close/>
              </a:path>
            </a:pathLst>
          </a:custGeom>
          <a:solidFill>
            <a:srgbClr val="A0A0A0"/>
          </a:solidFill>
          <a:ln w="6350">
            <a:solidFill>
              <a:srgbClr val="A0A0A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380617" y="2432032"/>
            <a:ext cx="1766663" cy="286095"/>
          </a:xfrm>
          <a:custGeom>
            <a:avLst/>
            <a:gdLst/>
            <a:ahLst/>
            <a:cxnLst/>
            <a:rect l="l" t="t" r="r" b="b"/>
            <a:pathLst>
              <a:path w="1766663" h="286095">
                <a:moveTo>
                  <a:pt x="1746958" y="0"/>
                </a:moveTo>
                <a:lnTo>
                  <a:pt x="1766663" y="75256"/>
                </a:lnTo>
                <a:lnTo>
                  <a:pt x="19705" y="286095"/>
                </a:lnTo>
                <a:lnTo>
                  <a:pt x="0" y="210839"/>
                </a:lnTo>
                <a:close/>
              </a:path>
            </a:pathLst>
          </a:custGeom>
          <a:solidFill>
            <a:srgbClr val="969696"/>
          </a:solidFill>
          <a:ln w="6350">
            <a:solidFill>
              <a:srgbClr val="96969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400322" y="2507288"/>
            <a:ext cx="1761477" cy="290060"/>
          </a:xfrm>
          <a:custGeom>
            <a:avLst/>
            <a:gdLst/>
            <a:ahLst/>
            <a:cxnLst/>
            <a:rect l="l" t="t" r="r" b="b"/>
            <a:pathLst>
              <a:path w="1761477" h="290060">
                <a:moveTo>
                  <a:pt x="1746958" y="0"/>
                </a:moveTo>
                <a:lnTo>
                  <a:pt x="1761477" y="79221"/>
                </a:lnTo>
                <a:lnTo>
                  <a:pt x="14519" y="290060"/>
                </a:lnTo>
                <a:lnTo>
                  <a:pt x="0" y="210839"/>
                </a:lnTo>
                <a:close/>
              </a:path>
            </a:pathLst>
          </a:custGeom>
          <a:solidFill>
            <a:srgbClr val="8B8B8B"/>
          </a:solidFill>
          <a:ln w="6350">
            <a:solidFill>
              <a:srgbClr val="8B8B8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414841" y="2586509"/>
            <a:ext cx="1755850" cy="291618"/>
          </a:xfrm>
          <a:custGeom>
            <a:avLst/>
            <a:gdLst/>
            <a:ahLst/>
            <a:cxnLst/>
            <a:rect l="l" t="t" r="r" b="b"/>
            <a:pathLst>
              <a:path w="1755850" h="291618">
                <a:moveTo>
                  <a:pt x="1746958" y="0"/>
                </a:moveTo>
                <a:lnTo>
                  <a:pt x="1755850" y="80779"/>
                </a:lnTo>
                <a:lnTo>
                  <a:pt x="8892" y="291618"/>
                </a:lnTo>
                <a:lnTo>
                  <a:pt x="0" y="210839"/>
                </a:lnTo>
                <a:close/>
              </a:path>
            </a:pathLst>
          </a:custGeom>
          <a:solidFill>
            <a:srgbClr val="7D7D7D"/>
          </a:solidFill>
          <a:ln w="6350">
            <a:solidFill>
              <a:srgbClr val="7D7D7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423732" y="2667288"/>
            <a:ext cx="1749952" cy="290722"/>
          </a:xfrm>
          <a:custGeom>
            <a:avLst/>
            <a:gdLst/>
            <a:ahLst/>
            <a:cxnLst/>
            <a:rect l="l" t="t" r="r" b="b"/>
            <a:pathLst>
              <a:path w="1749952" h="290722">
                <a:moveTo>
                  <a:pt x="1746958" y="0"/>
                </a:moveTo>
                <a:lnTo>
                  <a:pt x="1749952" y="79882"/>
                </a:lnTo>
                <a:lnTo>
                  <a:pt x="2994" y="290722"/>
                </a:lnTo>
                <a:lnTo>
                  <a:pt x="0" y="210839"/>
                </a:lnTo>
                <a:close/>
              </a:path>
            </a:pathLst>
          </a:custGeom>
          <a:solidFill>
            <a:srgbClr val="6F6F6F"/>
          </a:solidFill>
          <a:ln w="6350">
            <a:solidFill>
              <a:srgbClr val="6F6F6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423732" y="2747171"/>
            <a:ext cx="1749952" cy="287398"/>
          </a:xfrm>
          <a:custGeom>
            <a:avLst/>
            <a:gdLst/>
            <a:ahLst/>
            <a:cxnLst/>
            <a:rect l="l" t="t" r="r" b="b"/>
            <a:pathLst>
              <a:path w="1749952" h="287398">
                <a:moveTo>
                  <a:pt x="1749952" y="0"/>
                </a:moveTo>
                <a:lnTo>
                  <a:pt x="1746958" y="76559"/>
                </a:lnTo>
                <a:lnTo>
                  <a:pt x="0" y="287398"/>
                </a:lnTo>
                <a:lnTo>
                  <a:pt x="2994" y="210839"/>
                </a:lnTo>
                <a:close/>
              </a:path>
            </a:pathLst>
          </a:custGeom>
          <a:solidFill>
            <a:srgbClr val="606060"/>
          </a:solidFill>
          <a:ln w="6350">
            <a:solidFill>
              <a:srgbClr val="60606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414841" y="2823729"/>
            <a:ext cx="1755850" cy="281748"/>
          </a:xfrm>
          <a:custGeom>
            <a:avLst/>
            <a:gdLst/>
            <a:ahLst/>
            <a:cxnLst/>
            <a:rect l="l" t="t" r="r" b="b"/>
            <a:pathLst>
              <a:path w="1755850" h="281748">
                <a:moveTo>
                  <a:pt x="1755850" y="0"/>
                </a:moveTo>
                <a:lnTo>
                  <a:pt x="1746958" y="70909"/>
                </a:lnTo>
                <a:lnTo>
                  <a:pt x="0" y="281748"/>
                </a:lnTo>
                <a:lnTo>
                  <a:pt x="8892" y="210839"/>
                </a:lnTo>
                <a:close/>
              </a:path>
            </a:pathLst>
          </a:custGeom>
          <a:solidFill>
            <a:srgbClr val="5A5A5A"/>
          </a:solidFill>
          <a:ln w="6350">
            <a:solidFill>
              <a:srgbClr val="5A5A5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400322" y="2894638"/>
            <a:ext cx="1761477" cy="273943"/>
          </a:xfrm>
          <a:custGeom>
            <a:avLst/>
            <a:gdLst/>
            <a:ahLst/>
            <a:cxnLst/>
            <a:rect l="l" t="t" r="r" b="b"/>
            <a:pathLst>
              <a:path w="1761477" h="273943">
                <a:moveTo>
                  <a:pt x="1761477" y="0"/>
                </a:moveTo>
                <a:lnTo>
                  <a:pt x="1746958" y="63104"/>
                </a:lnTo>
                <a:lnTo>
                  <a:pt x="0" y="273943"/>
                </a:lnTo>
                <a:lnTo>
                  <a:pt x="14519" y="210839"/>
                </a:lnTo>
                <a:close/>
              </a:path>
            </a:pathLst>
          </a:custGeom>
          <a:solidFill>
            <a:srgbClr val="5A5A5A"/>
          </a:solidFill>
          <a:ln w="6350">
            <a:solidFill>
              <a:srgbClr val="5A5A5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380617" y="2957742"/>
            <a:ext cx="1766663" cy="264221"/>
          </a:xfrm>
          <a:custGeom>
            <a:avLst/>
            <a:gdLst/>
            <a:ahLst/>
            <a:cxnLst/>
            <a:rect l="l" t="t" r="r" b="b"/>
            <a:pathLst>
              <a:path w="1766663" h="264221">
                <a:moveTo>
                  <a:pt x="1766663" y="0"/>
                </a:moveTo>
                <a:lnTo>
                  <a:pt x="1746958" y="53382"/>
                </a:lnTo>
                <a:lnTo>
                  <a:pt x="0" y="264221"/>
                </a:lnTo>
                <a:lnTo>
                  <a:pt x="19705" y="210839"/>
                </a:lnTo>
                <a:close/>
              </a:path>
            </a:pathLst>
          </a:custGeom>
          <a:solidFill>
            <a:srgbClr val="5A5A5A"/>
          </a:solidFill>
          <a:ln w="6350">
            <a:solidFill>
              <a:srgbClr val="5A5A5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356325" y="3011124"/>
            <a:ext cx="1771250" cy="252878"/>
          </a:xfrm>
          <a:custGeom>
            <a:avLst/>
            <a:gdLst/>
            <a:ahLst/>
            <a:cxnLst/>
            <a:rect l="l" t="t" r="r" b="b"/>
            <a:pathLst>
              <a:path w="1771250" h="252878">
                <a:moveTo>
                  <a:pt x="1771250" y="0"/>
                </a:moveTo>
                <a:lnTo>
                  <a:pt x="1746958" y="42038"/>
                </a:lnTo>
                <a:lnTo>
                  <a:pt x="0" y="252878"/>
                </a:lnTo>
                <a:lnTo>
                  <a:pt x="24292" y="210839"/>
                </a:lnTo>
                <a:close/>
              </a:path>
            </a:pathLst>
          </a:custGeom>
          <a:solidFill>
            <a:srgbClr val="5A5A5A"/>
          </a:solidFill>
          <a:ln w="6350">
            <a:solidFill>
              <a:srgbClr val="5A5A5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328184" y="3053163"/>
            <a:ext cx="1775100" cy="240256"/>
          </a:xfrm>
          <a:custGeom>
            <a:avLst/>
            <a:gdLst/>
            <a:ahLst/>
            <a:cxnLst/>
            <a:rect l="l" t="t" r="r" b="b"/>
            <a:pathLst>
              <a:path w="1775100" h="240256">
                <a:moveTo>
                  <a:pt x="1775100" y="0"/>
                </a:moveTo>
                <a:lnTo>
                  <a:pt x="1746958" y="29417"/>
                </a:lnTo>
                <a:lnTo>
                  <a:pt x="0" y="240256"/>
                </a:lnTo>
                <a:lnTo>
                  <a:pt x="28141" y="210839"/>
                </a:lnTo>
                <a:close/>
              </a:path>
            </a:pathLst>
          </a:custGeom>
          <a:solidFill>
            <a:srgbClr val="5A5A5A"/>
          </a:solidFill>
          <a:ln w="6350">
            <a:solidFill>
              <a:srgbClr val="5A5A5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297048" y="3082580"/>
            <a:ext cx="1778094" cy="226741"/>
          </a:xfrm>
          <a:custGeom>
            <a:avLst/>
            <a:gdLst/>
            <a:ahLst/>
            <a:cxnLst/>
            <a:rect l="l" t="t" r="r" b="b"/>
            <a:pathLst>
              <a:path w="1778094" h="226741">
                <a:moveTo>
                  <a:pt x="1778094" y="0"/>
                </a:moveTo>
                <a:lnTo>
                  <a:pt x="1746958" y="15902"/>
                </a:lnTo>
                <a:lnTo>
                  <a:pt x="0" y="226741"/>
                </a:lnTo>
                <a:lnTo>
                  <a:pt x="31136" y="210839"/>
                </a:lnTo>
                <a:close/>
              </a:path>
            </a:pathLst>
          </a:custGeom>
          <a:solidFill>
            <a:srgbClr val="5A5A5A"/>
          </a:solidFill>
          <a:ln w="6350">
            <a:solidFill>
              <a:srgbClr val="5A5A5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162234" y="2175175"/>
            <a:ext cx="1780142" cy="212743"/>
          </a:xfrm>
          <a:custGeom>
            <a:avLst/>
            <a:gdLst/>
            <a:ahLst/>
            <a:cxnLst/>
            <a:rect l="l" t="t" r="r" b="b"/>
            <a:pathLst>
              <a:path w="1780142" h="212743">
                <a:moveTo>
                  <a:pt x="1746958" y="1904"/>
                </a:moveTo>
                <a:lnTo>
                  <a:pt x="1780142" y="0"/>
                </a:lnTo>
                <a:lnTo>
                  <a:pt x="33184" y="210839"/>
                </a:lnTo>
                <a:lnTo>
                  <a:pt x="0" y="212743"/>
                </a:lnTo>
                <a:close/>
              </a:path>
            </a:pathLst>
          </a:custGeom>
          <a:solidFill>
            <a:srgbClr val="AAAAAA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195417" y="2175175"/>
            <a:ext cx="1781182" cy="222991"/>
          </a:xfrm>
          <a:custGeom>
            <a:avLst/>
            <a:gdLst/>
            <a:ahLst/>
            <a:cxnLst/>
            <a:rect l="l" t="t" r="r" b="b"/>
            <a:pathLst>
              <a:path w="1781182" h="222991">
                <a:moveTo>
                  <a:pt x="1746958" y="0"/>
                </a:moveTo>
                <a:lnTo>
                  <a:pt x="1781182" y="12152"/>
                </a:lnTo>
                <a:lnTo>
                  <a:pt x="34224" y="222991"/>
                </a:lnTo>
                <a:lnTo>
                  <a:pt x="0" y="210839"/>
                </a:lnTo>
                <a:close/>
              </a:path>
            </a:pathLst>
          </a:custGeom>
          <a:solidFill>
            <a:srgbClr val="AFAFAF"/>
          </a:solidFill>
          <a:ln w="6350">
            <a:solidFill>
              <a:srgbClr val="AFAFA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32555" y="2175175"/>
            <a:ext cx="2141129" cy="1136051"/>
          </a:xfrm>
          <a:custGeom>
            <a:avLst/>
            <a:gdLst/>
            <a:ahLst/>
            <a:cxnLst/>
            <a:rect l="l" t="t" r="r" b="b"/>
            <a:pathLst>
              <a:path w="2141129" h="1136051">
                <a:moveTo>
                  <a:pt x="0" y="564055"/>
                </a:moveTo>
                <a:lnTo>
                  <a:pt x="2994" y="487496"/>
                </a:lnTo>
                <a:lnTo>
                  <a:pt x="11886" y="416588"/>
                </a:lnTo>
                <a:lnTo>
                  <a:pt x="26404" y="353483"/>
                </a:lnTo>
                <a:lnTo>
                  <a:pt x="46109" y="300101"/>
                </a:lnTo>
                <a:lnTo>
                  <a:pt x="70401" y="258063"/>
                </a:lnTo>
                <a:lnTo>
                  <a:pt x="98543" y="228645"/>
                </a:lnTo>
                <a:lnTo>
                  <a:pt x="129678" y="212743"/>
                </a:lnTo>
                <a:lnTo>
                  <a:pt x="1876637" y="1904"/>
                </a:lnTo>
                <a:lnTo>
                  <a:pt x="1909820" y="0"/>
                </a:lnTo>
                <a:lnTo>
                  <a:pt x="1944044" y="12152"/>
                </a:lnTo>
                <a:lnTo>
                  <a:pt x="1978267" y="37991"/>
                </a:lnTo>
                <a:lnTo>
                  <a:pt x="2011451" y="76731"/>
                </a:lnTo>
                <a:lnTo>
                  <a:pt x="2042587" y="127196"/>
                </a:lnTo>
                <a:lnTo>
                  <a:pt x="2070728" y="187853"/>
                </a:lnTo>
                <a:lnTo>
                  <a:pt x="2095020" y="256857"/>
                </a:lnTo>
                <a:lnTo>
                  <a:pt x="2114725" y="332114"/>
                </a:lnTo>
                <a:lnTo>
                  <a:pt x="2129244" y="411335"/>
                </a:lnTo>
                <a:lnTo>
                  <a:pt x="2138135" y="492114"/>
                </a:lnTo>
                <a:lnTo>
                  <a:pt x="2141129" y="571996"/>
                </a:lnTo>
                <a:lnTo>
                  <a:pt x="2138135" y="648554"/>
                </a:lnTo>
                <a:lnTo>
                  <a:pt x="2129244" y="719463"/>
                </a:lnTo>
                <a:lnTo>
                  <a:pt x="2114725" y="782567"/>
                </a:lnTo>
                <a:lnTo>
                  <a:pt x="2095020" y="835950"/>
                </a:lnTo>
                <a:lnTo>
                  <a:pt x="2070728" y="877988"/>
                </a:lnTo>
                <a:lnTo>
                  <a:pt x="2042587" y="907405"/>
                </a:lnTo>
                <a:lnTo>
                  <a:pt x="2011451" y="923307"/>
                </a:lnTo>
                <a:lnTo>
                  <a:pt x="264493" y="1134147"/>
                </a:lnTo>
                <a:lnTo>
                  <a:pt x="231309" y="1136051"/>
                </a:lnTo>
                <a:lnTo>
                  <a:pt x="197085" y="1123899"/>
                </a:lnTo>
                <a:lnTo>
                  <a:pt x="162862" y="1098060"/>
                </a:lnTo>
                <a:lnTo>
                  <a:pt x="129678" y="1059319"/>
                </a:lnTo>
                <a:lnTo>
                  <a:pt x="98543" y="1008854"/>
                </a:lnTo>
                <a:lnTo>
                  <a:pt x="70401" y="948198"/>
                </a:lnTo>
                <a:lnTo>
                  <a:pt x="46109" y="879193"/>
                </a:lnTo>
                <a:lnTo>
                  <a:pt x="26404" y="803937"/>
                </a:lnTo>
                <a:lnTo>
                  <a:pt x="11886" y="724716"/>
                </a:lnTo>
                <a:lnTo>
                  <a:pt x="2994" y="643937"/>
                </a:lnTo>
                <a:close/>
              </a:path>
            </a:pathLst>
          </a:custGeom>
          <a:ln w="12700">
            <a:solidFill>
              <a:srgbClr val="00000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032555" y="2386014"/>
            <a:ext cx="394171" cy="925211"/>
          </a:xfrm>
          <a:custGeom>
            <a:avLst/>
            <a:gdLst/>
            <a:ahLst/>
            <a:cxnLst/>
            <a:rect l="l" t="t" r="r" b="b"/>
            <a:pathLst>
              <a:path w="394171" h="925211">
                <a:moveTo>
                  <a:pt x="197085" y="12152"/>
                </a:moveTo>
                <a:lnTo>
                  <a:pt x="231309" y="37991"/>
                </a:lnTo>
                <a:lnTo>
                  <a:pt x="264493" y="76731"/>
                </a:lnTo>
                <a:lnTo>
                  <a:pt x="295628" y="127196"/>
                </a:lnTo>
                <a:lnTo>
                  <a:pt x="323770" y="187853"/>
                </a:lnTo>
                <a:lnTo>
                  <a:pt x="348062" y="256857"/>
                </a:lnTo>
                <a:lnTo>
                  <a:pt x="367767" y="332114"/>
                </a:lnTo>
                <a:lnTo>
                  <a:pt x="382285" y="411335"/>
                </a:lnTo>
                <a:lnTo>
                  <a:pt x="391177" y="492114"/>
                </a:lnTo>
                <a:lnTo>
                  <a:pt x="394171" y="571996"/>
                </a:lnTo>
                <a:lnTo>
                  <a:pt x="391177" y="648554"/>
                </a:lnTo>
                <a:lnTo>
                  <a:pt x="382285" y="719463"/>
                </a:lnTo>
                <a:lnTo>
                  <a:pt x="367767" y="782567"/>
                </a:lnTo>
                <a:lnTo>
                  <a:pt x="348062" y="835950"/>
                </a:lnTo>
                <a:lnTo>
                  <a:pt x="323770" y="877988"/>
                </a:lnTo>
                <a:lnTo>
                  <a:pt x="295628" y="907405"/>
                </a:lnTo>
                <a:lnTo>
                  <a:pt x="264493" y="923307"/>
                </a:lnTo>
                <a:lnTo>
                  <a:pt x="231309" y="925211"/>
                </a:lnTo>
                <a:lnTo>
                  <a:pt x="197085" y="913059"/>
                </a:lnTo>
                <a:lnTo>
                  <a:pt x="162862" y="887221"/>
                </a:lnTo>
                <a:lnTo>
                  <a:pt x="129678" y="848480"/>
                </a:lnTo>
                <a:lnTo>
                  <a:pt x="98543" y="798015"/>
                </a:lnTo>
                <a:lnTo>
                  <a:pt x="70401" y="737359"/>
                </a:lnTo>
                <a:lnTo>
                  <a:pt x="46109" y="668354"/>
                </a:lnTo>
                <a:lnTo>
                  <a:pt x="26404" y="593098"/>
                </a:lnTo>
                <a:lnTo>
                  <a:pt x="11886" y="513877"/>
                </a:lnTo>
                <a:lnTo>
                  <a:pt x="2994" y="433098"/>
                </a:lnTo>
                <a:lnTo>
                  <a:pt x="0" y="353216"/>
                </a:lnTo>
                <a:lnTo>
                  <a:pt x="2994" y="276657"/>
                </a:lnTo>
                <a:lnTo>
                  <a:pt x="11886" y="205748"/>
                </a:lnTo>
                <a:lnTo>
                  <a:pt x="26404" y="142644"/>
                </a:lnTo>
                <a:lnTo>
                  <a:pt x="46109" y="89262"/>
                </a:lnTo>
                <a:lnTo>
                  <a:pt x="70401" y="47223"/>
                </a:lnTo>
                <a:lnTo>
                  <a:pt x="98543" y="17806"/>
                </a:lnTo>
                <a:lnTo>
                  <a:pt x="129678" y="1904"/>
                </a:lnTo>
                <a:lnTo>
                  <a:pt x="162862" y="0"/>
                </a:lnTo>
                <a:close/>
              </a:path>
            </a:pathLst>
          </a:custGeom>
          <a:solidFill>
            <a:srgbClr val="95959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820127" y="2685976"/>
            <a:ext cx="82588" cy="64320"/>
          </a:xfrm>
          <a:custGeom>
            <a:avLst/>
            <a:gdLst/>
            <a:ahLst/>
            <a:cxnLst/>
            <a:rect l="l" t="t" r="r" b="b"/>
            <a:pathLst>
              <a:path w="82588" h="64320">
                <a:moveTo>
                  <a:pt x="0" y="20564"/>
                </a:moveTo>
                <a:lnTo>
                  <a:pt x="3753" y="0"/>
                </a:lnTo>
                <a:lnTo>
                  <a:pt x="82588" y="43756"/>
                </a:lnTo>
                <a:lnTo>
                  <a:pt x="78834" y="64320"/>
                </a:lnTo>
                <a:close/>
              </a:path>
            </a:pathLst>
          </a:custGeom>
          <a:solidFill>
            <a:srgbClr val="DEDEDE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823881" y="2667637"/>
            <a:ext cx="89523" cy="62096"/>
          </a:xfrm>
          <a:custGeom>
            <a:avLst/>
            <a:gdLst/>
            <a:ahLst/>
            <a:cxnLst/>
            <a:rect l="l" t="t" r="r" b="b"/>
            <a:pathLst>
              <a:path w="89523" h="62096">
                <a:moveTo>
                  <a:pt x="0" y="18339"/>
                </a:moveTo>
                <a:lnTo>
                  <a:pt x="10689" y="0"/>
                </a:lnTo>
                <a:lnTo>
                  <a:pt x="89523" y="43756"/>
                </a:lnTo>
                <a:lnTo>
                  <a:pt x="78834" y="62096"/>
                </a:lnTo>
                <a:close/>
              </a:path>
            </a:pathLst>
          </a:custGeom>
          <a:solidFill>
            <a:srgbClr val="EBEBEB"/>
          </a:solidFill>
          <a:ln w="6350">
            <a:solidFill>
              <a:srgbClr val="EBEBE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834570" y="2654314"/>
            <a:ext cx="94831" cy="57079"/>
          </a:xfrm>
          <a:custGeom>
            <a:avLst/>
            <a:gdLst/>
            <a:ahLst/>
            <a:cxnLst/>
            <a:rect l="l" t="t" r="r" b="b"/>
            <a:pathLst>
              <a:path w="94831" h="57079">
                <a:moveTo>
                  <a:pt x="0" y="13323"/>
                </a:moveTo>
                <a:lnTo>
                  <a:pt x="15997" y="0"/>
                </a:lnTo>
                <a:lnTo>
                  <a:pt x="94831" y="43756"/>
                </a:lnTo>
                <a:lnTo>
                  <a:pt x="78834" y="57079"/>
                </a:lnTo>
                <a:close/>
              </a:path>
            </a:pathLst>
          </a:custGeom>
          <a:solidFill>
            <a:srgbClr val="EFEFEF"/>
          </a:solidFill>
          <a:ln w="6350">
            <a:solidFill>
              <a:srgbClr val="EFEFE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850567" y="2648036"/>
            <a:ext cx="97704" cy="50034"/>
          </a:xfrm>
          <a:custGeom>
            <a:avLst/>
            <a:gdLst/>
            <a:ahLst/>
            <a:cxnLst/>
            <a:rect l="l" t="t" r="r" b="b"/>
            <a:pathLst>
              <a:path w="97704" h="50034">
                <a:moveTo>
                  <a:pt x="0" y="6278"/>
                </a:moveTo>
                <a:lnTo>
                  <a:pt x="18870" y="0"/>
                </a:lnTo>
                <a:lnTo>
                  <a:pt x="97704" y="43756"/>
                </a:lnTo>
                <a:lnTo>
                  <a:pt x="78834" y="50034"/>
                </a:lnTo>
                <a:close/>
              </a:path>
            </a:pathLst>
          </a:custGeom>
          <a:solidFill>
            <a:srgbClr val="EBEBEB"/>
          </a:solidFill>
          <a:ln w="6350">
            <a:solidFill>
              <a:srgbClr val="EBEBE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869436" y="2648036"/>
            <a:ext cx="97704" cy="45479"/>
          </a:xfrm>
          <a:custGeom>
            <a:avLst/>
            <a:gdLst/>
            <a:ahLst/>
            <a:cxnLst/>
            <a:rect l="l" t="t" r="r" b="b"/>
            <a:pathLst>
              <a:path w="97704" h="45479">
                <a:moveTo>
                  <a:pt x="0" y="0"/>
                </a:moveTo>
                <a:lnTo>
                  <a:pt x="18870" y="1723"/>
                </a:lnTo>
                <a:lnTo>
                  <a:pt x="97704" y="45479"/>
                </a:lnTo>
                <a:lnTo>
                  <a:pt x="78834" y="43756"/>
                </a:lnTo>
                <a:close/>
              </a:path>
            </a:pathLst>
          </a:custGeom>
          <a:solidFill>
            <a:srgbClr val="DDDDDD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834570" y="2741958"/>
            <a:ext cx="94831" cy="53217"/>
          </a:xfrm>
          <a:custGeom>
            <a:avLst/>
            <a:gdLst/>
            <a:ahLst/>
            <a:cxnLst/>
            <a:rect l="l" t="t" r="r" b="b"/>
            <a:pathLst>
              <a:path w="94831" h="53217">
                <a:moveTo>
                  <a:pt x="15997" y="9461"/>
                </a:moveTo>
                <a:lnTo>
                  <a:pt x="0" y="0"/>
                </a:lnTo>
                <a:lnTo>
                  <a:pt x="78834" y="43756"/>
                </a:lnTo>
                <a:lnTo>
                  <a:pt x="94831" y="53217"/>
                </a:lnTo>
                <a:close/>
              </a:path>
            </a:pathLst>
          </a:custGeom>
          <a:solidFill>
            <a:srgbClr val="B1B1B1"/>
          </a:solidFill>
          <a:ln w="6350">
            <a:solidFill>
              <a:srgbClr val="B1B1B1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823881" y="2726199"/>
            <a:ext cx="89523" cy="59515"/>
          </a:xfrm>
          <a:custGeom>
            <a:avLst/>
            <a:gdLst/>
            <a:ahLst/>
            <a:cxnLst/>
            <a:rect l="l" t="t" r="r" b="b"/>
            <a:pathLst>
              <a:path w="89523" h="59515">
                <a:moveTo>
                  <a:pt x="10689" y="15759"/>
                </a:moveTo>
                <a:lnTo>
                  <a:pt x="0" y="0"/>
                </a:lnTo>
                <a:lnTo>
                  <a:pt x="78834" y="43756"/>
                </a:lnTo>
                <a:lnTo>
                  <a:pt x="89523" y="59515"/>
                </a:lnTo>
                <a:close/>
              </a:path>
            </a:pathLst>
          </a:custGeom>
          <a:solidFill>
            <a:srgbClr val="B1B1B1"/>
          </a:solidFill>
          <a:ln w="6350">
            <a:solidFill>
              <a:srgbClr val="B1B1B1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820127" y="2706540"/>
            <a:ext cx="82588" cy="63414"/>
          </a:xfrm>
          <a:custGeom>
            <a:avLst/>
            <a:gdLst/>
            <a:ahLst/>
            <a:cxnLst/>
            <a:rect l="l" t="t" r="r" b="b"/>
            <a:pathLst>
              <a:path w="82588" h="63414">
                <a:moveTo>
                  <a:pt x="3753" y="19658"/>
                </a:moveTo>
                <a:lnTo>
                  <a:pt x="0" y="0"/>
                </a:lnTo>
                <a:lnTo>
                  <a:pt x="78834" y="43756"/>
                </a:lnTo>
                <a:lnTo>
                  <a:pt x="82588" y="63414"/>
                </a:lnTo>
                <a:close/>
              </a:path>
            </a:pathLst>
          </a:custGeom>
          <a:solidFill>
            <a:srgbClr val="C9C9C9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820127" y="2648036"/>
            <a:ext cx="177453" cy="148862"/>
          </a:xfrm>
          <a:custGeom>
            <a:avLst/>
            <a:gdLst/>
            <a:ahLst/>
            <a:cxnLst/>
            <a:rect l="l" t="t" r="r" b="b"/>
            <a:pathLst>
              <a:path w="177453" h="148862">
                <a:moveTo>
                  <a:pt x="0" y="58504"/>
                </a:moveTo>
                <a:lnTo>
                  <a:pt x="3753" y="37940"/>
                </a:lnTo>
                <a:lnTo>
                  <a:pt x="14442" y="19600"/>
                </a:lnTo>
                <a:lnTo>
                  <a:pt x="30439" y="6278"/>
                </a:lnTo>
                <a:lnTo>
                  <a:pt x="49309" y="0"/>
                </a:lnTo>
                <a:lnTo>
                  <a:pt x="68179" y="1723"/>
                </a:lnTo>
                <a:lnTo>
                  <a:pt x="147013" y="45479"/>
                </a:lnTo>
                <a:lnTo>
                  <a:pt x="163010" y="54940"/>
                </a:lnTo>
                <a:lnTo>
                  <a:pt x="173699" y="70700"/>
                </a:lnTo>
                <a:lnTo>
                  <a:pt x="177453" y="90358"/>
                </a:lnTo>
                <a:lnTo>
                  <a:pt x="173699" y="110922"/>
                </a:lnTo>
                <a:lnTo>
                  <a:pt x="163010" y="129261"/>
                </a:lnTo>
                <a:lnTo>
                  <a:pt x="147013" y="142584"/>
                </a:lnTo>
                <a:lnTo>
                  <a:pt x="128144" y="148862"/>
                </a:lnTo>
                <a:lnTo>
                  <a:pt x="109274" y="147139"/>
                </a:lnTo>
                <a:lnTo>
                  <a:pt x="30439" y="103383"/>
                </a:lnTo>
                <a:lnTo>
                  <a:pt x="14442" y="93922"/>
                </a:lnTo>
                <a:lnTo>
                  <a:pt x="3753" y="78162"/>
                </a:lnTo>
                <a:close/>
              </a:path>
            </a:pathLst>
          </a:custGeom>
          <a:ln w="12700">
            <a:solidFill>
              <a:srgbClr val="00000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898961" y="2691792"/>
            <a:ext cx="98619" cy="105106"/>
          </a:xfrm>
          <a:custGeom>
            <a:avLst/>
            <a:gdLst/>
            <a:ahLst/>
            <a:cxnLst/>
            <a:rect l="l" t="t" r="r" b="b"/>
            <a:pathLst>
              <a:path w="98619" h="105106">
                <a:moveTo>
                  <a:pt x="0" y="58504"/>
                </a:moveTo>
                <a:lnTo>
                  <a:pt x="3753" y="37940"/>
                </a:lnTo>
                <a:lnTo>
                  <a:pt x="14442" y="19600"/>
                </a:lnTo>
                <a:lnTo>
                  <a:pt x="30439" y="6278"/>
                </a:lnTo>
                <a:lnTo>
                  <a:pt x="49309" y="0"/>
                </a:lnTo>
                <a:lnTo>
                  <a:pt x="68179" y="1723"/>
                </a:lnTo>
                <a:lnTo>
                  <a:pt x="84176" y="11184"/>
                </a:lnTo>
                <a:lnTo>
                  <a:pt x="94865" y="26944"/>
                </a:lnTo>
                <a:lnTo>
                  <a:pt x="98619" y="46602"/>
                </a:lnTo>
                <a:lnTo>
                  <a:pt x="94865" y="67166"/>
                </a:lnTo>
                <a:lnTo>
                  <a:pt x="84176" y="85505"/>
                </a:lnTo>
                <a:lnTo>
                  <a:pt x="68179" y="98828"/>
                </a:lnTo>
                <a:lnTo>
                  <a:pt x="49309" y="105106"/>
                </a:lnTo>
                <a:lnTo>
                  <a:pt x="30439" y="103383"/>
                </a:lnTo>
                <a:lnTo>
                  <a:pt x="14442" y="93922"/>
                </a:lnTo>
                <a:lnTo>
                  <a:pt x="3753" y="78162"/>
                </a:lnTo>
                <a:close/>
              </a:path>
            </a:pathLst>
          </a:custGeom>
          <a:solidFill>
            <a:srgbClr val="B9B9B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63297" y="2382276"/>
            <a:ext cx="932688" cy="932688"/>
          </a:xfrm>
          <a:custGeom>
            <a:avLst/>
            <a:gdLst/>
            <a:ahLst/>
            <a:cxnLst/>
            <a:rect l="l" t="t" r="r" b="b"/>
            <a:pathLst>
              <a:path w="932688" h="932688">
                <a:moveTo>
                  <a:pt x="932688" y="466344"/>
                </a:moveTo>
                <a:lnTo>
                  <a:pt x="928698" y="527214"/>
                </a:lnTo>
                <a:lnTo>
                  <a:pt x="916798" y="587043"/>
                </a:lnTo>
                <a:lnTo>
                  <a:pt x="897190" y="644806"/>
                </a:lnTo>
                <a:lnTo>
                  <a:pt x="870210" y="699516"/>
                </a:lnTo>
                <a:lnTo>
                  <a:pt x="836320" y="750236"/>
                </a:lnTo>
                <a:lnTo>
                  <a:pt x="796099" y="796099"/>
                </a:lnTo>
                <a:lnTo>
                  <a:pt x="750236" y="836320"/>
                </a:lnTo>
                <a:lnTo>
                  <a:pt x="699516" y="870210"/>
                </a:lnTo>
                <a:lnTo>
                  <a:pt x="644806" y="897190"/>
                </a:lnTo>
                <a:lnTo>
                  <a:pt x="587043" y="916798"/>
                </a:lnTo>
                <a:lnTo>
                  <a:pt x="527214" y="928698"/>
                </a:lnTo>
                <a:lnTo>
                  <a:pt x="466344" y="932688"/>
                </a:lnTo>
                <a:lnTo>
                  <a:pt x="405474" y="928698"/>
                </a:lnTo>
                <a:lnTo>
                  <a:pt x="345645" y="916798"/>
                </a:lnTo>
                <a:lnTo>
                  <a:pt x="287882" y="897190"/>
                </a:lnTo>
                <a:lnTo>
                  <a:pt x="233172" y="870210"/>
                </a:lnTo>
                <a:lnTo>
                  <a:pt x="182452" y="836320"/>
                </a:lnTo>
                <a:lnTo>
                  <a:pt x="136589" y="796099"/>
                </a:lnTo>
                <a:lnTo>
                  <a:pt x="96368" y="750236"/>
                </a:lnTo>
                <a:lnTo>
                  <a:pt x="62478" y="699516"/>
                </a:lnTo>
                <a:lnTo>
                  <a:pt x="35498" y="644806"/>
                </a:lnTo>
                <a:lnTo>
                  <a:pt x="15890" y="587043"/>
                </a:lnTo>
                <a:lnTo>
                  <a:pt x="3990" y="527214"/>
                </a:lnTo>
                <a:lnTo>
                  <a:pt x="0" y="466344"/>
                </a:lnTo>
                <a:lnTo>
                  <a:pt x="3990" y="405474"/>
                </a:lnTo>
                <a:lnTo>
                  <a:pt x="15890" y="345645"/>
                </a:lnTo>
                <a:lnTo>
                  <a:pt x="35498" y="287882"/>
                </a:lnTo>
                <a:lnTo>
                  <a:pt x="62478" y="233172"/>
                </a:lnTo>
                <a:lnTo>
                  <a:pt x="96368" y="182452"/>
                </a:lnTo>
                <a:lnTo>
                  <a:pt x="136589" y="136589"/>
                </a:lnTo>
                <a:lnTo>
                  <a:pt x="182452" y="96368"/>
                </a:lnTo>
                <a:lnTo>
                  <a:pt x="233172" y="62478"/>
                </a:lnTo>
                <a:lnTo>
                  <a:pt x="287882" y="35498"/>
                </a:lnTo>
                <a:lnTo>
                  <a:pt x="345645" y="15890"/>
                </a:lnTo>
                <a:lnTo>
                  <a:pt x="405474" y="3990"/>
                </a:lnTo>
                <a:lnTo>
                  <a:pt x="466344" y="0"/>
                </a:lnTo>
                <a:lnTo>
                  <a:pt x="527214" y="3990"/>
                </a:lnTo>
                <a:lnTo>
                  <a:pt x="587043" y="15890"/>
                </a:lnTo>
                <a:lnTo>
                  <a:pt x="644806" y="35498"/>
                </a:lnTo>
                <a:lnTo>
                  <a:pt x="699516" y="62478"/>
                </a:lnTo>
                <a:lnTo>
                  <a:pt x="750236" y="96368"/>
                </a:lnTo>
                <a:lnTo>
                  <a:pt x="796099" y="136589"/>
                </a:lnTo>
                <a:lnTo>
                  <a:pt x="836320" y="182452"/>
                </a:lnTo>
                <a:lnTo>
                  <a:pt x="870210" y="233172"/>
                </a:lnTo>
                <a:lnTo>
                  <a:pt x="897190" y="287882"/>
                </a:lnTo>
                <a:lnTo>
                  <a:pt x="916798" y="345645"/>
                </a:lnTo>
                <a:lnTo>
                  <a:pt x="928698" y="405474"/>
                </a:lnTo>
                <a:close/>
              </a:path>
            </a:pathLst>
          </a:custGeom>
          <a:solidFill>
            <a:srgbClr val="535353"/>
          </a:solidFill>
          <a:ln/>
        </p:spPr>
      </p:sp>
      <p:sp>
        <p:nvSpPr>
          <p:cNvPr id="65" name="Shape 63"/>
          <p:cNvSpPr/>
          <p:nvPr/>
        </p:nvSpPr>
        <p:spPr>
          <a:xfrm>
            <a:off x="780030" y="2397627"/>
            <a:ext cx="887700" cy="887700"/>
          </a:xfrm>
          <a:custGeom>
            <a:avLst/>
            <a:gdLst/>
            <a:ahLst/>
            <a:cxnLst/>
            <a:rect l="l" t="t" r="r" b="b"/>
            <a:pathLst>
              <a:path w="887700" h="887700">
                <a:moveTo>
                  <a:pt x="887700" y="443850"/>
                </a:moveTo>
                <a:lnTo>
                  <a:pt x="883902" y="501784"/>
                </a:lnTo>
                <a:lnTo>
                  <a:pt x="872576" y="558727"/>
                </a:lnTo>
                <a:lnTo>
                  <a:pt x="853913" y="613704"/>
                </a:lnTo>
                <a:lnTo>
                  <a:pt x="828235" y="665775"/>
                </a:lnTo>
                <a:lnTo>
                  <a:pt x="795979" y="714048"/>
                </a:lnTo>
                <a:lnTo>
                  <a:pt x="757699" y="757699"/>
                </a:lnTo>
                <a:lnTo>
                  <a:pt x="714048" y="795979"/>
                </a:lnTo>
                <a:lnTo>
                  <a:pt x="665775" y="828235"/>
                </a:lnTo>
                <a:lnTo>
                  <a:pt x="613704" y="853913"/>
                </a:lnTo>
                <a:lnTo>
                  <a:pt x="558727" y="872576"/>
                </a:lnTo>
                <a:lnTo>
                  <a:pt x="501784" y="883902"/>
                </a:lnTo>
                <a:lnTo>
                  <a:pt x="443850" y="887700"/>
                </a:lnTo>
                <a:lnTo>
                  <a:pt x="385916" y="883902"/>
                </a:lnTo>
                <a:lnTo>
                  <a:pt x="328973" y="872576"/>
                </a:lnTo>
                <a:lnTo>
                  <a:pt x="273996" y="853913"/>
                </a:lnTo>
                <a:lnTo>
                  <a:pt x="221925" y="828235"/>
                </a:lnTo>
                <a:lnTo>
                  <a:pt x="173651" y="795979"/>
                </a:lnTo>
                <a:lnTo>
                  <a:pt x="130001" y="757699"/>
                </a:lnTo>
                <a:lnTo>
                  <a:pt x="91720" y="714048"/>
                </a:lnTo>
                <a:lnTo>
                  <a:pt x="59465" y="665775"/>
                </a:lnTo>
                <a:lnTo>
                  <a:pt x="33786" y="613704"/>
                </a:lnTo>
                <a:lnTo>
                  <a:pt x="15124" y="558727"/>
                </a:lnTo>
                <a:lnTo>
                  <a:pt x="3797" y="501784"/>
                </a:lnTo>
                <a:lnTo>
                  <a:pt x="0" y="443850"/>
                </a:lnTo>
                <a:lnTo>
                  <a:pt x="3797" y="385916"/>
                </a:lnTo>
                <a:lnTo>
                  <a:pt x="15124" y="328973"/>
                </a:lnTo>
                <a:lnTo>
                  <a:pt x="33786" y="273996"/>
                </a:lnTo>
                <a:lnTo>
                  <a:pt x="59465" y="221925"/>
                </a:lnTo>
                <a:lnTo>
                  <a:pt x="91720" y="173651"/>
                </a:lnTo>
                <a:lnTo>
                  <a:pt x="130001" y="130001"/>
                </a:lnTo>
                <a:lnTo>
                  <a:pt x="173651" y="91720"/>
                </a:lnTo>
                <a:lnTo>
                  <a:pt x="221925" y="59465"/>
                </a:lnTo>
                <a:lnTo>
                  <a:pt x="273996" y="33786"/>
                </a:lnTo>
                <a:lnTo>
                  <a:pt x="328973" y="15124"/>
                </a:lnTo>
                <a:lnTo>
                  <a:pt x="385916" y="3797"/>
                </a:lnTo>
                <a:lnTo>
                  <a:pt x="443850" y="0"/>
                </a:lnTo>
                <a:lnTo>
                  <a:pt x="501784" y="3797"/>
                </a:lnTo>
                <a:lnTo>
                  <a:pt x="558727" y="15124"/>
                </a:lnTo>
                <a:lnTo>
                  <a:pt x="613704" y="33786"/>
                </a:lnTo>
                <a:lnTo>
                  <a:pt x="665775" y="59465"/>
                </a:lnTo>
                <a:lnTo>
                  <a:pt x="714048" y="91720"/>
                </a:lnTo>
                <a:lnTo>
                  <a:pt x="757699" y="130001"/>
                </a:lnTo>
                <a:lnTo>
                  <a:pt x="795979" y="173651"/>
                </a:lnTo>
                <a:lnTo>
                  <a:pt x="828235" y="221925"/>
                </a:lnTo>
                <a:lnTo>
                  <a:pt x="853913" y="273996"/>
                </a:lnTo>
                <a:lnTo>
                  <a:pt x="872576" y="328973"/>
                </a:lnTo>
                <a:lnTo>
                  <a:pt x="883902" y="385916"/>
                </a:lnTo>
                <a:close/>
              </a:path>
            </a:pathLst>
          </a:custGeom>
          <a:solidFill>
            <a:srgbClr val="595959"/>
          </a:solidFill>
          <a:ln/>
        </p:spPr>
      </p:sp>
      <p:sp>
        <p:nvSpPr>
          <p:cNvPr id="66" name="Shape 64"/>
          <p:cNvSpPr/>
          <p:nvPr/>
        </p:nvSpPr>
        <p:spPr>
          <a:xfrm>
            <a:off x="796764" y="2412977"/>
            <a:ext cx="842711" cy="842711"/>
          </a:xfrm>
          <a:custGeom>
            <a:avLst/>
            <a:gdLst/>
            <a:ahLst/>
            <a:cxnLst/>
            <a:rect l="l" t="t" r="r" b="b"/>
            <a:pathLst>
              <a:path w="842711" h="842711">
                <a:moveTo>
                  <a:pt x="842711" y="421356"/>
                </a:moveTo>
                <a:lnTo>
                  <a:pt x="839106" y="476353"/>
                </a:lnTo>
                <a:lnTo>
                  <a:pt x="828354" y="530410"/>
                </a:lnTo>
                <a:lnTo>
                  <a:pt x="810637" y="582601"/>
                </a:lnTo>
                <a:lnTo>
                  <a:pt x="786260" y="632033"/>
                </a:lnTo>
                <a:lnTo>
                  <a:pt x="755639" y="677861"/>
                </a:lnTo>
                <a:lnTo>
                  <a:pt x="719299" y="719299"/>
                </a:lnTo>
                <a:lnTo>
                  <a:pt x="677861" y="755639"/>
                </a:lnTo>
                <a:lnTo>
                  <a:pt x="632033" y="786260"/>
                </a:lnTo>
                <a:lnTo>
                  <a:pt x="582601" y="810637"/>
                </a:lnTo>
                <a:lnTo>
                  <a:pt x="530410" y="828354"/>
                </a:lnTo>
                <a:lnTo>
                  <a:pt x="476353" y="839106"/>
                </a:lnTo>
                <a:lnTo>
                  <a:pt x="421356" y="842711"/>
                </a:lnTo>
                <a:lnTo>
                  <a:pt x="366358" y="839106"/>
                </a:lnTo>
                <a:lnTo>
                  <a:pt x="312301" y="828354"/>
                </a:lnTo>
                <a:lnTo>
                  <a:pt x="260110" y="810637"/>
                </a:lnTo>
                <a:lnTo>
                  <a:pt x="210678" y="786260"/>
                </a:lnTo>
                <a:lnTo>
                  <a:pt x="164851" y="755639"/>
                </a:lnTo>
                <a:lnTo>
                  <a:pt x="123412" y="719299"/>
                </a:lnTo>
                <a:lnTo>
                  <a:pt x="87072" y="677861"/>
                </a:lnTo>
                <a:lnTo>
                  <a:pt x="56451" y="632033"/>
                </a:lnTo>
                <a:lnTo>
                  <a:pt x="32074" y="582601"/>
                </a:lnTo>
                <a:lnTo>
                  <a:pt x="14357" y="530410"/>
                </a:lnTo>
                <a:lnTo>
                  <a:pt x="3605" y="476353"/>
                </a:lnTo>
                <a:lnTo>
                  <a:pt x="0" y="421356"/>
                </a:lnTo>
                <a:lnTo>
                  <a:pt x="3605" y="366358"/>
                </a:lnTo>
                <a:lnTo>
                  <a:pt x="14357" y="312301"/>
                </a:lnTo>
                <a:lnTo>
                  <a:pt x="32074" y="260110"/>
                </a:lnTo>
                <a:lnTo>
                  <a:pt x="56451" y="210678"/>
                </a:lnTo>
                <a:lnTo>
                  <a:pt x="87072" y="164851"/>
                </a:lnTo>
                <a:lnTo>
                  <a:pt x="123412" y="123412"/>
                </a:lnTo>
                <a:lnTo>
                  <a:pt x="164851" y="87072"/>
                </a:lnTo>
                <a:lnTo>
                  <a:pt x="210678" y="56451"/>
                </a:lnTo>
                <a:lnTo>
                  <a:pt x="260110" y="32074"/>
                </a:lnTo>
                <a:lnTo>
                  <a:pt x="312301" y="14357"/>
                </a:lnTo>
                <a:lnTo>
                  <a:pt x="366358" y="3605"/>
                </a:lnTo>
                <a:lnTo>
                  <a:pt x="421356" y="0"/>
                </a:lnTo>
                <a:lnTo>
                  <a:pt x="476353" y="3605"/>
                </a:lnTo>
                <a:lnTo>
                  <a:pt x="530410" y="14357"/>
                </a:lnTo>
                <a:lnTo>
                  <a:pt x="582601" y="32074"/>
                </a:lnTo>
                <a:lnTo>
                  <a:pt x="632033" y="56451"/>
                </a:lnTo>
                <a:lnTo>
                  <a:pt x="677861" y="87072"/>
                </a:lnTo>
                <a:lnTo>
                  <a:pt x="719299" y="123412"/>
                </a:lnTo>
                <a:lnTo>
                  <a:pt x="755639" y="164851"/>
                </a:lnTo>
                <a:lnTo>
                  <a:pt x="786260" y="210678"/>
                </a:lnTo>
                <a:lnTo>
                  <a:pt x="810637" y="260110"/>
                </a:lnTo>
                <a:lnTo>
                  <a:pt x="828354" y="312301"/>
                </a:lnTo>
                <a:lnTo>
                  <a:pt x="839106" y="366358"/>
                </a:lnTo>
                <a:close/>
              </a:path>
            </a:pathLst>
          </a:custGeom>
          <a:solidFill>
            <a:srgbClr val="606060"/>
          </a:solidFill>
          <a:ln/>
        </p:spPr>
      </p:sp>
      <p:sp>
        <p:nvSpPr>
          <p:cNvPr id="67" name="Shape 65"/>
          <p:cNvSpPr/>
          <p:nvPr/>
        </p:nvSpPr>
        <p:spPr>
          <a:xfrm>
            <a:off x="813497" y="2428328"/>
            <a:ext cx="797723" cy="797723"/>
          </a:xfrm>
          <a:custGeom>
            <a:avLst/>
            <a:gdLst/>
            <a:ahLst/>
            <a:cxnLst/>
            <a:rect l="l" t="t" r="r" b="b"/>
            <a:pathLst>
              <a:path w="797723" h="797723">
                <a:moveTo>
                  <a:pt x="797723" y="398861"/>
                </a:moveTo>
                <a:lnTo>
                  <a:pt x="794310" y="450923"/>
                </a:lnTo>
                <a:lnTo>
                  <a:pt x="784132" y="502094"/>
                </a:lnTo>
                <a:lnTo>
                  <a:pt x="767361" y="551499"/>
                </a:lnTo>
                <a:lnTo>
                  <a:pt x="744285" y="598292"/>
                </a:lnTo>
                <a:lnTo>
                  <a:pt x="715299" y="641673"/>
                </a:lnTo>
                <a:lnTo>
                  <a:pt x="680899" y="680899"/>
                </a:lnTo>
                <a:lnTo>
                  <a:pt x="641673" y="715299"/>
                </a:lnTo>
                <a:lnTo>
                  <a:pt x="598292" y="744285"/>
                </a:lnTo>
                <a:lnTo>
                  <a:pt x="551499" y="767361"/>
                </a:lnTo>
                <a:lnTo>
                  <a:pt x="502094" y="784132"/>
                </a:lnTo>
                <a:lnTo>
                  <a:pt x="450923" y="794310"/>
                </a:lnTo>
                <a:lnTo>
                  <a:pt x="398861" y="797723"/>
                </a:lnTo>
                <a:lnTo>
                  <a:pt x="346799" y="794310"/>
                </a:lnTo>
                <a:lnTo>
                  <a:pt x="295628" y="784132"/>
                </a:lnTo>
                <a:lnTo>
                  <a:pt x="246224" y="767361"/>
                </a:lnTo>
                <a:lnTo>
                  <a:pt x="199431" y="744285"/>
                </a:lnTo>
                <a:lnTo>
                  <a:pt x="156050" y="715299"/>
                </a:lnTo>
                <a:lnTo>
                  <a:pt x="116824" y="680899"/>
                </a:lnTo>
                <a:lnTo>
                  <a:pt x="82423" y="641673"/>
                </a:lnTo>
                <a:lnTo>
                  <a:pt x="53437" y="598292"/>
                </a:lnTo>
                <a:lnTo>
                  <a:pt x="30362" y="551499"/>
                </a:lnTo>
                <a:lnTo>
                  <a:pt x="13591" y="502094"/>
                </a:lnTo>
                <a:lnTo>
                  <a:pt x="3412" y="450923"/>
                </a:lnTo>
                <a:lnTo>
                  <a:pt x="0" y="398861"/>
                </a:lnTo>
                <a:lnTo>
                  <a:pt x="3412" y="346799"/>
                </a:lnTo>
                <a:lnTo>
                  <a:pt x="13591" y="295628"/>
                </a:lnTo>
                <a:lnTo>
                  <a:pt x="30362" y="246224"/>
                </a:lnTo>
                <a:lnTo>
                  <a:pt x="53437" y="199431"/>
                </a:lnTo>
                <a:lnTo>
                  <a:pt x="82423" y="156050"/>
                </a:lnTo>
                <a:lnTo>
                  <a:pt x="116824" y="116824"/>
                </a:lnTo>
                <a:lnTo>
                  <a:pt x="156050" y="82423"/>
                </a:lnTo>
                <a:lnTo>
                  <a:pt x="199431" y="53437"/>
                </a:lnTo>
                <a:lnTo>
                  <a:pt x="246224" y="30362"/>
                </a:lnTo>
                <a:lnTo>
                  <a:pt x="295628" y="13591"/>
                </a:lnTo>
                <a:lnTo>
                  <a:pt x="346799" y="3412"/>
                </a:lnTo>
                <a:lnTo>
                  <a:pt x="398861" y="0"/>
                </a:lnTo>
                <a:lnTo>
                  <a:pt x="450923" y="3412"/>
                </a:lnTo>
                <a:lnTo>
                  <a:pt x="502094" y="13591"/>
                </a:lnTo>
                <a:lnTo>
                  <a:pt x="551499" y="30362"/>
                </a:lnTo>
                <a:lnTo>
                  <a:pt x="598292" y="53437"/>
                </a:lnTo>
                <a:lnTo>
                  <a:pt x="641673" y="82423"/>
                </a:lnTo>
                <a:lnTo>
                  <a:pt x="680899" y="116824"/>
                </a:lnTo>
                <a:lnTo>
                  <a:pt x="715299" y="156050"/>
                </a:lnTo>
                <a:lnTo>
                  <a:pt x="744285" y="199431"/>
                </a:lnTo>
                <a:lnTo>
                  <a:pt x="767361" y="246224"/>
                </a:lnTo>
                <a:lnTo>
                  <a:pt x="784132" y="295628"/>
                </a:lnTo>
                <a:lnTo>
                  <a:pt x="794310" y="346799"/>
                </a:lnTo>
                <a:close/>
              </a:path>
            </a:pathLst>
          </a:custGeom>
          <a:solidFill>
            <a:srgbClr val="666666"/>
          </a:solidFill>
          <a:ln/>
        </p:spPr>
      </p:sp>
      <p:sp>
        <p:nvSpPr>
          <p:cNvPr id="68" name="Shape 66"/>
          <p:cNvSpPr/>
          <p:nvPr/>
        </p:nvSpPr>
        <p:spPr>
          <a:xfrm>
            <a:off x="830231" y="2443679"/>
            <a:ext cx="752734" cy="752734"/>
          </a:xfrm>
          <a:custGeom>
            <a:avLst/>
            <a:gdLst/>
            <a:ahLst/>
            <a:cxnLst/>
            <a:rect l="l" t="t" r="r" b="b"/>
            <a:pathLst>
              <a:path w="752734" h="752734">
                <a:moveTo>
                  <a:pt x="752734" y="376367"/>
                </a:moveTo>
                <a:lnTo>
                  <a:pt x="749514" y="425493"/>
                </a:lnTo>
                <a:lnTo>
                  <a:pt x="739910" y="473778"/>
                </a:lnTo>
                <a:lnTo>
                  <a:pt x="724085" y="520396"/>
                </a:lnTo>
                <a:lnTo>
                  <a:pt x="702310" y="564551"/>
                </a:lnTo>
                <a:lnTo>
                  <a:pt x="674959" y="605485"/>
                </a:lnTo>
                <a:lnTo>
                  <a:pt x="642499" y="642499"/>
                </a:lnTo>
                <a:lnTo>
                  <a:pt x="605485" y="674959"/>
                </a:lnTo>
                <a:lnTo>
                  <a:pt x="564551" y="702310"/>
                </a:lnTo>
                <a:lnTo>
                  <a:pt x="520396" y="724085"/>
                </a:lnTo>
                <a:lnTo>
                  <a:pt x="473778" y="739910"/>
                </a:lnTo>
                <a:lnTo>
                  <a:pt x="425493" y="749514"/>
                </a:lnTo>
                <a:lnTo>
                  <a:pt x="376367" y="752734"/>
                </a:lnTo>
                <a:lnTo>
                  <a:pt x="327241" y="749514"/>
                </a:lnTo>
                <a:lnTo>
                  <a:pt x="278956" y="739910"/>
                </a:lnTo>
                <a:lnTo>
                  <a:pt x="232338" y="724085"/>
                </a:lnTo>
                <a:lnTo>
                  <a:pt x="188184" y="702310"/>
                </a:lnTo>
                <a:lnTo>
                  <a:pt x="147249" y="674959"/>
                </a:lnTo>
                <a:lnTo>
                  <a:pt x="110235" y="642499"/>
                </a:lnTo>
                <a:lnTo>
                  <a:pt x="77775" y="605485"/>
                </a:lnTo>
                <a:lnTo>
                  <a:pt x="50424" y="564551"/>
                </a:lnTo>
                <a:lnTo>
                  <a:pt x="28649" y="520396"/>
                </a:lnTo>
                <a:lnTo>
                  <a:pt x="12824" y="473778"/>
                </a:lnTo>
                <a:lnTo>
                  <a:pt x="3220" y="425493"/>
                </a:lnTo>
                <a:lnTo>
                  <a:pt x="0" y="376367"/>
                </a:lnTo>
                <a:lnTo>
                  <a:pt x="3220" y="327241"/>
                </a:lnTo>
                <a:lnTo>
                  <a:pt x="12824" y="278956"/>
                </a:lnTo>
                <a:lnTo>
                  <a:pt x="28649" y="232338"/>
                </a:lnTo>
                <a:lnTo>
                  <a:pt x="50424" y="188184"/>
                </a:lnTo>
                <a:lnTo>
                  <a:pt x="77775" y="147249"/>
                </a:lnTo>
                <a:lnTo>
                  <a:pt x="110235" y="110235"/>
                </a:lnTo>
                <a:lnTo>
                  <a:pt x="147249" y="77775"/>
                </a:lnTo>
                <a:lnTo>
                  <a:pt x="188184" y="50424"/>
                </a:lnTo>
                <a:lnTo>
                  <a:pt x="232338" y="28649"/>
                </a:lnTo>
                <a:lnTo>
                  <a:pt x="278956" y="12824"/>
                </a:lnTo>
                <a:lnTo>
                  <a:pt x="327241" y="3220"/>
                </a:lnTo>
                <a:lnTo>
                  <a:pt x="376367" y="0"/>
                </a:lnTo>
                <a:lnTo>
                  <a:pt x="425493" y="3220"/>
                </a:lnTo>
                <a:lnTo>
                  <a:pt x="473778" y="12824"/>
                </a:lnTo>
                <a:lnTo>
                  <a:pt x="520396" y="28649"/>
                </a:lnTo>
                <a:lnTo>
                  <a:pt x="564551" y="50424"/>
                </a:lnTo>
                <a:lnTo>
                  <a:pt x="605485" y="77775"/>
                </a:lnTo>
                <a:lnTo>
                  <a:pt x="642499" y="110235"/>
                </a:lnTo>
                <a:lnTo>
                  <a:pt x="674959" y="147249"/>
                </a:lnTo>
                <a:lnTo>
                  <a:pt x="702310" y="188184"/>
                </a:lnTo>
                <a:lnTo>
                  <a:pt x="724085" y="232338"/>
                </a:lnTo>
                <a:lnTo>
                  <a:pt x="739910" y="278956"/>
                </a:lnTo>
                <a:lnTo>
                  <a:pt x="749514" y="327241"/>
                </a:lnTo>
                <a:close/>
              </a:path>
            </a:pathLst>
          </a:custGeom>
          <a:solidFill>
            <a:srgbClr val="6D6D6D"/>
          </a:solidFill>
          <a:ln/>
        </p:spPr>
      </p:sp>
      <p:sp>
        <p:nvSpPr>
          <p:cNvPr id="69" name="Shape 67"/>
          <p:cNvSpPr/>
          <p:nvPr/>
        </p:nvSpPr>
        <p:spPr>
          <a:xfrm>
            <a:off x="846964" y="2459030"/>
            <a:ext cx="707746" cy="707746"/>
          </a:xfrm>
          <a:custGeom>
            <a:avLst/>
            <a:gdLst/>
            <a:ahLst/>
            <a:cxnLst/>
            <a:rect l="l" t="t" r="r" b="b"/>
            <a:pathLst>
              <a:path w="707746" h="707746">
                <a:moveTo>
                  <a:pt x="707746" y="353873"/>
                </a:moveTo>
                <a:lnTo>
                  <a:pt x="704718" y="400062"/>
                </a:lnTo>
                <a:lnTo>
                  <a:pt x="695688" y="445462"/>
                </a:lnTo>
                <a:lnTo>
                  <a:pt x="680809" y="489294"/>
                </a:lnTo>
                <a:lnTo>
                  <a:pt x="660336" y="530809"/>
                </a:lnTo>
                <a:lnTo>
                  <a:pt x="634619" y="569297"/>
                </a:lnTo>
                <a:lnTo>
                  <a:pt x="604099" y="604099"/>
                </a:lnTo>
                <a:lnTo>
                  <a:pt x="569297" y="634619"/>
                </a:lnTo>
                <a:lnTo>
                  <a:pt x="530809" y="660336"/>
                </a:lnTo>
                <a:lnTo>
                  <a:pt x="489294" y="680809"/>
                </a:lnTo>
                <a:lnTo>
                  <a:pt x="445462" y="695688"/>
                </a:lnTo>
                <a:lnTo>
                  <a:pt x="400062" y="704718"/>
                </a:lnTo>
                <a:lnTo>
                  <a:pt x="353873" y="707746"/>
                </a:lnTo>
                <a:lnTo>
                  <a:pt x="307683" y="704718"/>
                </a:lnTo>
                <a:lnTo>
                  <a:pt x="262284" y="695688"/>
                </a:lnTo>
                <a:lnTo>
                  <a:pt x="218452" y="680809"/>
                </a:lnTo>
                <a:lnTo>
                  <a:pt x="176936" y="660336"/>
                </a:lnTo>
                <a:lnTo>
                  <a:pt x="138449" y="634619"/>
                </a:lnTo>
                <a:lnTo>
                  <a:pt x="103647" y="604099"/>
                </a:lnTo>
                <a:lnTo>
                  <a:pt x="73127" y="569297"/>
                </a:lnTo>
                <a:lnTo>
                  <a:pt x="47410" y="530809"/>
                </a:lnTo>
                <a:lnTo>
                  <a:pt x="26937" y="489294"/>
                </a:lnTo>
                <a:lnTo>
                  <a:pt x="12058" y="445462"/>
                </a:lnTo>
                <a:lnTo>
                  <a:pt x="3027" y="400062"/>
                </a:lnTo>
                <a:lnTo>
                  <a:pt x="0" y="353873"/>
                </a:lnTo>
                <a:lnTo>
                  <a:pt x="3027" y="307683"/>
                </a:lnTo>
                <a:lnTo>
                  <a:pt x="12058" y="262284"/>
                </a:lnTo>
                <a:lnTo>
                  <a:pt x="26937" y="218452"/>
                </a:lnTo>
                <a:lnTo>
                  <a:pt x="47410" y="176936"/>
                </a:lnTo>
                <a:lnTo>
                  <a:pt x="73127" y="138449"/>
                </a:lnTo>
                <a:lnTo>
                  <a:pt x="103647" y="103647"/>
                </a:lnTo>
                <a:lnTo>
                  <a:pt x="138449" y="73127"/>
                </a:lnTo>
                <a:lnTo>
                  <a:pt x="176936" y="47410"/>
                </a:lnTo>
                <a:lnTo>
                  <a:pt x="218452" y="26937"/>
                </a:lnTo>
                <a:lnTo>
                  <a:pt x="262284" y="12058"/>
                </a:lnTo>
                <a:lnTo>
                  <a:pt x="307683" y="3027"/>
                </a:lnTo>
                <a:lnTo>
                  <a:pt x="353873" y="0"/>
                </a:lnTo>
                <a:lnTo>
                  <a:pt x="400062" y="3027"/>
                </a:lnTo>
                <a:lnTo>
                  <a:pt x="445462" y="12058"/>
                </a:lnTo>
                <a:lnTo>
                  <a:pt x="489294" y="26937"/>
                </a:lnTo>
                <a:lnTo>
                  <a:pt x="530809" y="47410"/>
                </a:lnTo>
                <a:lnTo>
                  <a:pt x="569297" y="73127"/>
                </a:lnTo>
                <a:lnTo>
                  <a:pt x="604099" y="103647"/>
                </a:lnTo>
                <a:lnTo>
                  <a:pt x="634619" y="138449"/>
                </a:lnTo>
                <a:lnTo>
                  <a:pt x="660336" y="176936"/>
                </a:lnTo>
                <a:lnTo>
                  <a:pt x="680809" y="218452"/>
                </a:lnTo>
                <a:lnTo>
                  <a:pt x="695688" y="262284"/>
                </a:lnTo>
                <a:lnTo>
                  <a:pt x="704718" y="307683"/>
                </a:lnTo>
                <a:close/>
              </a:path>
            </a:pathLst>
          </a:custGeom>
          <a:solidFill>
            <a:srgbClr val="747474"/>
          </a:solidFill>
          <a:ln/>
        </p:spPr>
      </p:sp>
      <p:sp>
        <p:nvSpPr>
          <p:cNvPr id="70" name="Shape 68"/>
          <p:cNvSpPr/>
          <p:nvPr/>
        </p:nvSpPr>
        <p:spPr>
          <a:xfrm>
            <a:off x="863698" y="2474381"/>
            <a:ext cx="662757" cy="662757"/>
          </a:xfrm>
          <a:custGeom>
            <a:avLst/>
            <a:gdLst/>
            <a:ahLst/>
            <a:cxnLst/>
            <a:rect l="l" t="t" r="r" b="b"/>
            <a:pathLst>
              <a:path w="662757" h="662757">
                <a:moveTo>
                  <a:pt x="662757" y="331379"/>
                </a:moveTo>
                <a:lnTo>
                  <a:pt x="659922" y="374632"/>
                </a:lnTo>
                <a:lnTo>
                  <a:pt x="651466" y="417146"/>
                </a:lnTo>
                <a:lnTo>
                  <a:pt x="637532" y="458192"/>
                </a:lnTo>
                <a:lnTo>
                  <a:pt x="618361" y="497068"/>
                </a:lnTo>
                <a:lnTo>
                  <a:pt x="594279" y="533109"/>
                </a:lnTo>
                <a:lnTo>
                  <a:pt x="565699" y="565699"/>
                </a:lnTo>
                <a:lnTo>
                  <a:pt x="533109" y="594279"/>
                </a:lnTo>
                <a:lnTo>
                  <a:pt x="497068" y="618361"/>
                </a:lnTo>
                <a:lnTo>
                  <a:pt x="458192" y="637532"/>
                </a:lnTo>
                <a:lnTo>
                  <a:pt x="417146" y="651466"/>
                </a:lnTo>
                <a:lnTo>
                  <a:pt x="374632" y="659922"/>
                </a:lnTo>
                <a:lnTo>
                  <a:pt x="331379" y="662757"/>
                </a:lnTo>
                <a:lnTo>
                  <a:pt x="288125" y="659922"/>
                </a:lnTo>
                <a:lnTo>
                  <a:pt x="245611" y="651466"/>
                </a:lnTo>
                <a:lnTo>
                  <a:pt x="204565" y="637532"/>
                </a:lnTo>
                <a:lnTo>
                  <a:pt x="165689" y="618361"/>
                </a:lnTo>
                <a:lnTo>
                  <a:pt x="129648" y="594279"/>
                </a:lnTo>
                <a:lnTo>
                  <a:pt x="97059" y="565699"/>
                </a:lnTo>
                <a:lnTo>
                  <a:pt x="68478" y="533109"/>
                </a:lnTo>
                <a:lnTo>
                  <a:pt x="44396" y="497068"/>
                </a:lnTo>
                <a:lnTo>
                  <a:pt x="25225" y="458192"/>
                </a:lnTo>
                <a:lnTo>
                  <a:pt x="11291" y="417146"/>
                </a:lnTo>
                <a:lnTo>
                  <a:pt x="2835" y="374632"/>
                </a:lnTo>
                <a:lnTo>
                  <a:pt x="0" y="331379"/>
                </a:lnTo>
                <a:lnTo>
                  <a:pt x="2835" y="288125"/>
                </a:lnTo>
                <a:lnTo>
                  <a:pt x="11291" y="245611"/>
                </a:lnTo>
                <a:lnTo>
                  <a:pt x="25225" y="204565"/>
                </a:lnTo>
                <a:lnTo>
                  <a:pt x="44396" y="165689"/>
                </a:lnTo>
                <a:lnTo>
                  <a:pt x="68478" y="129648"/>
                </a:lnTo>
                <a:lnTo>
                  <a:pt x="97059" y="97059"/>
                </a:lnTo>
                <a:lnTo>
                  <a:pt x="129648" y="68478"/>
                </a:lnTo>
                <a:lnTo>
                  <a:pt x="165689" y="44396"/>
                </a:lnTo>
                <a:lnTo>
                  <a:pt x="204565" y="25225"/>
                </a:lnTo>
                <a:lnTo>
                  <a:pt x="245611" y="11291"/>
                </a:lnTo>
                <a:lnTo>
                  <a:pt x="288125" y="2835"/>
                </a:lnTo>
                <a:lnTo>
                  <a:pt x="331379" y="0"/>
                </a:lnTo>
                <a:lnTo>
                  <a:pt x="374632" y="2835"/>
                </a:lnTo>
                <a:lnTo>
                  <a:pt x="417146" y="11291"/>
                </a:lnTo>
                <a:lnTo>
                  <a:pt x="458192" y="25225"/>
                </a:lnTo>
                <a:lnTo>
                  <a:pt x="497068" y="44396"/>
                </a:lnTo>
                <a:lnTo>
                  <a:pt x="533109" y="68478"/>
                </a:lnTo>
                <a:lnTo>
                  <a:pt x="565699" y="97059"/>
                </a:lnTo>
                <a:lnTo>
                  <a:pt x="594279" y="129648"/>
                </a:lnTo>
                <a:lnTo>
                  <a:pt x="618361" y="165689"/>
                </a:lnTo>
                <a:lnTo>
                  <a:pt x="637532" y="204565"/>
                </a:lnTo>
                <a:lnTo>
                  <a:pt x="651466" y="245611"/>
                </a:lnTo>
                <a:lnTo>
                  <a:pt x="659922" y="288125"/>
                </a:lnTo>
                <a:close/>
              </a:path>
            </a:pathLst>
          </a:custGeom>
          <a:solidFill>
            <a:srgbClr val="7A7A7A"/>
          </a:solidFill>
          <a:ln/>
        </p:spPr>
      </p:sp>
      <p:sp>
        <p:nvSpPr>
          <p:cNvPr id="71" name="Shape 69"/>
          <p:cNvSpPr/>
          <p:nvPr/>
        </p:nvSpPr>
        <p:spPr>
          <a:xfrm>
            <a:off x="880431" y="2489732"/>
            <a:ext cx="617769" cy="617769"/>
          </a:xfrm>
          <a:custGeom>
            <a:avLst/>
            <a:gdLst/>
            <a:ahLst/>
            <a:cxnLst/>
            <a:rect l="l" t="t" r="r" b="b"/>
            <a:pathLst>
              <a:path w="617769" h="617769">
                <a:moveTo>
                  <a:pt x="617769" y="308884"/>
                </a:moveTo>
                <a:lnTo>
                  <a:pt x="615126" y="349202"/>
                </a:lnTo>
                <a:lnTo>
                  <a:pt x="607244" y="388829"/>
                </a:lnTo>
                <a:lnTo>
                  <a:pt x="594256" y="427089"/>
                </a:lnTo>
                <a:lnTo>
                  <a:pt x="576386" y="463326"/>
                </a:lnTo>
                <a:lnTo>
                  <a:pt x="553939" y="496921"/>
                </a:lnTo>
                <a:lnTo>
                  <a:pt x="527299" y="527299"/>
                </a:lnTo>
                <a:lnTo>
                  <a:pt x="496921" y="553939"/>
                </a:lnTo>
                <a:lnTo>
                  <a:pt x="463326" y="576386"/>
                </a:lnTo>
                <a:lnTo>
                  <a:pt x="427089" y="594256"/>
                </a:lnTo>
                <a:lnTo>
                  <a:pt x="388829" y="607244"/>
                </a:lnTo>
                <a:lnTo>
                  <a:pt x="349202" y="615126"/>
                </a:lnTo>
                <a:lnTo>
                  <a:pt x="308884" y="617769"/>
                </a:lnTo>
                <a:lnTo>
                  <a:pt x="268567" y="615126"/>
                </a:lnTo>
                <a:lnTo>
                  <a:pt x="228939" y="607244"/>
                </a:lnTo>
                <a:lnTo>
                  <a:pt x="190679" y="594256"/>
                </a:lnTo>
                <a:lnTo>
                  <a:pt x="154442" y="576386"/>
                </a:lnTo>
                <a:lnTo>
                  <a:pt x="120847" y="553939"/>
                </a:lnTo>
                <a:lnTo>
                  <a:pt x="90470" y="527299"/>
                </a:lnTo>
                <a:lnTo>
                  <a:pt x="63830" y="496921"/>
                </a:lnTo>
                <a:lnTo>
                  <a:pt x="41383" y="463326"/>
                </a:lnTo>
                <a:lnTo>
                  <a:pt x="23512" y="427089"/>
                </a:lnTo>
                <a:lnTo>
                  <a:pt x="10525" y="388829"/>
                </a:lnTo>
                <a:lnTo>
                  <a:pt x="2643" y="349202"/>
                </a:lnTo>
                <a:lnTo>
                  <a:pt x="0" y="308884"/>
                </a:lnTo>
                <a:lnTo>
                  <a:pt x="2643" y="268567"/>
                </a:lnTo>
                <a:lnTo>
                  <a:pt x="10525" y="228939"/>
                </a:lnTo>
                <a:lnTo>
                  <a:pt x="23512" y="190679"/>
                </a:lnTo>
                <a:lnTo>
                  <a:pt x="41383" y="154442"/>
                </a:lnTo>
                <a:lnTo>
                  <a:pt x="63830" y="120847"/>
                </a:lnTo>
                <a:lnTo>
                  <a:pt x="90470" y="90470"/>
                </a:lnTo>
                <a:lnTo>
                  <a:pt x="120847" y="63830"/>
                </a:lnTo>
                <a:lnTo>
                  <a:pt x="154442" y="41383"/>
                </a:lnTo>
                <a:lnTo>
                  <a:pt x="190679" y="23512"/>
                </a:lnTo>
                <a:lnTo>
                  <a:pt x="228939" y="10525"/>
                </a:lnTo>
                <a:lnTo>
                  <a:pt x="268567" y="2643"/>
                </a:lnTo>
                <a:lnTo>
                  <a:pt x="308884" y="0"/>
                </a:lnTo>
                <a:lnTo>
                  <a:pt x="349202" y="2643"/>
                </a:lnTo>
                <a:lnTo>
                  <a:pt x="388829" y="10525"/>
                </a:lnTo>
                <a:lnTo>
                  <a:pt x="427089" y="23512"/>
                </a:lnTo>
                <a:lnTo>
                  <a:pt x="463326" y="41383"/>
                </a:lnTo>
                <a:lnTo>
                  <a:pt x="496921" y="63830"/>
                </a:lnTo>
                <a:lnTo>
                  <a:pt x="527299" y="90470"/>
                </a:lnTo>
                <a:lnTo>
                  <a:pt x="553939" y="120847"/>
                </a:lnTo>
                <a:lnTo>
                  <a:pt x="576386" y="154442"/>
                </a:lnTo>
                <a:lnTo>
                  <a:pt x="594256" y="190679"/>
                </a:lnTo>
                <a:lnTo>
                  <a:pt x="607244" y="228939"/>
                </a:lnTo>
                <a:lnTo>
                  <a:pt x="615126" y="268567"/>
                </a:lnTo>
                <a:close/>
              </a:path>
            </a:pathLst>
          </a:custGeom>
          <a:solidFill>
            <a:srgbClr val="818181"/>
          </a:solidFill>
          <a:ln/>
        </p:spPr>
      </p:sp>
      <p:sp>
        <p:nvSpPr>
          <p:cNvPr id="72" name="Shape 70"/>
          <p:cNvSpPr/>
          <p:nvPr/>
        </p:nvSpPr>
        <p:spPr>
          <a:xfrm>
            <a:off x="897165" y="2505083"/>
            <a:ext cx="572780" cy="572780"/>
          </a:xfrm>
          <a:custGeom>
            <a:avLst/>
            <a:gdLst/>
            <a:ahLst/>
            <a:cxnLst/>
            <a:rect l="l" t="t" r="r" b="b"/>
            <a:pathLst>
              <a:path w="572780" h="572780">
                <a:moveTo>
                  <a:pt x="572780" y="286390"/>
                </a:moveTo>
                <a:lnTo>
                  <a:pt x="570330" y="323771"/>
                </a:lnTo>
                <a:lnTo>
                  <a:pt x="563022" y="360513"/>
                </a:lnTo>
                <a:lnTo>
                  <a:pt x="550980" y="395987"/>
                </a:lnTo>
                <a:lnTo>
                  <a:pt x="534411" y="429585"/>
                </a:lnTo>
                <a:lnTo>
                  <a:pt x="513599" y="460733"/>
                </a:lnTo>
                <a:lnTo>
                  <a:pt x="488898" y="488898"/>
                </a:lnTo>
                <a:lnTo>
                  <a:pt x="460733" y="513599"/>
                </a:lnTo>
                <a:lnTo>
                  <a:pt x="429585" y="534411"/>
                </a:lnTo>
                <a:lnTo>
                  <a:pt x="395987" y="550980"/>
                </a:lnTo>
                <a:lnTo>
                  <a:pt x="360513" y="563022"/>
                </a:lnTo>
                <a:lnTo>
                  <a:pt x="323771" y="570330"/>
                </a:lnTo>
                <a:lnTo>
                  <a:pt x="286390" y="572780"/>
                </a:lnTo>
                <a:lnTo>
                  <a:pt x="249009" y="570330"/>
                </a:lnTo>
                <a:lnTo>
                  <a:pt x="212267" y="563022"/>
                </a:lnTo>
                <a:lnTo>
                  <a:pt x="176793" y="550980"/>
                </a:lnTo>
                <a:lnTo>
                  <a:pt x="143195" y="534411"/>
                </a:lnTo>
                <a:lnTo>
                  <a:pt x="112047" y="513599"/>
                </a:lnTo>
                <a:lnTo>
                  <a:pt x="83882" y="488898"/>
                </a:lnTo>
                <a:lnTo>
                  <a:pt x="59182" y="460733"/>
                </a:lnTo>
                <a:lnTo>
                  <a:pt x="38369" y="429585"/>
                </a:lnTo>
                <a:lnTo>
                  <a:pt x="21800" y="395987"/>
                </a:lnTo>
                <a:lnTo>
                  <a:pt x="9759" y="360513"/>
                </a:lnTo>
                <a:lnTo>
                  <a:pt x="2450" y="323771"/>
                </a:lnTo>
                <a:lnTo>
                  <a:pt x="0" y="286390"/>
                </a:lnTo>
                <a:lnTo>
                  <a:pt x="2450" y="249009"/>
                </a:lnTo>
                <a:lnTo>
                  <a:pt x="9759" y="212267"/>
                </a:lnTo>
                <a:lnTo>
                  <a:pt x="21800" y="176793"/>
                </a:lnTo>
                <a:lnTo>
                  <a:pt x="38369" y="143195"/>
                </a:lnTo>
                <a:lnTo>
                  <a:pt x="59182" y="112047"/>
                </a:lnTo>
                <a:lnTo>
                  <a:pt x="83882" y="83882"/>
                </a:lnTo>
                <a:lnTo>
                  <a:pt x="112047" y="59182"/>
                </a:lnTo>
                <a:lnTo>
                  <a:pt x="143195" y="38369"/>
                </a:lnTo>
                <a:lnTo>
                  <a:pt x="176793" y="21800"/>
                </a:lnTo>
                <a:lnTo>
                  <a:pt x="212267" y="9759"/>
                </a:lnTo>
                <a:lnTo>
                  <a:pt x="249009" y="2450"/>
                </a:lnTo>
                <a:lnTo>
                  <a:pt x="286390" y="0"/>
                </a:lnTo>
                <a:lnTo>
                  <a:pt x="323771" y="2450"/>
                </a:lnTo>
                <a:lnTo>
                  <a:pt x="360513" y="9759"/>
                </a:lnTo>
                <a:lnTo>
                  <a:pt x="395987" y="21800"/>
                </a:lnTo>
                <a:lnTo>
                  <a:pt x="429585" y="38369"/>
                </a:lnTo>
                <a:lnTo>
                  <a:pt x="460733" y="59182"/>
                </a:lnTo>
                <a:lnTo>
                  <a:pt x="488898" y="83882"/>
                </a:lnTo>
                <a:lnTo>
                  <a:pt x="513599" y="112047"/>
                </a:lnTo>
                <a:lnTo>
                  <a:pt x="534411" y="143195"/>
                </a:lnTo>
                <a:lnTo>
                  <a:pt x="550980" y="176793"/>
                </a:lnTo>
                <a:lnTo>
                  <a:pt x="563022" y="212267"/>
                </a:lnTo>
                <a:lnTo>
                  <a:pt x="570330" y="249009"/>
                </a:lnTo>
                <a:close/>
              </a:path>
            </a:pathLst>
          </a:custGeom>
          <a:solidFill>
            <a:srgbClr val="878787"/>
          </a:solidFill>
          <a:ln/>
        </p:spPr>
      </p:sp>
      <p:sp>
        <p:nvSpPr>
          <p:cNvPr id="73" name="Shape 71"/>
          <p:cNvSpPr/>
          <p:nvPr/>
        </p:nvSpPr>
        <p:spPr>
          <a:xfrm>
            <a:off x="913899" y="2520434"/>
            <a:ext cx="527792" cy="527792"/>
          </a:xfrm>
          <a:custGeom>
            <a:avLst/>
            <a:gdLst/>
            <a:ahLst/>
            <a:cxnLst/>
            <a:rect l="l" t="t" r="r" b="b"/>
            <a:pathLst>
              <a:path w="527792" h="527792">
                <a:moveTo>
                  <a:pt x="527792" y="263896"/>
                </a:moveTo>
                <a:lnTo>
                  <a:pt x="525534" y="298341"/>
                </a:lnTo>
                <a:lnTo>
                  <a:pt x="518800" y="332197"/>
                </a:lnTo>
                <a:lnTo>
                  <a:pt x="507704" y="364884"/>
                </a:lnTo>
                <a:lnTo>
                  <a:pt x="492436" y="395844"/>
                </a:lnTo>
                <a:lnTo>
                  <a:pt x="473258" y="424545"/>
                </a:lnTo>
                <a:lnTo>
                  <a:pt x="450498" y="450498"/>
                </a:lnTo>
                <a:lnTo>
                  <a:pt x="424545" y="473258"/>
                </a:lnTo>
                <a:lnTo>
                  <a:pt x="395844" y="492436"/>
                </a:lnTo>
                <a:lnTo>
                  <a:pt x="364884" y="507704"/>
                </a:lnTo>
                <a:lnTo>
                  <a:pt x="332197" y="518800"/>
                </a:lnTo>
                <a:lnTo>
                  <a:pt x="298341" y="525534"/>
                </a:lnTo>
                <a:lnTo>
                  <a:pt x="263896" y="527792"/>
                </a:lnTo>
                <a:lnTo>
                  <a:pt x="229451" y="525534"/>
                </a:lnTo>
                <a:lnTo>
                  <a:pt x="195595" y="518800"/>
                </a:lnTo>
                <a:lnTo>
                  <a:pt x="162907" y="507704"/>
                </a:lnTo>
                <a:lnTo>
                  <a:pt x="131948" y="492436"/>
                </a:lnTo>
                <a:lnTo>
                  <a:pt x="103246" y="473258"/>
                </a:lnTo>
                <a:lnTo>
                  <a:pt x="77293" y="450498"/>
                </a:lnTo>
                <a:lnTo>
                  <a:pt x="54533" y="424545"/>
                </a:lnTo>
                <a:lnTo>
                  <a:pt x="35355" y="395844"/>
                </a:lnTo>
                <a:lnTo>
                  <a:pt x="20088" y="364884"/>
                </a:lnTo>
                <a:lnTo>
                  <a:pt x="8992" y="332197"/>
                </a:lnTo>
                <a:lnTo>
                  <a:pt x="2258" y="298341"/>
                </a:lnTo>
                <a:lnTo>
                  <a:pt x="0" y="263896"/>
                </a:lnTo>
                <a:lnTo>
                  <a:pt x="2258" y="229451"/>
                </a:lnTo>
                <a:lnTo>
                  <a:pt x="8992" y="195595"/>
                </a:lnTo>
                <a:lnTo>
                  <a:pt x="20088" y="162907"/>
                </a:lnTo>
                <a:lnTo>
                  <a:pt x="35355" y="131948"/>
                </a:lnTo>
                <a:lnTo>
                  <a:pt x="54533" y="103246"/>
                </a:lnTo>
                <a:lnTo>
                  <a:pt x="77293" y="77293"/>
                </a:lnTo>
                <a:lnTo>
                  <a:pt x="103246" y="54533"/>
                </a:lnTo>
                <a:lnTo>
                  <a:pt x="131948" y="35355"/>
                </a:lnTo>
                <a:lnTo>
                  <a:pt x="162907" y="20088"/>
                </a:lnTo>
                <a:lnTo>
                  <a:pt x="195595" y="8992"/>
                </a:lnTo>
                <a:lnTo>
                  <a:pt x="229451" y="2258"/>
                </a:lnTo>
                <a:lnTo>
                  <a:pt x="263896" y="0"/>
                </a:lnTo>
                <a:lnTo>
                  <a:pt x="298341" y="2258"/>
                </a:lnTo>
                <a:lnTo>
                  <a:pt x="332197" y="8992"/>
                </a:lnTo>
                <a:lnTo>
                  <a:pt x="364884" y="20088"/>
                </a:lnTo>
                <a:lnTo>
                  <a:pt x="395844" y="35355"/>
                </a:lnTo>
                <a:lnTo>
                  <a:pt x="424545" y="54533"/>
                </a:lnTo>
                <a:lnTo>
                  <a:pt x="450498" y="77293"/>
                </a:lnTo>
                <a:lnTo>
                  <a:pt x="473258" y="103246"/>
                </a:lnTo>
                <a:lnTo>
                  <a:pt x="492436" y="131948"/>
                </a:lnTo>
                <a:lnTo>
                  <a:pt x="507704" y="162907"/>
                </a:lnTo>
                <a:lnTo>
                  <a:pt x="518800" y="195595"/>
                </a:lnTo>
                <a:lnTo>
                  <a:pt x="525534" y="229451"/>
                </a:lnTo>
                <a:close/>
              </a:path>
            </a:pathLst>
          </a:custGeom>
          <a:solidFill>
            <a:srgbClr val="8E8E8E"/>
          </a:solidFill>
          <a:ln/>
        </p:spPr>
      </p:sp>
      <p:sp>
        <p:nvSpPr>
          <p:cNvPr id="74" name="Shape 72"/>
          <p:cNvSpPr/>
          <p:nvPr/>
        </p:nvSpPr>
        <p:spPr>
          <a:xfrm>
            <a:off x="930632" y="2535785"/>
            <a:ext cx="482803" cy="482803"/>
          </a:xfrm>
          <a:custGeom>
            <a:avLst/>
            <a:gdLst/>
            <a:ahLst/>
            <a:cxnLst/>
            <a:rect l="l" t="t" r="r" b="b"/>
            <a:pathLst>
              <a:path w="482803" h="482803">
                <a:moveTo>
                  <a:pt x="482803" y="241402"/>
                </a:moveTo>
                <a:lnTo>
                  <a:pt x="480738" y="272911"/>
                </a:lnTo>
                <a:lnTo>
                  <a:pt x="474578" y="303881"/>
                </a:lnTo>
                <a:lnTo>
                  <a:pt x="464428" y="333782"/>
                </a:lnTo>
                <a:lnTo>
                  <a:pt x="450462" y="362102"/>
                </a:lnTo>
                <a:lnTo>
                  <a:pt x="432918" y="388358"/>
                </a:lnTo>
                <a:lnTo>
                  <a:pt x="412098" y="412098"/>
                </a:lnTo>
                <a:lnTo>
                  <a:pt x="388358" y="432918"/>
                </a:lnTo>
                <a:lnTo>
                  <a:pt x="362102" y="450462"/>
                </a:lnTo>
                <a:lnTo>
                  <a:pt x="333782" y="464428"/>
                </a:lnTo>
                <a:lnTo>
                  <a:pt x="303881" y="474578"/>
                </a:lnTo>
                <a:lnTo>
                  <a:pt x="272911" y="480738"/>
                </a:lnTo>
                <a:lnTo>
                  <a:pt x="241402" y="482803"/>
                </a:lnTo>
                <a:lnTo>
                  <a:pt x="209892" y="480738"/>
                </a:lnTo>
                <a:lnTo>
                  <a:pt x="178922" y="474578"/>
                </a:lnTo>
                <a:lnTo>
                  <a:pt x="149021" y="464428"/>
                </a:lnTo>
                <a:lnTo>
                  <a:pt x="120701" y="450462"/>
                </a:lnTo>
                <a:lnTo>
                  <a:pt x="94446" y="432918"/>
                </a:lnTo>
                <a:lnTo>
                  <a:pt x="70705" y="412098"/>
                </a:lnTo>
                <a:lnTo>
                  <a:pt x="49885" y="388358"/>
                </a:lnTo>
                <a:lnTo>
                  <a:pt x="32342" y="362102"/>
                </a:lnTo>
                <a:lnTo>
                  <a:pt x="18376" y="333782"/>
                </a:lnTo>
                <a:lnTo>
                  <a:pt x="8226" y="303881"/>
                </a:lnTo>
                <a:lnTo>
                  <a:pt x="2065" y="272911"/>
                </a:lnTo>
                <a:lnTo>
                  <a:pt x="0" y="241402"/>
                </a:lnTo>
                <a:lnTo>
                  <a:pt x="2065" y="209892"/>
                </a:lnTo>
                <a:lnTo>
                  <a:pt x="8226" y="178922"/>
                </a:lnTo>
                <a:lnTo>
                  <a:pt x="18376" y="149021"/>
                </a:lnTo>
                <a:lnTo>
                  <a:pt x="32342" y="120701"/>
                </a:lnTo>
                <a:lnTo>
                  <a:pt x="49885" y="94446"/>
                </a:lnTo>
                <a:lnTo>
                  <a:pt x="70705" y="70705"/>
                </a:lnTo>
                <a:lnTo>
                  <a:pt x="94446" y="49885"/>
                </a:lnTo>
                <a:lnTo>
                  <a:pt x="120701" y="32342"/>
                </a:lnTo>
                <a:lnTo>
                  <a:pt x="149021" y="18376"/>
                </a:lnTo>
                <a:lnTo>
                  <a:pt x="178922" y="8226"/>
                </a:lnTo>
                <a:lnTo>
                  <a:pt x="209892" y="2065"/>
                </a:lnTo>
                <a:lnTo>
                  <a:pt x="241402" y="0"/>
                </a:lnTo>
                <a:lnTo>
                  <a:pt x="272911" y="2065"/>
                </a:lnTo>
                <a:lnTo>
                  <a:pt x="303881" y="8226"/>
                </a:lnTo>
                <a:lnTo>
                  <a:pt x="333782" y="18376"/>
                </a:lnTo>
                <a:lnTo>
                  <a:pt x="362102" y="32342"/>
                </a:lnTo>
                <a:lnTo>
                  <a:pt x="388358" y="49885"/>
                </a:lnTo>
                <a:lnTo>
                  <a:pt x="412098" y="70705"/>
                </a:lnTo>
                <a:lnTo>
                  <a:pt x="432918" y="94446"/>
                </a:lnTo>
                <a:lnTo>
                  <a:pt x="450462" y="120701"/>
                </a:lnTo>
                <a:lnTo>
                  <a:pt x="464428" y="149021"/>
                </a:lnTo>
                <a:lnTo>
                  <a:pt x="474578" y="178922"/>
                </a:lnTo>
                <a:lnTo>
                  <a:pt x="480738" y="209892"/>
                </a:lnTo>
                <a:close/>
              </a:path>
            </a:pathLst>
          </a:custGeom>
          <a:solidFill>
            <a:srgbClr val="959595"/>
          </a:solidFill>
          <a:ln/>
        </p:spPr>
      </p:sp>
      <p:sp>
        <p:nvSpPr>
          <p:cNvPr id="75" name="Shape 73"/>
          <p:cNvSpPr/>
          <p:nvPr/>
        </p:nvSpPr>
        <p:spPr>
          <a:xfrm>
            <a:off x="947366" y="2551136"/>
            <a:ext cx="437815" cy="437815"/>
          </a:xfrm>
          <a:custGeom>
            <a:avLst/>
            <a:gdLst/>
            <a:ahLst/>
            <a:cxnLst/>
            <a:rect l="l" t="t" r="r" b="b"/>
            <a:pathLst>
              <a:path w="437815" h="437815">
                <a:moveTo>
                  <a:pt x="437815" y="218907"/>
                </a:moveTo>
                <a:lnTo>
                  <a:pt x="435942" y="247481"/>
                </a:lnTo>
                <a:lnTo>
                  <a:pt x="430356" y="275565"/>
                </a:lnTo>
                <a:lnTo>
                  <a:pt x="421151" y="302680"/>
                </a:lnTo>
                <a:lnTo>
                  <a:pt x="408487" y="328361"/>
                </a:lnTo>
                <a:lnTo>
                  <a:pt x="392578" y="352170"/>
                </a:lnTo>
                <a:lnTo>
                  <a:pt x="373698" y="373698"/>
                </a:lnTo>
                <a:lnTo>
                  <a:pt x="352170" y="392578"/>
                </a:lnTo>
                <a:lnTo>
                  <a:pt x="328361" y="408487"/>
                </a:lnTo>
                <a:lnTo>
                  <a:pt x="302680" y="421151"/>
                </a:lnTo>
                <a:lnTo>
                  <a:pt x="275565" y="430356"/>
                </a:lnTo>
                <a:lnTo>
                  <a:pt x="247481" y="435942"/>
                </a:lnTo>
                <a:lnTo>
                  <a:pt x="218907" y="437815"/>
                </a:lnTo>
                <a:lnTo>
                  <a:pt x="190334" y="435942"/>
                </a:lnTo>
                <a:lnTo>
                  <a:pt x="162250" y="430356"/>
                </a:lnTo>
                <a:lnTo>
                  <a:pt x="135135" y="421151"/>
                </a:lnTo>
                <a:lnTo>
                  <a:pt x="109454" y="408487"/>
                </a:lnTo>
                <a:lnTo>
                  <a:pt x="85645" y="392578"/>
                </a:lnTo>
                <a:lnTo>
                  <a:pt x="64116" y="373698"/>
                </a:lnTo>
                <a:lnTo>
                  <a:pt x="45236" y="352170"/>
                </a:lnTo>
                <a:lnTo>
                  <a:pt x="29328" y="328361"/>
                </a:lnTo>
                <a:lnTo>
                  <a:pt x="16663" y="302680"/>
                </a:lnTo>
                <a:lnTo>
                  <a:pt x="7459" y="275565"/>
                </a:lnTo>
                <a:lnTo>
                  <a:pt x="1873" y="247481"/>
                </a:lnTo>
                <a:lnTo>
                  <a:pt x="0" y="218907"/>
                </a:lnTo>
                <a:lnTo>
                  <a:pt x="1873" y="190334"/>
                </a:lnTo>
                <a:lnTo>
                  <a:pt x="7459" y="162250"/>
                </a:lnTo>
                <a:lnTo>
                  <a:pt x="16663" y="135135"/>
                </a:lnTo>
                <a:lnTo>
                  <a:pt x="29328" y="109454"/>
                </a:lnTo>
                <a:lnTo>
                  <a:pt x="45236" y="85645"/>
                </a:lnTo>
                <a:lnTo>
                  <a:pt x="64116" y="64116"/>
                </a:lnTo>
                <a:lnTo>
                  <a:pt x="85645" y="45236"/>
                </a:lnTo>
                <a:lnTo>
                  <a:pt x="109454" y="29328"/>
                </a:lnTo>
                <a:lnTo>
                  <a:pt x="135135" y="16663"/>
                </a:lnTo>
                <a:lnTo>
                  <a:pt x="162250" y="7459"/>
                </a:lnTo>
                <a:lnTo>
                  <a:pt x="190334" y="1873"/>
                </a:lnTo>
                <a:lnTo>
                  <a:pt x="218907" y="0"/>
                </a:lnTo>
                <a:lnTo>
                  <a:pt x="247481" y="1873"/>
                </a:lnTo>
                <a:lnTo>
                  <a:pt x="275565" y="7459"/>
                </a:lnTo>
                <a:lnTo>
                  <a:pt x="302680" y="16663"/>
                </a:lnTo>
                <a:lnTo>
                  <a:pt x="328361" y="29328"/>
                </a:lnTo>
                <a:lnTo>
                  <a:pt x="352170" y="45236"/>
                </a:lnTo>
                <a:lnTo>
                  <a:pt x="373698" y="64116"/>
                </a:lnTo>
                <a:lnTo>
                  <a:pt x="392578" y="85645"/>
                </a:lnTo>
                <a:lnTo>
                  <a:pt x="408487" y="109454"/>
                </a:lnTo>
                <a:lnTo>
                  <a:pt x="421151" y="135135"/>
                </a:lnTo>
                <a:lnTo>
                  <a:pt x="430356" y="162250"/>
                </a:lnTo>
                <a:lnTo>
                  <a:pt x="435942" y="190334"/>
                </a:lnTo>
                <a:close/>
              </a:path>
            </a:pathLst>
          </a:custGeom>
          <a:solidFill>
            <a:srgbClr val="9B9B9B"/>
          </a:solidFill>
          <a:ln/>
        </p:spPr>
      </p:sp>
      <p:sp>
        <p:nvSpPr>
          <p:cNvPr id="76" name="Shape 74"/>
          <p:cNvSpPr/>
          <p:nvPr/>
        </p:nvSpPr>
        <p:spPr>
          <a:xfrm>
            <a:off x="964099" y="2566487"/>
            <a:ext cx="392826" cy="392826"/>
          </a:xfrm>
          <a:custGeom>
            <a:avLst/>
            <a:gdLst/>
            <a:ahLst/>
            <a:cxnLst/>
            <a:rect l="l" t="t" r="r" b="b"/>
            <a:pathLst>
              <a:path w="392826" h="392826">
                <a:moveTo>
                  <a:pt x="392826" y="196413"/>
                </a:moveTo>
                <a:lnTo>
                  <a:pt x="391146" y="222050"/>
                </a:lnTo>
                <a:lnTo>
                  <a:pt x="386134" y="247249"/>
                </a:lnTo>
                <a:lnTo>
                  <a:pt x="377875" y="271577"/>
                </a:lnTo>
                <a:lnTo>
                  <a:pt x="366512" y="294620"/>
                </a:lnTo>
                <a:lnTo>
                  <a:pt x="352238" y="315982"/>
                </a:lnTo>
                <a:lnTo>
                  <a:pt x="335298" y="335298"/>
                </a:lnTo>
                <a:lnTo>
                  <a:pt x="315982" y="352238"/>
                </a:lnTo>
                <a:lnTo>
                  <a:pt x="294620" y="366512"/>
                </a:lnTo>
                <a:lnTo>
                  <a:pt x="271577" y="377875"/>
                </a:lnTo>
                <a:lnTo>
                  <a:pt x="247249" y="386134"/>
                </a:lnTo>
                <a:lnTo>
                  <a:pt x="222050" y="391146"/>
                </a:lnTo>
                <a:lnTo>
                  <a:pt x="196413" y="392826"/>
                </a:lnTo>
                <a:lnTo>
                  <a:pt x="170776" y="391146"/>
                </a:lnTo>
                <a:lnTo>
                  <a:pt x="145578" y="386134"/>
                </a:lnTo>
                <a:lnTo>
                  <a:pt x="121249" y="377875"/>
                </a:lnTo>
                <a:lnTo>
                  <a:pt x="98207" y="366512"/>
                </a:lnTo>
                <a:lnTo>
                  <a:pt x="76844" y="352238"/>
                </a:lnTo>
                <a:lnTo>
                  <a:pt x="57528" y="335298"/>
                </a:lnTo>
                <a:lnTo>
                  <a:pt x="40588" y="315982"/>
                </a:lnTo>
                <a:lnTo>
                  <a:pt x="26314" y="294620"/>
                </a:lnTo>
                <a:lnTo>
                  <a:pt x="14951" y="271577"/>
                </a:lnTo>
                <a:lnTo>
                  <a:pt x="6693" y="247249"/>
                </a:lnTo>
                <a:lnTo>
                  <a:pt x="1680" y="222050"/>
                </a:lnTo>
                <a:lnTo>
                  <a:pt x="0" y="196413"/>
                </a:lnTo>
                <a:lnTo>
                  <a:pt x="1680" y="170776"/>
                </a:lnTo>
                <a:lnTo>
                  <a:pt x="6693" y="145578"/>
                </a:lnTo>
                <a:lnTo>
                  <a:pt x="14951" y="121249"/>
                </a:lnTo>
                <a:lnTo>
                  <a:pt x="26314" y="98207"/>
                </a:lnTo>
                <a:lnTo>
                  <a:pt x="40588" y="76844"/>
                </a:lnTo>
                <a:lnTo>
                  <a:pt x="57528" y="57528"/>
                </a:lnTo>
                <a:lnTo>
                  <a:pt x="76844" y="40588"/>
                </a:lnTo>
                <a:lnTo>
                  <a:pt x="98207" y="26314"/>
                </a:lnTo>
                <a:lnTo>
                  <a:pt x="121249" y="14951"/>
                </a:lnTo>
                <a:lnTo>
                  <a:pt x="145578" y="6693"/>
                </a:lnTo>
                <a:lnTo>
                  <a:pt x="170776" y="1680"/>
                </a:lnTo>
                <a:lnTo>
                  <a:pt x="196413" y="0"/>
                </a:lnTo>
                <a:lnTo>
                  <a:pt x="222050" y="1680"/>
                </a:lnTo>
                <a:lnTo>
                  <a:pt x="247249" y="6693"/>
                </a:lnTo>
                <a:lnTo>
                  <a:pt x="271577" y="14951"/>
                </a:lnTo>
                <a:lnTo>
                  <a:pt x="294620" y="26314"/>
                </a:lnTo>
                <a:lnTo>
                  <a:pt x="315982" y="40588"/>
                </a:lnTo>
                <a:lnTo>
                  <a:pt x="335298" y="57528"/>
                </a:lnTo>
                <a:lnTo>
                  <a:pt x="352238" y="76844"/>
                </a:lnTo>
                <a:lnTo>
                  <a:pt x="366512" y="98207"/>
                </a:lnTo>
                <a:lnTo>
                  <a:pt x="377875" y="121249"/>
                </a:lnTo>
                <a:lnTo>
                  <a:pt x="386134" y="145578"/>
                </a:lnTo>
                <a:lnTo>
                  <a:pt x="391146" y="170776"/>
                </a:lnTo>
                <a:close/>
              </a:path>
            </a:pathLst>
          </a:custGeom>
          <a:solidFill>
            <a:srgbClr val="A2A2A2"/>
          </a:solidFill>
          <a:ln/>
        </p:spPr>
      </p:sp>
      <p:sp>
        <p:nvSpPr>
          <p:cNvPr id="77" name="Shape 75"/>
          <p:cNvSpPr/>
          <p:nvPr/>
        </p:nvSpPr>
        <p:spPr>
          <a:xfrm>
            <a:off x="980833" y="2581838"/>
            <a:ext cx="347838" cy="347838"/>
          </a:xfrm>
          <a:custGeom>
            <a:avLst/>
            <a:gdLst/>
            <a:ahLst/>
            <a:cxnLst/>
            <a:rect l="l" t="t" r="r" b="b"/>
            <a:pathLst>
              <a:path w="347838" h="347838">
                <a:moveTo>
                  <a:pt x="347838" y="173919"/>
                </a:moveTo>
                <a:lnTo>
                  <a:pt x="346350" y="196620"/>
                </a:lnTo>
                <a:lnTo>
                  <a:pt x="341912" y="218932"/>
                </a:lnTo>
                <a:lnTo>
                  <a:pt x="334599" y="240475"/>
                </a:lnTo>
                <a:lnTo>
                  <a:pt x="324537" y="260878"/>
                </a:lnTo>
                <a:lnTo>
                  <a:pt x="311898" y="279794"/>
                </a:lnTo>
                <a:lnTo>
                  <a:pt x="296898" y="296898"/>
                </a:lnTo>
                <a:lnTo>
                  <a:pt x="279794" y="311898"/>
                </a:lnTo>
                <a:lnTo>
                  <a:pt x="260878" y="324537"/>
                </a:lnTo>
                <a:lnTo>
                  <a:pt x="240475" y="334599"/>
                </a:lnTo>
                <a:lnTo>
                  <a:pt x="218932" y="341912"/>
                </a:lnTo>
                <a:lnTo>
                  <a:pt x="196620" y="346350"/>
                </a:lnTo>
                <a:lnTo>
                  <a:pt x="173919" y="347838"/>
                </a:lnTo>
                <a:lnTo>
                  <a:pt x="151218" y="346350"/>
                </a:lnTo>
                <a:lnTo>
                  <a:pt x="128905" y="341912"/>
                </a:lnTo>
                <a:lnTo>
                  <a:pt x="107363" y="334599"/>
                </a:lnTo>
                <a:lnTo>
                  <a:pt x="86959" y="324537"/>
                </a:lnTo>
                <a:lnTo>
                  <a:pt x="68044" y="311898"/>
                </a:lnTo>
                <a:lnTo>
                  <a:pt x="50940" y="296898"/>
                </a:lnTo>
                <a:lnTo>
                  <a:pt x="35940" y="279794"/>
                </a:lnTo>
                <a:lnTo>
                  <a:pt x="23301" y="260878"/>
                </a:lnTo>
                <a:lnTo>
                  <a:pt x="13239" y="240475"/>
                </a:lnTo>
                <a:lnTo>
                  <a:pt x="5926" y="218932"/>
                </a:lnTo>
                <a:lnTo>
                  <a:pt x="1488" y="196620"/>
                </a:lnTo>
                <a:lnTo>
                  <a:pt x="0" y="173919"/>
                </a:lnTo>
                <a:lnTo>
                  <a:pt x="1488" y="151218"/>
                </a:lnTo>
                <a:lnTo>
                  <a:pt x="5926" y="128905"/>
                </a:lnTo>
                <a:lnTo>
                  <a:pt x="13239" y="107363"/>
                </a:lnTo>
                <a:lnTo>
                  <a:pt x="23301" y="86959"/>
                </a:lnTo>
                <a:lnTo>
                  <a:pt x="35940" y="68044"/>
                </a:lnTo>
                <a:lnTo>
                  <a:pt x="50940" y="50940"/>
                </a:lnTo>
                <a:lnTo>
                  <a:pt x="68044" y="35940"/>
                </a:lnTo>
                <a:lnTo>
                  <a:pt x="86959" y="23301"/>
                </a:lnTo>
                <a:lnTo>
                  <a:pt x="107363" y="13239"/>
                </a:lnTo>
                <a:lnTo>
                  <a:pt x="128905" y="5926"/>
                </a:lnTo>
                <a:lnTo>
                  <a:pt x="151218" y="1488"/>
                </a:lnTo>
                <a:lnTo>
                  <a:pt x="173919" y="0"/>
                </a:lnTo>
                <a:lnTo>
                  <a:pt x="196620" y="1488"/>
                </a:lnTo>
                <a:lnTo>
                  <a:pt x="218932" y="5926"/>
                </a:lnTo>
                <a:lnTo>
                  <a:pt x="240475" y="13239"/>
                </a:lnTo>
                <a:lnTo>
                  <a:pt x="260878" y="23301"/>
                </a:lnTo>
                <a:lnTo>
                  <a:pt x="279794" y="35940"/>
                </a:lnTo>
                <a:lnTo>
                  <a:pt x="296898" y="50940"/>
                </a:lnTo>
                <a:lnTo>
                  <a:pt x="311898" y="68044"/>
                </a:lnTo>
                <a:lnTo>
                  <a:pt x="324537" y="86959"/>
                </a:lnTo>
                <a:lnTo>
                  <a:pt x="334599" y="107363"/>
                </a:lnTo>
                <a:lnTo>
                  <a:pt x="341912" y="128905"/>
                </a:lnTo>
                <a:lnTo>
                  <a:pt x="346350" y="151218"/>
                </a:lnTo>
                <a:close/>
              </a:path>
            </a:pathLst>
          </a:custGeom>
          <a:solidFill>
            <a:srgbClr val="A9A9A9"/>
          </a:solidFill>
          <a:ln/>
        </p:spPr>
      </p:sp>
      <p:sp>
        <p:nvSpPr>
          <p:cNvPr id="78" name="Shape 76"/>
          <p:cNvSpPr/>
          <p:nvPr/>
        </p:nvSpPr>
        <p:spPr>
          <a:xfrm>
            <a:off x="997566" y="2597189"/>
            <a:ext cx="302849" cy="302849"/>
          </a:xfrm>
          <a:custGeom>
            <a:avLst/>
            <a:gdLst/>
            <a:ahLst/>
            <a:cxnLst/>
            <a:rect l="l" t="t" r="r" b="b"/>
            <a:pathLst>
              <a:path w="302849" h="302849">
                <a:moveTo>
                  <a:pt x="302849" y="151425"/>
                </a:moveTo>
                <a:lnTo>
                  <a:pt x="301554" y="171190"/>
                </a:lnTo>
                <a:lnTo>
                  <a:pt x="297690" y="190616"/>
                </a:lnTo>
                <a:lnTo>
                  <a:pt x="291323" y="209372"/>
                </a:lnTo>
                <a:lnTo>
                  <a:pt x="282562" y="227137"/>
                </a:lnTo>
                <a:lnTo>
                  <a:pt x="271558" y="243606"/>
                </a:lnTo>
                <a:lnTo>
                  <a:pt x="258498" y="258498"/>
                </a:lnTo>
                <a:lnTo>
                  <a:pt x="243606" y="271558"/>
                </a:lnTo>
                <a:lnTo>
                  <a:pt x="227137" y="282562"/>
                </a:lnTo>
                <a:lnTo>
                  <a:pt x="209372" y="291323"/>
                </a:lnTo>
                <a:lnTo>
                  <a:pt x="190616" y="297690"/>
                </a:lnTo>
                <a:lnTo>
                  <a:pt x="171190" y="301554"/>
                </a:lnTo>
                <a:lnTo>
                  <a:pt x="151425" y="302849"/>
                </a:lnTo>
                <a:lnTo>
                  <a:pt x="131660" y="301554"/>
                </a:lnTo>
                <a:lnTo>
                  <a:pt x="112233" y="297690"/>
                </a:lnTo>
                <a:lnTo>
                  <a:pt x="93477" y="291323"/>
                </a:lnTo>
                <a:lnTo>
                  <a:pt x="75712" y="282562"/>
                </a:lnTo>
                <a:lnTo>
                  <a:pt x="59243" y="271558"/>
                </a:lnTo>
                <a:lnTo>
                  <a:pt x="44351" y="258498"/>
                </a:lnTo>
                <a:lnTo>
                  <a:pt x="31291" y="243606"/>
                </a:lnTo>
                <a:lnTo>
                  <a:pt x="20287" y="227137"/>
                </a:lnTo>
                <a:lnTo>
                  <a:pt x="11527" y="209372"/>
                </a:lnTo>
                <a:lnTo>
                  <a:pt x="5160" y="190616"/>
                </a:lnTo>
                <a:lnTo>
                  <a:pt x="1295" y="171190"/>
                </a:lnTo>
                <a:lnTo>
                  <a:pt x="0" y="151425"/>
                </a:lnTo>
                <a:lnTo>
                  <a:pt x="1295" y="131660"/>
                </a:lnTo>
                <a:lnTo>
                  <a:pt x="5160" y="112233"/>
                </a:lnTo>
                <a:lnTo>
                  <a:pt x="11527" y="93477"/>
                </a:lnTo>
                <a:lnTo>
                  <a:pt x="20287" y="75712"/>
                </a:lnTo>
                <a:lnTo>
                  <a:pt x="31291" y="59243"/>
                </a:lnTo>
                <a:lnTo>
                  <a:pt x="44351" y="44351"/>
                </a:lnTo>
                <a:lnTo>
                  <a:pt x="59243" y="31291"/>
                </a:lnTo>
                <a:lnTo>
                  <a:pt x="75712" y="20287"/>
                </a:lnTo>
                <a:lnTo>
                  <a:pt x="93477" y="11527"/>
                </a:lnTo>
                <a:lnTo>
                  <a:pt x="112233" y="5160"/>
                </a:lnTo>
                <a:lnTo>
                  <a:pt x="131660" y="1295"/>
                </a:lnTo>
                <a:lnTo>
                  <a:pt x="151425" y="0"/>
                </a:lnTo>
                <a:lnTo>
                  <a:pt x="171190" y="1295"/>
                </a:lnTo>
                <a:lnTo>
                  <a:pt x="190616" y="5160"/>
                </a:lnTo>
                <a:lnTo>
                  <a:pt x="209372" y="11527"/>
                </a:lnTo>
                <a:lnTo>
                  <a:pt x="227137" y="20287"/>
                </a:lnTo>
                <a:lnTo>
                  <a:pt x="243606" y="31291"/>
                </a:lnTo>
                <a:lnTo>
                  <a:pt x="258498" y="44351"/>
                </a:lnTo>
                <a:lnTo>
                  <a:pt x="271558" y="59243"/>
                </a:lnTo>
                <a:lnTo>
                  <a:pt x="282562" y="75712"/>
                </a:lnTo>
                <a:lnTo>
                  <a:pt x="291323" y="93477"/>
                </a:lnTo>
                <a:lnTo>
                  <a:pt x="297690" y="112233"/>
                </a:lnTo>
                <a:lnTo>
                  <a:pt x="301554" y="131660"/>
                </a:lnTo>
                <a:close/>
              </a:path>
            </a:pathLst>
          </a:custGeom>
          <a:solidFill>
            <a:srgbClr val="AFAFAF"/>
          </a:solidFill>
          <a:ln/>
        </p:spPr>
      </p:sp>
      <p:sp>
        <p:nvSpPr>
          <p:cNvPr id="79" name="Shape 77"/>
          <p:cNvSpPr/>
          <p:nvPr/>
        </p:nvSpPr>
        <p:spPr>
          <a:xfrm>
            <a:off x="1014300" y="2612540"/>
            <a:ext cx="257861" cy="257861"/>
          </a:xfrm>
          <a:custGeom>
            <a:avLst/>
            <a:gdLst/>
            <a:ahLst/>
            <a:cxnLst/>
            <a:rect l="l" t="t" r="r" b="b"/>
            <a:pathLst>
              <a:path w="257861" h="257861">
                <a:moveTo>
                  <a:pt x="257861" y="128930"/>
                </a:moveTo>
                <a:lnTo>
                  <a:pt x="256758" y="145759"/>
                </a:lnTo>
                <a:lnTo>
                  <a:pt x="253468" y="162300"/>
                </a:lnTo>
                <a:lnTo>
                  <a:pt x="248047" y="178270"/>
                </a:lnTo>
                <a:lnTo>
                  <a:pt x="240587" y="193396"/>
                </a:lnTo>
                <a:lnTo>
                  <a:pt x="231218" y="207418"/>
                </a:lnTo>
                <a:lnTo>
                  <a:pt x="220098" y="220098"/>
                </a:lnTo>
                <a:lnTo>
                  <a:pt x="207418" y="231218"/>
                </a:lnTo>
                <a:lnTo>
                  <a:pt x="193396" y="240587"/>
                </a:lnTo>
                <a:lnTo>
                  <a:pt x="178270" y="248047"/>
                </a:lnTo>
                <a:lnTo>
                  <a:pt x="162300" y="253468"/>
                </a:lnTo>
                <a:lnTo>
                  <a:pt x="145759" y="256758"/>
                </a:lnTo>
                <a:lnTo>
                  <a:pt x="128930" y="257861"/>
                </a:lnTo>
                <a:lnTo>
                  <a:pt x="112102" y="256758"/>
                </a:lnTo>
                <a:lnTo>
                  <a:pt x="95561" y="253468"/>
                </a:lnTo>
                <a:lnTo>
                  <a:pt x="79591" y="248047"/>
                </a:lnTo>
                <a:lnTo>
                  <a:pt x="64465" y="240587"/>
                </a:lnTo>
                <a:lnTo>
                  <a:pt x="50443" y="231218"/>
                </a:lnTo>
                <a:lnTo>
                  <a:pt x="37763" y="220098"/>
                </a:lnTo>
                <a:lnTo>
                  <a:pt x="26643" y="207418"/>
                </a:lnTo>
                <a:lnTo>
                  <a:pt x="17273" y="193396"/>
                </a:lnTo>
                <a:lnTo>
                  <a:pt x="9814" y="178270"/>
                </a:lnTo>
                <a:lnTo>
                  <a:pt x="4393" y="162300"/>
                </a:lnTo>
                <a:lnTo>
                  <a:pt x="1103" y="145759"/>
                </a:lnTo>
                <a:lnTo>
                  <a:pt x="0" y="128930"/>
                </a:lnTo>
                <a:lnTo>
                  <a:pt x="1103" y="112102"/>
                </a:lnTo>
                <a:lnTo>
                  <a:pt x="4393" y="95561"/>
                </a:lnTo>
                <a:lnTo>
                  <a:pt x="9814" y="79591"/>
                </a:lnTo>
                <a:lnTo>
                  <a:pt x="17273" y="64465"/>
                </a:lnTo>
                <a:lnTo>
                  <a:pt x="26643" y="50443"/>
                </a:lnTo>
                <a:lnTo>
                  <a:pt x="37763" y="37763"/>
                </a:lnTo>
                <a:lnTo>
                  <a:pt x="50443" y="26643"/>
                </a:lnTo>
                <a:lnTo>
                  <a:pt x="64465" y="17273"/>
                </a:lnTo>
                <a:lnTo>
                  <a:pt x="79591" y="9814"/>
                </a:lnTo>
                <a:lnTo>
                  <a:pt x="95561" y="4393"/>
                </a:lnTo>
                <a:lnTo>
                  <a:pt x="112102" y="1103"/>
                </a:lnTo>
                <a:lnTo>
                  <a:pt x="128930" y="0"/>
                </a:lnTo>
                <a:lnTo>
                  <a:pt x="145759" y="1103"/>
                </a:lnTo>
                <a:lnTo>
                  <a:pt x="162300" y="4393"/>
                </a:lnTo>
                <a:lnTo>
                  <a:pt x="178270" y="9814"/>
                </a:lnTo>
                <a:lnTo>
                  <a:pt x="193396" y="17273"/>
                </a:lnTo>
                <a:lnTo>
                  <a:pt x="207418" y="26643"/>
                </a:lnTo>
                <a:lnTo>
                  <a:pt x="220098" y="37763"/>
                </a:lnTo>
                <a:lnTo>
                  <a:pt x="231218" y="50443"/>
                </a:lnTo>
                <a:lnTo>
                  <a:pt x="240587" y="64465"/>
                </a:lnTo>
                <a:lnTo>
                  <a:pt x="248047" y="79591"/>
                </a:lnTo>
                <a:lnTo>
                  <a:pt x="253468" y="95561"/>
                </a:lnTo>
                <a:lnTo>
                  <a:pt x="256758" y="112102"/>
                </a:lnTo>
                <a:close/>
              </a:path>
            </a:pathLst>
          </a:custGeom>
          <a:solidFill>
            <a:srgbClr val="B6B6B6"/>
          </a:solidFill>
          <a:ln/>
        </p:spPr>
      </p:sp>
      <p:sp>
        <p:nvSpPr>
          <p:cNvPr id="80" name="Shape 78"/>
          <p:cNvSpPr/>
          <p:nvPr/>
        </p:nvSpPr>
        <p:spPr>
          <a:xfrm>
            <a:off x="1031033" y="2627891"/>
            <a:ext cx="212872" cy="212872"/>
          </a:xfrm>
          <a:custGeom>
            <a:avLst/>
            <a:gdLst/>
            <a:ahLst/>
            <a:cxnLst/>
            <a:rect l="l" t="t" r="r" b="b"/>
            <a:pathLst>
              <a:path w="212872" h="212872">
                <a:moveTo>
                  <a:pt x="212872" y="106436"/>
                </a:moveTo>
                <a:lnTo>
                  <a:pt x="211962" y="120329"/>
                </a:lnTo>
                <a:lnTo>
                  <a:pt x="209246" y="133984"/>
                </a:lnTo>
                <a:lnTo>
                  <a:pt x="204770" y="147168"/>
                </a:lnTo>
                <a:lnTo>
                  <a:pt x="198613" y="159654"/>
                </a:lnTo>
                <a:lnTo>
                  <a:pt x="190878" y="171230"/>
                </a:lnTo>
                <a:lnTo>
                  <a:pt x="181698" y="181698"/>
                </a:lnTo>
                <a:lnTo>
                  <a:pt x="171230" y="190878"/>
                </a:lnTo>
                <a:lnTo>
                  <a:pt x="159654" y="198613"/>
                </a:lnTo>
                <a:lnTo>
                  <a:pt x="147168" y="204770"/>
                </a:lnTo>
                <a:lnTo>
                  <a:pt x="133984" y="209246"/>
                </a:lnTo>
                <a:lnTo>
                  <a:pt x="120329" y="211962"/>
                </a:lnTo>
                <a:lnTo>
                  <a:pt x="106436" y="212872"/>
                </a:lnTo>
                <a:lnTo>
                  <a:pt x="92543" y="211962"/>
                </a:lnTo>
                <a:lnTo>
                  <a:pt x="78888" y="209246"/>
                </a:lnTo>
                <a:lnTo>
                  <a:pt x="65705" y="204770"/>
                </a:lnTo>
                <a:lnTo>
                  <a:pt x="53218" y="198613"/>
                </a:lnTo>
                <a:lnTo>
                  <a:pt x="41642" y="190878"/>
                </a:lnTo>
                <a:lnTo>
                  <a:pt x="31174" y="181698"/>
                </a:lnTo>
                <a:lnTo>
                  <a:pt x="21995" y="171230"/>
                </a:lnTo>
                <a:lnTo>
                  <a:pt x="14260" y="159654"/>
                </a:lnTo>
                <a:lnTo>
                  <a:pt x="8102" y="147168"/>
                </a:lnTo>
                <a:lnTo>
                  <a:pt x="3627" y="133984"/>
                </a:lnTo>
                <a:lnTo>
                  <a:pt x="911" y="120329"/>
                </a:lnTo>
                <a:lnTo>
                  <a:pt x="0" y="106436"/>
                </a:lnTo>
                <a:lnTo>
                  <a:pt x="911" y="92543"/>
                </a:lnTo>
                <a:lnTo>
                  <a:pt x="3627" y="78888"/>
                </a:lnTo>
                <a:lnTo>
                  <a:pt x="8102" y="65705"/>
                </a:lnTo>
                <a:lnTo>
                  <a:pt x="14260" y="53218"/>
                </a:lnTo>
                <a:lnTo>
                  <a:pt x="21995" y="41642"/>
                </a:lnTo>
                <a:lnTo>
                  <a:pt x="31174" y="31174"/>
                </a:lnTo>
                <a:lnTo>
                  <a:pt x="41642" y="21995"/>
                </a:lnTo>
                <a:lnTo>
                  <a:pt x="53218" y="14260"/>
                </a:lnTo>
                <a:lnTo>
                  <a:pt x="65705" y="8102"/>
                </a:lnTo>
                <a:lnTo>
                  <a:pt x="78888" y="3627"/>
                </a:lnTo>
                <a:lnTo>
                  <a:pt x="92543" y="911"/>
                </a:lnTo>
                <a:lnTo>
                  <a:pt x="106436" y="0"/>
                </a:lnTo>
                <a:lnTo>
                  <a:pt x="120329" y="911"/>
                </a:lnTo>
                <a:lnTo>
                  <a:pt x="133984" y="3627"/>
                </a:lnTo>
                <a:lnTo>
                  <a:pt x="147168" y="8102"/>
                </a:lnTo>
                <a:lnTo>
                  <a:pt x="159654" y="14260"/>
                </a:lnTo>
                <a:lnTo>
                  <a:pt x="171230" y="21995"/>
                </a:lnTo>
                <a:lnTo>
                  <a:pt x="181698" y="31174"/>
                </a:lnTo>
                <a:lnTo>
                  <a:pt x="190878" y="41642"/>
                </a:lnTo>
                <a:lnTo>
                  <a:pt x="198613" y="53218"/>
                </a:lnTo>
                <a:lnTo>
                  <a:pt x="204770" y="65705"/>
                </a:lnTo>
                <a:lnTo>
                  <a:pt x="209246" y="78888"/>
                </a:lnTo>
                <a:lnTo>
                  <a:pt x="211962" y="92543"/>
                </a:lnTo>
                <a:close/>
              </a:path>
            </a:pathLst>
          </a:custGeom>
          <a:solidFill>
            <a:srgbClr val="BCBCBC"/>
          </a:solidFill>
          <a:ln/>
        </p:spPr>
      </p:sp>
      <p:sp>
        <p:nvSpPr>
          <p:cNvPr id="81" name="Shape 79"/>
          <p:cNvSpPr/>
          <p:nvPr/>
        </p:nvSpPr>
        <p:spPr>
          <a:xfrm>
            <a:off x="1047767" y="2643242"/>
            <a:ext cx="167884" cy="167884"/>
          </a:xfrm>
          <a:custGeom>
            <a:avLst/>
            <a:gdLst/>
            <a:ahLst/>
            <a:cxnLst/>
            <a:rect l="l" t="t" r="r" b="b"/>
            <a:pathLst>
              <a:path w="167884" h="167884">
                <a:moveTo>
                  <a:pt x="167884" y="83942"/>
                </a:moveTo>
                <a:lnTo>
                  <a:pt x="167166" y="94899"/>
                </a:lnTo>
                <a:lnTo>
                  <a:pt x="165024" y="105668"/>
                </a:lnTo>
                <a:lnTo>
                  <a:pt x="161494" y="116065"/>
                </a:lnTo>
                <a:lnTo>
                  <a:pt x="156638" y="125913"/>
                </a:lnTo>
                <a:lnTo>
                  <a:pt x="150538" y="135043"/>
                </a:lnTo>
                <a:lnTo>
                  <a:pt x="143298" y="143298"/>
                </a:lnTo>
                <a:lnTo>
                  <a:pt x="135043" y="150538"/>
                </a:lnTo>
                <a:lnTo>
                  <a:pt x="125913" y="156638"/>
                </a:lnTo>
                <a:lnTo>
                  <a:pt x="116065" y="161494"/>
                </a:lnTo>
                <a:lnTo>
                  <a:pt x="105668" y="165024"/>
                </a:lnTo>
                <a:lnTo>
                  <a:pt x="94899" y="167166"/>
                </a:lnTo>
                <a:lnTo>
                  <a:pt x="83942" y="167884"/>
                </a:lnTo>
                <a:lnTo>
                  <a:pt x="72985" y="167166"/>
                </a:lnTo>
                <a:lnTo>
                  <a:pt x="62216" y="165024"/>
                </a:lnTo>
                <a:lnTo>
                  <a:pt x="51819" y="161494"/>
                </a:lnTo>
                <a:lnTo>
                  <a:pt x="41971" y="156638"/>
                </a:lnTo>
                <a:lnTo>
                  <a:pt x="32841" y="150538"/>
                </a:lnTo>
                <a:lnTo>
                  <a:pt x="24586" y="143298"/>
                </a:lnTo>
                <a:lnTo>
                  <a:pt x="17346" y="135043"/>
                </a:lnTo>
                <a:lnTo>
                  <a:pt x="11246" y="125913"/>
                </a:lnTo>
                <a:lnTo>
                  <a:pt x="6390" y="116065"/>
                </a:lnTo>
                <a:lnTo>
                  <a:pt x="2860" y="105668"/>
                </a:lnTo>
                <a:lnTo>
                  <a:pt x="718" y="94899"/>
                </a:lnTo>
                <a:lnTo>
                  <a:pt x="0" y="83942"/>
                </a:lnTo>
                <a:lnTo>
                  <a:pt x="718" y="72985"/>
                </a:lnTo>
                <a:lnTo>
                  <a:pt x="2860" y="62216"/>
                </a:lnTo>
                <a:lnTo>
                  <a:pt x="6390" y="51819"/>
                </a:lnTo>
                <a:lnTo>
                  <a:pt x="11246" y="41971"/>
                </a:lnTo>
                <a:lnTo>
                  <a:pt x="17346" y="32841"/>
                </a:lnTo>
                <a:lnTo>
                  <a:pt x="24586" y="24586"/>
                </a:lnTo>
                <a:lnTo>
                  <a:pt x="32841" y="17346"/>
                </a:lnTo>
                <a:lnTo>
                  <a:pt x="41971" y="11246"/>
                </a:lnTo>
                <a:lnTo>
                  <a:pt x="51819" y="6390"/>
                </a:lnTo>
                <a:lnTo>
                  <a:pt x="62216" y="2860"/>
                </a:lnTo>
                <a:lnTo>
                  <a:pt x="72985" y="718"/>
                </a:lnTo>
                <a:lnTo>
                  <a:pt x="83942" y="0"/>
                </a:lnTo>
                <a:lnTo>
                  <a:pt x="94899" y="718"/>
                </a:lnTo>
                <a:lnTo>
                  <a:pt x="105668" y="2860"/>
                </a:lnTo>
                <a:lnTo>
                  <a:pt x="116065" y="6390"/>
                </a:lnTo>
                <a:lnTo>
                  <a:pt x="125913" y="11246"/>
                </a:lnTo>
                <a:lnTo>
                  <a:pt x="135043" y="17346"/>
                </a:lnTo>
                <a:lnTo>
                  <a:pt x="143298" y="24586"/>
                </a:lnTo>
                <a:lnTo>
                  <a:pt x="150538" y="32841"/>
                </a:lnTo>
                <a:lnTo>
                  <a:pt x="156638" y="41971"/>
                </a:lnTo>
                <a:lnTo>
                  <a:pt x="161494" y="51819"/>
                </a:lnTo>
                <a:lnTo>
                  <a:pt x="165024" y="62216"/>
                </a:lnTo>
                <a:lnTo>
                  <a:pt x="167166" y="72985"/>
                </a:lnTo>
                <a:close/>
              </a:path>
            </a:pathLst>
          </a:custGeom>
          <a:solidFill>
            <a:srgbClr val="C3C3C3"/>
          </a:solidFill>
          <a:ln/>
        </p:spPr>
      </p:sp>
      <p:sp>
        <p:nvSpPr>
          <p:cNvPr id="82" name="Shape 80"/>
          <p:cNvSpPr/>
          <p:nvPr/>
        </p:nvSpPr>
        <p:spPr>
          <a:xfrm>
            <a:off x="763297" y="2382276"/>
            <a:ext cx="932688" cy="932688"/>
          </a:xfrm>
          <a:custGeom>
            <a:avLst/>
            <a:gdLst/>
            <a:ahLst/>
            <a:cxnLst/>
            <a:rect l="l" t="t" r="r" b="b"/>
            <a:pathLst>
              <a:path w="932688" h="932688">
                <a:moveTo>
                  <a:pt x="932688" y="466344"/>
                </a:moveTo>
                <a:lnTo>
                  <a:pt x="928698" y="527214"/>
                </a:lnTo>
                <a:lnTo>
                  <a:pt x="916798" y="587043"/>
                </a:lnTo>
                <a:lnTo>
                  <a:pt x="897190" y="644806"/>
                </a:lnTo>
                <a:lnTo>
                  <a:pt x="870210" y="699516"/>
                </a:lnTo>
                <a:lnTo>
                  <a:pt x="836320" y="750236"/>
                </a:lnTo>
                <a:lnTo>
                  <a:pt x="796099" y="796099"/>
                </a:lnTo>
                <a:lnTo>
                  <a:pt x="750236" y="836320"/>
                </a:lnTo>
                <a:lnTo>
                  <a:pt x="699516" y="870210"/>
                </a:lnTo>
                <a:lnTo>
                  <a:pt x="644806" y="897190"/>
                </a:lnTo>
                <a:lnTo>
                  <a:pt x="587043" y="916798"/>
                </a:lnTo>
                <a:lnTo>
                  <a:pt x="527214" y="928698"/>
                </a:lnTo>
                <a:lnTo>
                  <a:pt x="466344" y="932688"/>
                </a:lnTo>
                <a:lnTo>
                  <a:pt x="405474" y="928698"/>
                </a:lnTo>
                <a:lnTo>
                  <a:pt x="345645" y="916798"/>
                </a:lnTo>
                <a:lnTo>
                  <a:pt x="287882" y="897190"/>
                </a:lnTo>
                <a:lnTo>
                  <a:pt x="233172" y="870210"/>
                </a:lnTo>
                <a:lnTo>
                  <a:pt x="182452" y="836320"/>
                </a:lnTo>
                <a:lnTo>
                  <a:pt x="136589" y="796099"/>
                </a:lnTo>
                <a:lnTo>
                  <a:pt x="96368" y="750236"/>
                </a:lnTo>
                <a:lnTo>
                  <a:pt x="62478" y="699516"/>
                </a:lnTo>
                <a:lnTo>
                  <a:pt x="35498" y="644806"/>
                </a:lnTo>
                <a:lnTo>
                  <a:pt x="15890" y="587043"/>
                </a:lnTo>
                <a:lnTo>
                  <a:pt x="3990" y="527214"/>
                </a:lnTo>
                <a:lnTo>
                  <a:pt x="0" y="466344"/>
                </a:lnTo>
                <a:lnTo>
                  <a:pt x="3990" y="405474"/>
                </a:lnTo>
                <a:lnTo>
                  <a:pt x="15890" y="345645"/>
                </a:lnTo>
                <a:lnTo>
                  <a:pt x="35498" y="287882"/>
                </a:lnTo>
                <a:lnTo>
                  <a:pt x="62478" y="233172"/>
                </a:lnTo>
                <a:lnTo>
                  <a:pt x="96368" y="182452"/>
                </a:lnTo>
                <a:lnTo>
                  <a:pt x="136589" y="136589"/>
                </a:lnTo>
                <a:lnTo>
                  <a:pt x="182452" y="96368"/>
                </a:lnTo>
                <a:lnTo>
                  <a:pt x="233172" y="62478"/>
                </a:lnTo>
                <a:lnTo>
                  <a:pt x="287882" y="35498"/>
                </a:lnTo>
                <a:lnTo>
                  <a:pt x="345645" y="15890"/>
                </a:lnTo>
                <a:lnTo>
                  <a:pt x="405474" y="3990"/>
                </a:lnTo>
                <a:lnTo>
                  <a:pt x="466344" y="0"/>
                </a:lnTo>
                <a:lnTo>
                  <a:pt x="527214" y="3990"/>
                </a:lnTo>
                <a:lnTo>
                  <a:pt x="587043" y="15890"/>
                </a:lnTo>
                <a:lnTo>
                  <a:pt x="644806" y="35498"/>
                </a:lnTo>
                <a:lnTo>
                  <a:pt x="699516" y="62478"/>
                </a:lnTo>
                <a:lnTo>
                  <a:pt x="750236" y="96368"/>
                </a:lnTo>
                <a:lnTo>
                  <a:pt x="796099" y="136589"/>
                </a:lnTo>
                <a:lnTo>
                  <a:pt x="836320" y="182452"/>
                </a:lnTo>
                <a:lnTo>
                  <a:pt x="870210" y="233172"/>
                </a:lnTo>
                <a:lnTo>
                  <a:pt x="897190" y="287882"/>
                </a:lnTo>
                <a:lnTo>
                  <a:pt x="916798" y="345645"/>
                </a:lnTo>
                <a:lnTo>
                  <a:pt x="928698" y="405474"/>
                </a:lnTo>
                <a:close/>
              </a:path>
            </a:pathLst>
          </a:custGeom>
          <a:ln w="12700">
            <a:solidFill>
              <a:srgbClr val="00000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953692" y="2791110"/>
            <a:ext cx="112464" cy="110195"/>
          </a:xfrm>
          <a:custGeom>
            <a:avLst/>
            <a:gdLst/>
            <a:ahLst/>
            <a:cxnLst/>
            <a:rect l="l" t="t" r="r" b="b"/>
            <a:pathLst>
              <a:path w="112464" h="110195">
                <a:moveTo>
                  <a:pt x="0" y="50030"/>
                </a:moveTo>
                <a:lnTo>
                  <a:pt x="4067" y="0"/>
                </a:lnTo>
                <a:lnTo>
                  <a:pt x="112464" y="60165"/>
                </a:lnTo>
                <a:lnTo>
                  <a:pt x="108397" y="110195"/>
                </a:lnTo>
                <a:close/>
              </a:path>
            </a:pathLst>
          </a:custGeom>
          <a:solidFill>
            <a:srgbClr val="727272"/>
          </a:solidFill>
          <a:ln w="6350">
            <a:solidFill>
              <a:srgbClr val="727272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957759" y="2741618"/>
            <a:ext cx="120473" cy="109656"/>
          </a:xfrm>
          <a:custGeom>
            <a:avLst/>
            <a:gdLst/>
            <a:ahLst/>
            <a:cxnLst/>
            <a:rect l="l" t="t" r="r" b="b"/>
            <a:pathLst>
              <a:path w="120473" h="109656">
                <a:moveTo>
                  <a:pt x="0" y="49492"/>
                </a:moveTo>
                <a:lnTo>
                  <a:pt x="12076" y="0"/>
                </a:lnTo>
                <a:lnTo>
                  <a:pt x="120473" y="60165"/>
                </a:lnTo>
                <a:lnTo>
                  <a:pt x="108397" y="109656"/>
                </a:lnTo>
                <a:close/>
              </a:path>
            </a:pathLst>
          </a:custGeom>
          <a:solidFill>
            <a:srgbClr val="7C7C7C"/>
          </a:solidFill>
          <a:ln w="6350">
            <a:solidFill>
              <a:srgbClr val="7C7C7C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969835" y="2694168"/>
            <a:ext cx="128116" cy="107614"/>
          </a:xfrm>
          <a:custGeom>
            <a:avLst/>
            <a:gdLst/>
            <a:ahLst/>
            <a:cxnLst/>
            <a:rect l="l" t="t" r="r" b="b"/>
            <a:pathLst>
              <a:path w="128116" h="107614">
                <a:moveTo>
                  <a:pt x="0" y="47450"/>
                </a:moveTo>
                <a:lnTo>
                  <a:pt x="19719" y="0"/>
                </a:lnTo>
                <a:lnTo>
                  <a:pt x="128116" y="60165"/>
                </a:lnTo>
                <a:lnTo>
                  <a:pt x="108397" y="107614"/>
                </a:lnTo>
                <a:close/>
              </a:path>
            </a:pathLst>
          </a:custGeom>
          <a:solidFill>
            <a:srgbClr val="858585"/>
          </a:solidFill>
          <a:ln w="6350">
            <a:solidFill>
              <a:srgbClr val="858585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989554" y="2650203"/>
            <a:ext cx="135160" cy="104130"/>
          </a:xfrm>
          <a:custGeom>
            <a:avLst/>
            <a:gdLst/>
            <a:ahLst/>
            <a:cxnLst/>
            <a:rect l="l" t="t" r="r" b="b"/>
            <a:pathLst>
              <a:path w="135160" h="104130">
                <a:moveTo>
                  <a:pt x="0" y="43965"/>
                </a:moveTo>
                <a:lnTo>
                  <a:pt x="26763" y="0"/>
                </a:lnTo>
                <a:lnTo>
                  <a:pt x="135160" y="60165"/>
                </a:lnTo>
                <a:lnTo>
                  <a:pt x="108397" y="104130"/>
                </a:lnTo>
                <a:close/>
              </a:path>
            </a:pathLst>
          </a:custGeom>
          <a:solidFill>
            <a:srgbClr val="8B8B8B"/>
          </a:solidFill>
          <a:ln w="6350">
            <a:solidFill>
              <a:srgbClr val="8B8B8B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2016317" y="2611057"/>
            <a:ext cx="141390" cy="99310"/>
          </a:xfrm>
          <a:custGeom>
            <a:avLst/>
            <a:gdLst/>
            <a:ahLst/>
            <a:cxnLst/>
            <a:rect l="l" t="t" r="r" b="b"/>
            <a:pathLst>
              <a:path w="141390" h="99310">
                <a:moveTo>
                  <a:pt x="0" y="39146"/>
                </a:moveTo>
                <a:lnTo>
                  <a:pt x="32993" y="0"/>
                </a:lnTo>
                <a:lnTo>
                  <a:pt x="141390" y="60165"/>
                </a:lnTo>
                <a:lnTo>
                  <a:pt x="108397" y="99310"/>
                </a:lnTo>
                <a:close/>
              </a:path>
            </a:pathLst>
          </a:custGeom>
          <a:solidFill>
            <a:srgbClr val="8F8F8F"/>
          </a:solidFill>
          <a:ln w="6350">
            <a:solidFill>
              <a:srgbClr val="8F8F8F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2049310" y="2577921"/>
            <a:ext cx="146618" cy="93301"/>
          </a:xfrm>
          <a:custGeom>
            <a:avLst/>
            <a:gdLst/>
            <a:ahLst/>
            <a:cxnLst/>
            <a:rect l="l" t="t" r="r" b="b"/>
            <a:pathLst>
              <a:path w="146618" h="93301">
                <a:moveTo>
                  <a:pt x="0" y="33136"/>
                </a:moveTo>
                <a:lnTo>
                  <a:pt x="38221" y="0"/>
                </a:lnTo>
                <a:lnTo>
                  <a:pt x="146618" y="60165"/>
                </a:lnTo>
                <a:lnTo>
                  <a:pt x="108397" y="93301"/>
                </a:lnTo>
                <a:close/>
              </a:path>
            </a:pathLst>
          </a:custGeom>
          <a:solidFill>
            <a:srgbClr val="909090"/>
          </a:solidFill>
          <a:ln w="6350">
            <a:solidFill>
              <a:srgbClr val="90909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2087532" y="2551801"/>
            <a:ext cx="150685" cy="86285"/>
          </a:xfrm>
          <a:custGeom>
            <a:avLst/>
            <a:gdLst/>
            <a:ahLst/>
            <a:cxnLst/>
            <a:rect l="l" t="t" r="r" b="b"/>
            <a:pathLst>
              <a:path w="150685" h="86285">
                <a:moveTo>
                  <a:pt x="0" y="26120"/>
                </a:moveTo>
                <a:lnTo>
                  <a:pt x="42288" y="0"/>
                </a:lnTo>
                <a:lnTo>
                  <a:pt x="150685" y="60165"/>
                </a:lnTo>
                <a:lnTo>
                  <a:pt x="108397" y="86285"/>
                </a:lnTo>
                <a:close/>
              </a:path>
            </a:pathLst>
          </a:custGeom>
          <a:solidFill>
            <a:srgbClr val="8F8F8F"/>
          </a:solidFill>
          <a:ln w="6350">
            <a:solidFill>
              <a:srgbClr val="8F8F8F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2129820" y="2533491"/>
            <a:ext cx="153467" cy="78475"/>
          </a:xfrm>
          <a:custGeom>
            <a:avLst/>
            <a:gdLst/>
            <a:ahLst/>
            <a:cxnLst/>
            <a:rect l="l" t="t" r="r" b="b"/>
            <a:pathLst>
              <a:path w="153467" h="78475">
                <a:moveTo>
                  <a:pt x="0" y="18310"/>
                </a:moveTo>
                <a:lnTo>
                  <a:pt x="45070" y="0"/>
                </a:lnTo>
                <a:lnTo>
                  <a:pt x="153467" y="60165"/>
                </a:lnTo>
                <a:lnTo>
                  <a:pt x="108397" y="78475"/>
                </a:lnTo>
                <a:close/>
              </a:path>
            </a:pathLst>
          </a:custGeom>
          <a:solidFill>
            <a:srgbClr val="8C8C8C"/>
          </a:solidFill>
          <a:ln w="6350">
            <a:solidFill>
              <a:srgbClr val="8C8C8C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2174889" y="2523547"/>
            <a:ext cx="154879" cy="70109"/>
          </a:xfrm>
          <a:custGeom>
            <a:avLst/>
            <a:gdLst/>
            <a:ahLst/>
            <a:cxnLst/>
            <a:rect l="l" t="t" r="r" b="b"/>
            <a:pathLst>
              <a:path w="154879" h="70109">
                <a:moveTo>
                  <a:pt x="0" y="9944"/>
                </a:moveTo>
                <a:lnTo>
                  <a:pt x="46482" y="0"/>
                </a:lnTo>
                <a:lnTo>
                  <a:pt x="154879" y="60165"/>
                </a:lnTo>
                <a:lnTo>
                  <a:pt x="108397" y="70109"/>
                </a:lnTo>
                <a:close/>
              </a:path>
            </a:pathLst>
          </a:custGeom>
          <a:solidFill>
            <a:srgbClr val="868686"/>
          </a:solidFill>
          <a:ln w="6350">
            <a:solidFill>
              <a:srgbClr val="868686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2221371" y="2522271"/>
            <a:ext cx="154879" cy="61440"/>
          </a:xfrm>
          <a:custGeom>
            <a:avLst/>
            <a:gdLst/>
            <a:ahLst/>
            <a:cxnLst/>
            <a:rect l="l" t="t" r="r" b="b"/>
            <a:pathLst>
              <a:path w="154879" h="61440">
                <a:moveTo>
                  <a:pt x="0" y="1276"/>
                </a:moveTo>
                <a:lnTo>
                  <a:pt x="46482" y="0"/>
                </a:lnTo>
                <a:lnTo>
                  <a:pt x="154879" y="60165"/>
                </a:lnTo>
                <a:lnTo>
                  <a:pt x="108397" y="61440"/>
                </a:lnTo>
                <a:close/>
              </a:path>
            </a:pathLst>
          </a:custGeom>
          <a:solidFill>
            <a:srgbClr val="7E7E7E"/>
          </a:solidFill>
          <a:ln w="6350">
            <a:solidFill>
              <a:srgbClr val="7E7E7E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2267853" y="2522271"/>
            <a:ext cx="153467" cy="67596"/>
          </a:xfrm>
          <a:custGeom>
            <a:avLst/>
            <a:gdLst/>
            <a:ahLst/>
            <a:cxnLst/>
            <a:rect l="l" t="t" r="r" b="b"/>
            <a:pathLst>
              <a:path w="153467" h="67596">
                <a:moveTo>
                  <a:pt x="0" y="0"/>
                </a:moveTo>
                <a:lnTo>
                  <a:pt x="45070" y="7431"/>
                </a:lnTo>
                <a:lnTo>
                  <a:pt x="153467" y="67596"/>
                </a:lnTo>
                <a:lnTo>
                  <a:pt x="108397" y="60165"/>
                </a:lnTo>
                <a:close/>
              </a:path>
            </a:pathLst>
          </a:custGeom>
          <a:solidFill>
            <a:srgbClr val="737373"/>
          </a:solidFill>
          <a:ln w="6350">
            <a:solidFill>
              <a:srgbClr val="737373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2312923" y="2529702"/>
            <a:ext cx="150685" cy="76077"/>
          </a:xfrm>
          <a:custGeom>
            <a:avLst/>
            <a:gdLst/>
            <a:ahLst/>
            <a:cxnLst/>
            <a:rect l="l" t="t" r="r" b="b"/>
            <a:pathLst>
              <a:path w="150685" h="76077">
                <a:moveTo>
                  <a:pt x="0" y="0"/>
                </a:moveTo>
                <a:lnTo>
                  <a:pt x="42288" y="15913"/>
                </a:lnTo>
                <a:lnTo>
                  <a:pt x="150685" y="76077"/>
                </a:lnTo>
                <a:lnTo>
                  <a:pt x="108397" y="60165"/>
                </a:lnTo>
                <a:close/>
              </a:path>
            </a:pathLst>
          </a:custGeom>
          <a:solidFill>
            <a:srgbClr val="686868"/>
          </a:solidFill>
          <a:ln w="6350">
            <a:solidFill>
              <a:srgbClr val="686868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2049310" y="3048143"/>
            <a:ext cx="146618" cy="84075"/>
          </a:xfrm>
          <a:custGeom>
            <a:avLst/>
            <a:gdLst/>
            <a:ahLst/>
            <a:cxnLst/>
            <a:rect l="l" t="t" r="r" b="b"/>
            <a:pathLst>
              <a:path w="146618" h="84075">
                <a:moveTo>
                  <a:pt x="38221" y="23910"/>
                </a:moveTo>
                <a:lnTo>
                  <a:pt x="0" y="0"/>
                </a:lnTo>
                <a:lnTo>
                  <a:pt x="108397" y="60165"/>
                </a:lnTo>
                <a:lnTo>
                  <a:pt x="146618" y="84075"/>
                </a:lnTo>
                <a:close/>
              </a:path>
            </a:pathLst>
          </a:custGeom>
          <a:solidFill>
            <a:srgbClr val="3D3D3D"/>
          </a:solidFill>
          <a:ln w="6350">
            <a:solidFill>
              <a:srgbClr val="3D3D3D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2016317" y="3016961"/>
            <a:ext cx="141390" cy="91346"/>
          </a:xfrm>
          <a:custGeom>
            <a:avLst/>
            <a:gdLst/>
            <a:ahLst/>
            <a:cxnLst/>
            <a:rect l="l" t="t" r="r" b="b"/>
            <a:pathLst>
              <a:path w="141390" h="91346">
                <a:moveTo>
                  <a:pt x="32993" y="31182"/>
                </a:moveTo>
                <a:lnTo>
                  <a:pt x="0" y="0"/>
                </a:lnTo>
                <a:lnTo>
                  <a:pt x="108397" y="60165"/>
                </a:lnTo>
                <a:lnTo>
                  <a:pt x="141390" y="91346"/>
                </a:lnTo>
                <a:close/>
              </a:path>
            </a:pathLst>
          </a:custGeom>
          <a:solidFill>
            <a:srgbClr val="3D3D3D"/>
          </a:solidFill>
          <a:ln w="6350">
            <a:solidFill>
              <a:srgbClr val="3D3D3D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989554" y="2979456"/>
            <a:ext cx="135160" cy="97670"/>
          </a:xfrm>
          <a:custGeom>
            <a:avLst/>
            <a:gdLst/>
            <a:ahLst/>
            <a:cxnLst/>
            <a:rect l="l" t="t" r="r" b="b"/>
            <a:pathLst>
              <a:path w="135160" h="97670">
                <a:moveTo>
                  <a:pt x="26763" y="37506"/>
                </a:moveTo>
                <a:lnTo>
                  <a:pt x="0" y="0"/>
                </a:lnTo>
                <a:lnTo>
                  <a:pt x="108397" y="60165"/>
                </a:lnTo>
                <a:lnTo>
                  <a:pt x="135160" y="97670"/>
                </a:lnTo>
                <a:close/>
              </a:path>
            </a:pathLst>
          </a:custGeom>
          <a:solidFill>
            <a:srgbClr val="3D3D3D"/>
          </a:solidFill>
          <a:ln w="6350">
            <a:solidFill>
              <a:srgbClr val="3D3D3D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1969835" y="2936766"/>
            <a:ext cx="128116" cy="102854"/>
          </a:xfrm>
          <a:custGeom>
            <a:avLst/>
            <a:gdLst/>
            <a:ahLst/>
            <a:cxnLst/>
            <a:rect l="l" t="t" r="r" b="b"/>
            <a:pathLst>
              <a:path w="128116" h="102854">
                <a:moveTo>
                  <a:pt x="19719" y="42690"/>
                </a:moveTo>
                <a:lnTo>
                  <a:pt x="0" y="0"/>
                </a:lnTo>
                <a:lnTo>
                  <a:pt x="108397" y="60165"/>
                </a:lnTo>
                <a:lnTo>
                  <a:pt x="128116" y="102854"/>
                </a:lnTo>
                <a:close/>
              </a:path>
            </a:pathLst>
          </a:custGeom>
          <a:solidFill>
            <a:srgbClr val="4A4A4A"/>
          </a:solidFill>
          <a:ln w="6350">
            <a:solidFill>
              <a:srgbClr val="4A4A4A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1957759" y="2890189"/>
            <a:ext cx="120473" cy="106742"/>
          </a:xfrm>
          <a:custGeom>
            <a:avLst/>
            <a:gdLst/>
            <a:ahLst/>
            <a:cxnLst/>
            <a:rect l="l" t="t" r="r" b="b"/>
            <a:pathLst>
              <a:path w="120473" h="106742">
                <a:moveTo>
                  <a:pt x="12076" y="46577"/>
                </a:moveTo>
                <a:lnTo>
                  <a:pt x="0" y="0"/>
                </a:lnTo>
                <a:lnTo>
                  <a:pt x="108397" y="60165"/>
                </a:lnTo>
                <a:lnTo>
                  <a:pt x="120473" y="106742"/>
                </a:lnTo>
                <a:close/>
              </a:path>
            </a:pathLst>
          </a:custGeom>
          <a:solidFill>
            <a:srgbClr val="585858"/>
          </a:solidFill>
          <a:ln w="6350">
            <a:solidFill>
              <a:srgbClr val="585858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1953692" y="2841140"/>
            <a:ext cx="112464" cy="109213"/>
          </a:xfrm>
          <a:custGeom>
            <a:avLst/>
            <a:gdLst/>
            <a:ahLst/>
            <a:cxnLst/>
            <a:rect l="l" t="t" r="r" b="b"/>
            <a:pathLst>
              <a:path w="112464" h="109213">
                <a:moveTo>
                  <a:pt x="4067" y="49049"/>
                </a:moveTo>
                <a:lnTo>
                  <a:pt x="0" y="0"/>
                </a:lnTo>
                <a:lnTo>
                  <a:pt x="108397" y="60165"/>
                </a:lnTo>
                <a:lnTo>
                  <a:pt x="112464" y="109213"/>
                </a:lnTo>
                <a:close/>
              </a:path>
            </a:pathLst>
          </a:custGeom>
          <a:solidFill>
            <a:srgbClr val="666666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953692" y="2522271"/>
            <a:ext cx="643755" cy="633291"/>
          </a:xfrm>
          <a:custGeom>
            <a:avLst/>
            <a:gdLst/>
            <a:ahLst/>
            <a:cxnLst/>
            <a:rect l="l" t="t" r="r" b="b"/>
            <a:pathLst>
              <a:path w="643755" h="633291">
                <a:moveTo>
                  <a:pt x="0" y="318869"/>
                </a:moveTo>
                <a:lnTo>
                  <a:pt x="4067" y="268839"/>
                </a:lnTo>
                <a:lnTo>
                  <a:pt x="16143" y="219347"/>
                </a:lnTo>
                <a:lnTo>
                  <a:pt x="35862" y="171897"/>
                </a:lnTo>
                <a:lnTo>
                  <a:pt x="62625" y="127932"/>
                </a:lnTo>
                <a:lnTo>
                  <a:pt x="95618" y="88786"/>
                </a:lnTo>
                <a:lnTo>
                  <a:pt x="133840" y="55650"/>
                </a:lnTo>
                <a:lnTo>
                  <a:pt x="176127" y="29530"/>
                </a:lnTo>
                <a:lnTo>
                  <a:pt x="221197" y="11220"/>
                </a:lnTo>
                <a:lnTo>
                  <a:pt x="267679" y="1276"/>
                </a:lnTo>
                <a:lnTo>
                  <a:pt x="314161" y="0"/>
                </a:lnTo>
                <a:lnTo>
                  <a:pt x="359231" y="7431"/>
                </a:lnTo>
                <a:lnTo>
                  <a:pt x="401519" y="23344"/>
                </a:lnTo>
                <a:lnTo>
                  <a:pt x="509916" y="83509"/>
                </a:lnTo>
                <a:lnTo>
                  <a:pt x="548137" y="107419"/>
                </a:lnTo>
                <a:lnTo>
                  <a:pt x="581130" y="138601"/>
                </a:lnTo>
                <a:lnTo>
                  <a:pt x="607893" y="176106"/>
                </a:lnTo>
                <a:lnTo>
                  <a:pt x="627612" y="218796"/>
                </a:lnTo>
                <a:lnTo>
                  <a:pt x="639689" y="265373"/>
                </a:lnTo>
                <a:lnTo>
                  <a:pt x="643755" y="314422"/>
                </a:lnTo>
                <a:lnTo>
                  <a:pt x="639689" y="364452"/>
                </a:lnTo>
                <a:lnTo>
                  <a:pt x="627612" y="413944"/>
                </a:lnTo>
                <a:lnTo>
                  <a:pt x="607893" y="461394"/>
                </a:lnTo>
                <a:lnTo>
                  <a:pt x="581130" y="505359"/>
                </a:lnTo>
                <a:lnTo>
                  <a:pt x="548137" y="544505"/>
                </a:lnTo>
                <a:lnTo>
                  <a:pt x="509916" y="577641"/>
                </a:lnTo>
                <a:lnTo>
                  <a:pt x="467628" y="603761"/>
                </a:lnTo>
                <a:lnTo>
                  <a:pt x="422558" y="622071"/>
                </a:lnTo>
                <a:lnTo>
                  <a:pt x="376076" y="632015"/>
                </a:lnTo>
                <a:lnTo>
                  <a:pt x="329594" y="633291"/>
                </a:lnTo>
                <a:lnTo>
                  <a:pt x="284524" y="625859"/>
                </a:lnTo>
                <a:lnTo>
                  <a:pt x="242237" y="609947"/>
                </a:lnTo>
                <a:lnTo>
                  <a:pt x="133840" y="549782"/>
                </a:lnTo>
                <a:lnTo>
                  <a:pt x="95618" y="525872"/>
                </a:lnTo>
                <a:lnTo>
                  <a:pt x="62625" y="494690"/>
                </a:lnTo>
                <a:lnTo>
                  <a:pt x="35862" y="457185"/>
                </a:lnTo>
                <a:lnTo>
                  <a:pt x="16143" y="414495"/>
                </a:lnTo>
                <a:lnTo>
                  <a:pt x="4067" y="367918"/>
                </a:lnTo>
                <a:close/>
              </a:path>
            </a:pathLst>
          </a:custGeom>
          <a:ln w="12700">
            <a:solidFill>
              <a:srgbClr val="000000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2062089" y="2582436"/>
            <a:ext cx="535358" cy="573126"/>
          </a:xfrm>
          <a:custGeom>
            <a:avLst/>
            <a:gdLst/>
            <a:ahLst/>
            <a:cxnLst/>
            <a:rect l="l" t="t" r="r" b="b"/>
            <a:pathLst>
              <a:path w="535358" h="573126">
                <a:moveTo>
                  <a:pt x="0" y="318869"/>
                </a:moveTo>
                <a:lnTo>
                  <a:pt x="4067" y="268839"/>
                </a:lnTo>
                <a:lnTo>
                  <a:pt x="16143" y="219347"/>
                </a:lnTo>
                <a:lnTo>
                  <a:pt x="35862" y="171897"/>
                </a:lnTo>
                <a:lnTo>
                  <a:pt x="62625" y="127932"/>
                </a:lnTo>
                <a:lnTo>
                  <a:pt x="95618" y="88786"/>
                </a:lnTo>
                <a:lnTo>
                  <a:pt x="133840" y="55650"/>
                </a:lnTo>
                <a:lnTo>
                  <a:pt x="176127" y="29530"/>
                </a:lnTo>
                <a:lnTo>
                  <a:pt x="221197" y="11220"/>
                </a:lnTo>
                <a:lnTo>
                  <a:pt x="267679" y="1276"/>
                </a:lnTo>
                <a:lnTo>
                  <a:pt x="314161" y="0"/>
                </a:lnTo>
                <a:lnTo>
                  <a:pt x="359231" y="7431"/>
                </a:lnTo>
                <a:lnTo>
                  <a:pt x="401519" y="23344"/>
                </a:lnTo>
                <a:lnTo>
                  <a:pt x="439740" y="47254"/>
                </a:lnTo>
                <a:lnTo>
                  <a:pt x="472733" y="78436"/>
                </a:lnTo>
                <a:lnTo>
                  <a:pt x="499496" y="115942"/>
                </a:lnTo>
                <a:lnTo>
                  <a:pt x="519215" y="158631"/>
                </a:lnTo>
                <a:lnTo>
                  <a:pt x="531292" y="205208"/>
                </a:lnTo>
                <a:lnTo>
                  <a:pt x="535358" y="254257"/>
                </a:lnTo>
                <a:lnTo>
                  <a:pt x="531292" y="304288"/>
                </a:lnTo>
                <a:lnTo>
                  <a:pt x="519215" y="353779"/>
                </a:lnTo>
                <a:lnTo>
                  <a:pt x="499496" y="401229"/>
                </a:lnTo>
                <a:lnTo>
                  <a:pt x="472733" y="445194"/>
                </a:lnTo>
                <a:lnTo>
                  <a:pt x="439740" y="484340"/>
                </a:lnTo>
                <a:lnTo>
                  <a:pt x="401519" y="517476"/>
                </a:lnTo>
                <a:lnTo>
                  <a:pt x="359231" y="543596"/>
                </a:lnTo>
                <a:lnTo>
                  <a:pt x="314161" y="561906"/>
                </a:lnTo>
                <a:lnTo>
                  <a:pt x="267679" y="571850"/>
                </a:lnTo>
                <a:lnTo>
                  <a:pt x="221197" y="573126"/>
                </a:lnTo>
                <a:lnTo>
                  <a:pt x="176127" y="565695"/>
                </a:lnTo>
                <a:lnTo>
                  <a:pt x="133840" y="549782"/>
                </a:lnTo>
                <a:lnTo>
                  <a:pt x="95618" y="525872"/>
                </a:lnTo>
                <a:lnTo>
                  <a:pt x="62625" y="494690"/>
                </a:lnTo>
                <a:lnTo>
                  <a:pt x="35862" y="457185"/>
                </a:lnTo>
                <a:lnTo>
                  <a:pt x="16143" y="414495"/>
                </a:lnTo>
                <a:lnTo>
                  <a:pt x="4067" y="367918"/>
                </a:lnTo>
                <a:close/>
              </a:path>
            </a:pathLst>
          </a:custGeom>
          <a:solidFill>
            <a:srgbClr val="48484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115625" y="2639748"/>
            <a:ext cx="428287" cy="458501"/>
          </a:xfrm>
          <a:custGeom>
            <a:avLst/>
            <a:gdLst/>
            <a:ahLst/>
            <a:cxnLst/>
            <a:rect l="l" t="t" r="r" b="b"/>
            <a:pathLst>
              <a:path w="428287" h="458501">
                <a:moveTo>
                  <a:pt x="0" y="255095"/>
                </a:moveTo>
                <a:lnTo>
                  <a:pt x="3253" y="215071"/>
                </a:lnTo>
                <a:lnTo>
                  <a:pt x="12914" y="175477"/>
                </a:lnTo>
                <a:lnTo>
                  <a:pt x="28690" y="137518"/>
                </a:lnTo>
                <a:lnTo>
                  <a:pt x="50100" y="102345"/>
                </a:lnTo>
                <a:lnTo>
                  <a:pt x="76495" y="71029"/>
                </a:lnTo>
                <a:lnTo>
                  <a:pt x="107072" y="44520"/>
                </a:lnTo>
                <a:lnTo>
                  <a:pt x="140902" y="23624"/>
                </a:lnTo>
                <a:lnTo>
                  <a:pt x="176958" y="8976"/>
                </a:lnTo>
                <a:lnTo>
                  <a:pt x="214143" y="1021"/>
                </a:lnTo>
                <a:lnTo>
                  <a:pt x="251329" y="0"/>
                </a:lnTo>
                <a:lnTo>
                  <a:pt x="287385" y="5945"/>
                </a:lnTo>
                <a:lnTo>
                  <a:pt x="321215" y="18675"/>
                </a:lnTo>
                <a:lnTo>
                  <a:pt x="351792" y="37804"/>
                </a:lnTo>
                <a:lnTo>
                  <a:pt x="378187" y="62749"/>
                </a:lnTo>
                <a:lnTo>
                  <a:pt x="399597" y="92753"/>
                </a:lnTo>
                <a:lnTo>
                  <a:pt x="415372" y="126905"/>
                </a:lnTo>
                <a:lnTo>
                  <a:pt x="425033" y="164167"/>
                </a:lnTo>
                <a:lnTo>
                  <a:pt x="428287" y="203406"/>
                </a:lnTo>
                <a:lnTo>
                  <a:pt x="425033" y="243430"/>
                </a:lnTo>
                <a:lnTo>
                  <a:pt x="415372" y="283024"/>
                </a:lnTo>
                <a:lnTo>
                  <a:pt x="399597" y="320983"/>
                </a:lnTo>
                <a:lnTo>
                  <a:pt x="378187" y="356156"/>
                </a:lnTo>
                <a:lnTo>
                  <a:pt x="351792" y="387472"/>
                </a:lnTo>
                <a:lnTo>
                  <a:pt x="321215" y="413981"/>
                </a:lnTo>
                <a:lnTo>
                  <a:pt x="287385" y="434877"/>
                </a:lnTo>
                <a:lnTo>
                  <a:pt x="251329" y="449525"/>
                </a:lnTo>
                <a:lnTo>
                  <a:pt x="214143" y="457480"/>
                </a:lnTo>
                <a:lnTo>
                  <a:pt x="176958" y="458501"/>
                </a:lnTo>
                <a:lnTo>
                  <a:pt x="140902" y="452556"/>
                </a:lnTo>
                <a:lnTo>
                  <a:pt x="107072" y="439826"/>
                </a:lnTo>
                <a:lnTo>
                  <a:pt x="76495" y="420697"/>
                </a:lnTo>
                <a:lnTo>
                  <a:pt x="50100" y="395752"/>
                </a:lnTo>
                <a:lnTo>
                  <a:pt x="28690" y="365748"/>
                </a:lnTo>
                <a:lnTo>
                  <a:pt x="12914" y="331596"/>
                </a:lnTo>
                <a:lnTo>
                  <a:pt x="3253" y="294334"/>
                </a:lnTo>
                <a:close/>
              </a:path>
            </a:pathLst>
          </a:custGeom>
          <a:solidFill>
            <a:srgbClr val="1A1A1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2190575" y="2719986"/>
            <a:ext cx="278386" cy="298026"/>
          </a:xfrm>
          <a:custGeom>
            <a:avLst/>
            <a:gdLst/>
            <a:ahLst/>
            <a:cxnLst/>
            <a:rect l="l" t="t" r="r" b="b"/>
            <a:pathLst>
              <a:path w="278386" h="298026">
                <a:moveTo>
                  <a:pt x="0" y="165812"/>
                </a:moveTo>
                <a:lnTo>
                  <a:pt x="2115" y="139796"/>
                </a:lnTo>
                <a:lnTo>
                  <a:pt x="8394" y="114060"/>
                </a:lnTo>
                <a:lnTo>
                  <a:pt x="18648" y="89387"/>
                </a:lnTo>
                <a:lnTo>
                  <a:pt x="32565" y="66525"/>
                </a:lnTo>
                <a:lnTo>
                  <a:pt x="49722" y="46169"/>
                </a:lnTo>
                <a:lnTo>
                  <a:pt x="69597" y="28938"/>
                </a:lnTo>
                <a:lnTo>
                  <a:pt x="91586" y="15356"/>
                </a:lnTo>
                <a:lnTo>
                  <a:pt x="115022" y="5834"/>
                </a:lnTo>
                <a:lnTo>
                  <a:pt x="139193" y="663"/>
                </a:lnTo>
                <a:lnTo>
                  <a:pt x="163364" y="0"/>
                </a:lnTo>
                <a:lnTo>
                  <a:pt x="186800" y="3864"/>
                </a:lnTo>
                <a:lnTo>
                  <a:pt x="208790" y="12139"/>
                </a:lnTo>
                <a:lnTo>
                  <a:pt x="228665" y="24572"/>
                </a:lnTo>
                <a:lnTo>
                  <a:pt x="245821" y="40787"/>
                </a:lnTo>
                <a:lnTo>
                  <a:pt x="259738" y="60290"/>
                </a:lnTo>
                <a:lnTo>
                  <a:pt x="269992" y="82488"/>
                </a:lnTo>
                <a:lnTo>
                  <a:pt x="276272" y="106708"/>
                </a:lnTo>
                <a:lnTo>
                  <a:pt x="278386" y="132214"/>
                </a:lnTo>
                <a:lnTo>
                  <a:pt x="276272" y="158230"/>
                </a:lnTo>
                <a:lnTo>
                  <a:pt x="269992" y="183965"/>
                </a:lnTo>
                <a:lnTo>
                  <a:pt x="259738" y="208639"/>
                </a:lnTo>
                <a:lnTo>
                  <a:pt x="245821" y="231501"/>
                </a:lnTo>
                <a:lnTo>
                  <a:pt x="228665" y="251857"/>
                </a:lnTo>
                <a:lnTo>
                  <a:pt x="208790" y="269088"/>
                </a:lnTo>
                <a:lnTo>
                  <a:pt x="186800" y="282670"/>
                </a:lnTo>
                <a:lnTo>
                  <a:pt x="163364" y="292191"/>
                </a:lnTo>
                <a:lnTo>
                  <a:pt x="139193" y="297362"/>
                </a:lnTo>
                <a:lnTo>
                  <a:pt x="115022" y="298026"/>
                </a:lnTo>
                <a:lnTo>
                  <a:pt x="91586" y="294161"/>
                </a:lnTo>
                <a:lnTo>
                  <a:pt x="69597" y="285887"/>
                </a:lnTo>
                <a:lnTo>
                  <a:pt x="49722" y="273453"/>
                </a:lnTo>
                <a:lnTo>
                  <a:pt x="32565" y="257239"/>
                </a:lnTo>
                <a:lnTo>
                  <a:pt x="18648" y="237736"/>
                </a:lnTo>
                <a:lnTo>
                  <a:pt x="8394" y="215537"/>
                </a:lnTo>
                <a:lnTo>
                  <a:pt x="2115" y="191317"/>
                </a:ln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105" name="Shape 103"/>
          <p:cNvSpPr/>
          <p:nvPr/>
        </p:nvSpPr>
        <p:spPr>
          <a:xfrm>
            <a:off x="2262849" y="2797358"/>
            <a:ext cx="133840" cy="143282"/>
          </a:xfrm>
          <a:custGeom>
            <a:avLst/>
            <a:gdLst/>
            <a:ahLst/>
            <a:cxnLst/>
            <a:rect l="l" t="t" r="r" b="b"/>
            <a:pathLst>
              <a:path w="133840" h="143282">
                <a:moveTo>
                  <a:pt x="0" y="79717"/>
                </a:moveTo>
                <a:lnTo>
                  <a:pt x="1017" y="67210"/>
                </a:lnTo>
                <a:lnTo>
                  <a:pt x="4036" y="54837"/>
                </a:lnTo>
                <a:lnTo>
                  <a:pt x="8966" y="42974"/>
                </a:lnTo>
                <a:lnTo>
                  <a:pt x="15656" y="31983"/>
                </a:lnTo>
                <a:lnTo>
                  <a:pt x="23905" y="22197"/>
                </a:lnTo>
                <a:lnTo>
                  <a:pt x="33460" y="13912"/>
                </a:lnTo>
                <a:lnTo>
                  <a:pt x="44032" y="7382"/>
                </a:lnTo>
                <a:lnTo>
                  <a:pt x="55299" y="2805"/>
                </a:lnTo>
                <a:lnTo>
                  <a:pt x="66920" y="319"/>
                </a:lnTo>
                <a:lnTo>
                  <a:pt x="78540" y="0"/>
                </a:lnTo>
                <a:lnTo>
                  <a:pt x="89808" y="1858"/>
                </a:lnTo>
                <a:lnTo>
                  <a:pt x="100380" y="5836"/>
                </a:lnTo>
                <a:lnTo>
                  <a:pt x="109935" y="11814"/>
                </a:lnTo>
                <a:lnTo>
                  <a:pt x="118183" y="19609"/>
                </a:lnTo>
                <a:lnTo>
                  <a:pt x="124874" y="28985"/>
                </a:lnTo>
                <a:lnTo>
                  <a:pt x="129804" y="39658"/>
                </a:lnTo>
                <a:lnTo>
                  <a:pt x="132823" y="51302"/>
                </a:lnTo>
                <a:lnTo>
                  <a:pt x="133840" y="63564"/>
                </a:lnTo>
                <a:lnTo>
                  <a:pt x="132823" y="76072"/>
                </a:lnTo>
                <a:lnTo>
                  <a:pt x="129804" y="88445"/>
                </a:lnTo>
                <a:lnTo>
                  <a:pt x="124874" y="100307"/>
                </a:lnTo>
                <a:lnTo>
                  <a:pt x="118183" y="111299"/>
                </a:lnTo>
                <a:lnTo>
                  <a:pt x="109935" y="121085"/>
                </a:lnTo>
                <a:lnTo>
                  <a:pt x="100380" y="129369"/>
                </a:lnTo>
                <a:lnTo>
                  <a:pt x="89808" y="135899"/>
                </a:lnTo>
                <a:lnTo>
                  <a:pt x="78540" y="140477"/>
                </a:lnTo>
                <a:lnTo>
                  <a:pt x="66920" y="142963"/>
                </a:lnTo>
                <a:lnTo>
                  <a:pt x="55299" y="143282"/>
                </a:lnTo>
                <a:lnTo>
                  <a:pt x="44032" y="141424"/>
                </a:lnTo>
                <a:lnTo>
                  <a:pt x="33460" y="137446"/>
                </a:lnTo>
                <a:lnTo>
                  <a:pt x="23905" y="131468"/>
                </a:lnTo>
                <a:lnTo>
                  <a:pt x="15656" y="123673"/>
                </a:lnTo>
                <a:lnTo>
                  <a:pt x="8966" y="114296"/>
                </a:lnTo>
                <a:lnTo>
                  <a:pt x="4036" y="103624"/>
                </a:lnTo>
                <a:lnTo>
                  <a:pt x="1017" y="91979"/>
                </a:ln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06" name="Shape 104"/>
          <p:cNvSpPr/>
          <p:nvPr/>
        </p:nvSpPr>
        <p:spPr>
          <a:xfrm>
            <a:off x="2356568" y="2685428"/>
            <a:ext cx="144498" cy="191712"/>
          </a:xfrm>
          <a:custGeom>
            <a:avLst/>
            <a:gdLst/>
            <a:ahLst/>
            <a:cxnLst/>
            <a:rect l="l" t="t" r="r" b="b"/>
            <a:pathLst>
              <a:path w="144498" h="191712">
                <a:moveTo>
                  <a:pt x="0" y="0"/>
                </a:moveTo>
                <a:lnTo>
                  <a:pt x="23808" y="3027"/>
                </a:lnTo>
                <a:lnTo>
                  <a:pt x="46585" y="9730"/>
                </a:lnTo>
                <a:lnTo>
                  <a:pt x="67869" y="19971"/>
                </a:lnTo>
                <a:lnTo>
                  <a:pt x="87225" y="33543"/>
                </a:lnTo>
                <a:lnTo>
                  <a:pt x="104260" y="50168"/>
                </a:lnTo>
                <a:lnTo>
                  <a:pt x="118627" y="69510"/>
                </a:lnTo>
                <a:lnTo>
                  <a:pt x="130034" y="91174"/>
                </a:lnTo>
                <a:lnTo>
                  <a:pt x="138248" y="114718"/>
                </a:lnTo>
                <a:lnTo>
                  <a:pt x="143102" y="139664"/>
                </a:lnTo>
                <a:lnTo>
                  <a:pt x="144498" y="165504"/>
                </a:lnTo>
                <a:lnTo>
                  <a:pt x="142406" y="191712"/>
                </a:lnTo>
                <a:close/>
              </a:path>
            </a:pathLst>
          </a:custGeom>
          <a:solidFill>
            <a:srgbClr val="E0E0E0"/>
          </a:solidFill>
          <a:ln/>
        </p:spPr>
      </p:sp>
      <p:sp>
        <p:nvSpPr>
          <p:cNvPr id="107" name="Shape 105"/>
          <p:cNvSpPr/>
          <p:nvPr/>
        </p:nvSpPr>
        <p:spPr>
          <a:xfrm>
            <a:off x="1523997" y="2842405"/>
            <a:ext cx="82588" cy="64320"/>
          </a:xfrm>
          <a:custGeom>
            <a:avLst/>
            <a:gdLst/>
            <a:ahLst/>
            <a:cxnLst/>
            <a:rect l="l" t="t" r="r" b="b"/>
            <a:pathLst>
              <a:path w="82588" h="64320">
                <a:moveTo>
                  <a:pt x="0" y="20564"/>
                </a:moveTo>
                <a:lnTo>
                  <a:pt x="3753" y="0"/>
                </a:lnTo>
                <a:lnTo>
                  <a:pt x="82588" y="43756"/>
                </a:lnTo>
                <a:lnTo>
                  <a:pt x="78834" y="64320"/>
                </a:lnTo>
                <a:close/>
              </a:path>
            </a:pathLst>
          </a:custGeom>
          <a:solidFill>
            <a:srgbClr val="DEDEDE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1527750" y="2824066"/>
            <a:ext cx="89523" cy="62096"/>
          </a:xfrm>
          <a:custGeom>
            <a:avLst/>
            <a:gdLst/>
            <a:ahLst/>
            <a:cxnLst/>
            <a:rect l="l" t="t" r="r" b="b"/>
            <a:pathLst>
              <a:path w="89523" h="62096">
                <a:moveTo>
                  <a:pt x="0" y="18339"/>
                </a:moveTo>
                <a:lnTo>
                  <a:pt x="10689" y="0"/>
                </a:lnTo>
                <a:lnTo>
                  <a:pt x="89523" y="43756"/>
                </a:lnTo>
                <a:lnTo>
                  <a:pt x="78834" y="62096"/>
                </a:lnTo>
                <a:close/>
              </a:path>
            </a:pathLst>
          </a:custGeom>
          <a:solidFill>
            <a:srgbClr val="EBEBEB"/>
          </a:solidFill>
          <a:ln w="6350">
            <a:solidFill>
              <a:srgbClr val="EBEBEB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1538439" y="2810743"/>
            <a:ext cx="94831" cy="57079"/>
          </a:xfrm>
          <a:custGeom>
            <a:avLst/>
            <a:gdLst/>
            <a:ahLst/>
            <a:cxnLst/>
            <a:rect l="l" t="t" r="r" b="b"/>
            <a:pathLst>
              <a:path w="94831" h="57079">
                <a:moveTo>
                  <a:pt x="0" y="13323"/>
                </a:moveTo>
                <a:lnTo>
                  <a:pt x="15997" y="0"/>
                </a:lnTo>
                <a:lnTo>
                  <a:pt x="94831" y="43756"/>
                </a:lnTo>
                <a:lnTo>
                  <a:pt x="78834" y="57079"/>
                </a:lnTo>
                <a:close/>
              </a:path>
            </a:pathLst>
          </a:custGeom>
          <a:solidFill>
            <a:srgbClr val="EFEFEF"/>
          </a:solidFill>
          <a:ln w="6350">
            <a:solidFill>
              <a:srgbClr val="EFEFEF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1554436" y="2804465"/>
            <a:ext cx="97704" cy="50034"/>
          </a:xfrm>
          <a:custGeom>
            <a:avLst/>
            <a:gdLst/>
            <a:ahLst/>
            <a:cxnLst/>
            <a:rect l="l" t="t" r="r" b="b"/>
            <a:pathLst>
              <a:path w="97704" h="50034">
                <a:moveTo>
                  <a:pt x="0" y="6278"/>
                </a:moveTo>
                <a:lnTo>
                  <a:pt x="18870" y="0"/>
                </a:lnTo>
                <a:lnTo>
                  <a:pt x="97704" y="43756"/>
                </a:lnTo>
                <a:lnTo>
                  <a:pt x="78834" y="50034"/>
                </a:lnTo>
                <a:close/>
              </a:path>
            </a:pathLst>
          </a:custGeom>
          <a:solidFill>
            <a:srgbClr val="EBEBEB"/>
          </a:solidFill>
          <a:ln w="6350">
            <a:solidFill>
              <a:srgbClr val="EBEBEB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1573306" y="2804465"/>
            <a:ext cx="97704" cy="45479"/>
          </a:xfrm>
          <a:custGeom>
            <a:avLst/>
            <a:gdLst/>
            <a:ahLst/>
            <a:cxnLst/>
            <a:rect l="l" t="t" r="r" b="b"/>
            <a:pathLst>
              <a:path w="97704" h="45479">
                <a:moveTo>
                  <a:pt x="0" y="0"/>
                </a:moveTo>
                <a:lnTo>
                  <a:pt x="18870" y="1723"/>
                </a:lnTo>
                <a:lnTo>
                  <a:pt x="97704" y="45479"/>
                </a:lnTo>
                <a:lnTo>
                  <a:pt x="78834" y="43756"/>
                </a:lnTo>
                <a:close/>
              </a:path>
            </a:pathLst>
          </a:custGeom>
          <a:solidFill>
            <a:srgbClr val="DDDDDD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1538439" y="2898387"/>
            <a:ext cx="94831" cy="53217"/>
          </a:xfrm>
          <a:custGeom>
            <a:avLst/>
            <a:gdLst/>
            <a:ahLst/>
            <a:cxnLst/>
            <a:rect l="l" t="t" r="r" b="b"/>
            <a:pathLst>
              <a:path w="94831" h="53217">
                <a:moveTo>
                  <a:pt x="15997" y="9461"/>
                </a:moveTo>
                <a:lnTo>
                  <a:pt x="0" y="0"/>
                </a:lnTo>
                <a:lnTo>
                  <a:pt x="78834" y="43756"/>
                </a:lnTo>
                <a:lnTo>
                  <a:pt x="94831" y="53217"/>
                </a:lnTo>
                <a:close/>
              </a:path>
            </a:pathLst>
          </a:custGeom>
          <a:solidFill>
            <a:srgbClr val="B1B1B1"/>
          </a:solidFill>
          <a:ln w="6350">
            <a:solidFill>
              <a:srgbClr val="B1B1B1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1527750" y="2882628"/>
            <a:ext cx="89523" cy="59515"/>
          </a:xfrm>
          <a:custGeom>
            <a:avLst/>
            <a:gdLst/>
            <a:ahLst/>
            <a:cxnLst/>
            <a:rect l="l" t="t" r="r" b="b"/>
            <a:pathLst>
              <a:path w="89523" h="59515">
                <a:moveTo>
                  <a:pt x="10689" y="15759"/>
                </a:moveTo>
                <a:lnTo>
                  <a:pt x="0" y="0"/>
                </a:lnTo>
                <a:lnTo>
                  <a:pt x="78834" y="43756"/>
                </a:lnTo>
                <a:lnTo>
                  <a:pt x="89523" y="59515"/>
                </a:lnTo>
                <a:close/>
              </a:path>
            </a:pathLst>
          </a:custGeom>
          <a:solidFill>
            <a:srgbClr val="B1B1B1"/>
          </a:solidFill>
          <a:ln w="6350">
            <a:solidFill>
              <a:srgbClr val="B1B1B1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1523997" y="2862969"/>
            <a:ext cx="82588" cy="63414"/>
          </a:xfrm>
          <a:custGeom>
            <a:avLst/>
            <a:gdLst/>
            <a:ahLst/>
            <a:cxnLst/>
            <a:rect l="l" t="t" r="r" b="b"/>
            <a:pathLst>
              <a:path w="82588" h="63414">
                <a:moveTo>
                  <a:pt x="3753" y="19658"/>
                </a:moveTo>
                <a:lnTo>
                  <a:pt x="0" y="0"/>
                </a:lnTo>
                <a:lnTo>
                  <a:pt x="78834" y="43756"/>
                </a:lnTo>
                <a:lnTo>
                  <a:pt x="82588" y="63414"/>
                </a:lnTo>
                <a:close/>
              </a:path>
            </a:pathLst>
          </a:custGeom>
          <a:solidFill>
            <a:srgbClr val="C9C9C9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1523997" y="2804465"/>
            <a:ext cx="177453" cy="148862"/>
          </a:xfrm>
          <a:custGeom>
            <a:avLst/>
            <a:gdLst/>
            <a:ahLst/>
            <a:cxnLst/>
            <a:rect l="l" t="t" r="r" b="b"/>
            <a:pathLst>
              <a:path w="177453" h="148862">
                <a:moveTo>
                  <a:pt x="0" y="58504"/>
                </a:moveTo>
                <a:lnTo>
                  <a:pt x="3753" y="37940"/>
                </a:lnTo>
                <a:lnTo>
                  <a:pt x="14442" y="19600"/>
                </a:lnTo>
                <a:lnTo>
                  <a:pt x="30439" y="6278"/>
                </a:lnTo>
                <a:lnTo>
                  <a:pt x="49309" y="0"/>
                </a:lnTo>
                <a:lnTo>
                  <a:pt x="68179" y="1723"/>
                </a:lnTo>
                <a:lnTo>
                  <a:pt x="147013" y="45479"/>
                </a:lnTo>
                <a:lnTo>
                  <a:pt x="163010" y="54940"/>
                </a:lnTo>
                <a:lnTo>
                  <a:pt x="173699" y="70700"/>
                </a:lnTo>
                <a:lnTo>
                  <a:pt x="177453" y="90358"/>
                </a:lnTo>
                <a:lnTo>
                  <a:pt x="173699" y="110922"/>
                </a:lnTo>
                <a:lnTo>
                  <a:pt x="163010" y="129261"/>
                </a:lnTo>
                <a:lnTo>
                  <a:pt x="147013" y="142584"/>
                </a:lnTo>
                <a:lnTo>
                  <a:pt x="128144" y="148862"/>
                </a:lnTo>
                <a:lnTo>
                  <a:pt x="109274" y="147139"/>
                </a:lnTo>
                <a:lnTo>
                  <a:pt x="30439" y="103383"/>
                </a:lnTo>
                <a:lnTo>
                  <a:pt x="14442" y="93922"/>
                </a:lnTo>
                <a:lnTo>
                  <a:pt x="3753" y="78162"/>
                </a:lnTo>
                <a:close/>
              </a:path>
            </a:pathLst>
          </a:custGeom>
          <a:ln w="12700">
            <a:solidFill>
              <a:srgbClr val="000000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1602831" y="2848222"/>
            <a:ext cx="98619" cy="105106"/>
          </a:xfrm>
          <a:custGeom>
            <a:avLst/>
            <a:gdLst/>
            <a:ahLst/>
            <a:cxnLst/>
            <a:rect l="l" t="t" r="r" b="b"/>
            <a:pathLst>
              <a:path w="98619" h="105106">
                <a:moveTo>
                  <a:pt x="0" y="58504"/>
                </a:moveTo>
                <a:lnTo>
                  <a:pt x="3753" y="37940"/>
                </a:lnTo>
                <a:lnTo>
                  <a:pt x="14442" y="19600"/>
                </a:lnTo>
                <a:lnTo>
                  <a:pt x="30439" y="6278"/>
                </a:lnTo>
                <a:lnTo>
                  <a:pt x="49309" y="0"/>
                </a:lnTo>
                <a:lnTo>
                  <a:pt x="68179" y="1723"/>
                </a:lnTo>
                <a:lnTo>
                  <a:pt x="84176" y="11184"/>
                </a:lnTo>
                <a:lnTo>
                  <a:pt x="94865" y="26944"/>
                </a:lnTo>
                <a:lnTo>
                  <a:pt x="98619" y="46602"/>
                </a:lnTo>
                <a:lnTo>
                  <a:pt x="94865" y="67166"/>
                </a:lnTo>
                <a:lnTo>
                  <a:pt x="84176" y="85505"/>
                </a:lnTo>
                <a:lnTo>
                  <a:pt x="68179" y="98828"/>
                </a:lnTo>
                <a:lnTo>
                  <a:pt x="49309" y="105106"/>
                </a:lnTo>
                <a:lnTo>
                  <a:pt x="30439" y="103383"/>
                </a:lnTo>
                <a:lnTo>
                  <a:pt x="14442" y="93922"/>
                </a:lnTo>
                <a:lnTo>
                  <a:pt x="3753" y="78162"/>
                </a:lnTo>
                <a:close/>
              </a:path>
            </a:pathLst>
          </a:custGeom>
          <a:solidFill>
            <a:srgbClr val="B9B9B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7" name="Text 115"/>
          <p:cNvSpPr txBox="1"/>
          <p:nvPr/>
        </p:nvSpPr>
        <p:spPr>
          <a:xfrm>
            <a:off x="457200" y="5120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정면 사선</a:t>
            </a:r>
            <a:endParaRPr lang="en-US" sz="1300" dirty="0"/>
          </a:p>
        </p:txBody>
      </p:sp>
      <p:sp>
        <p:nvSpPr>
          <p:cNvPr id="118" name="Shape 116"/>
          <p:cNvSpPr/>
          <p:nvPr/>
        </p:nvSpPr>
        <p:spPr>
          <a:xfrm>
            <a:off x="5026240" y="3519958"/>
            <a:ext cx="116859" cy="997175"/>
          </a:xfrm>
          <a:custGeom>
            <a:avLst/>
            <a:gdLst/>
            <a:ahLst/>
            <a:cxnLst/>
            <a:rect l="l" t="t" r="r" b="b"/>
            <a:pathLst>
              <a:path w="116859" h="997175">
                <a:moveTo>
                  <a:pt x="0" y="988332"/>
                </a:moveTo>
                <a:lnTo>
                  <a:pt x="0" y="0"/>
                </a:lnTo>
                <a:lnTo>
                  <a:pt x="116859" y="8843"/>
                </a:lnTo>
                <a:lnTo>
                  <a:pt x="116859" y="997175"/>
                </a:lnTo>
                <a:close/>
              </a:path>
            </a:pathLst>
          </a:custGeom>
          <a:solidFill>
            <a:srgbClr val="61616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5026240" y="3349884"/>
            <a:ext cx="414590" cy="178917"/>
          </a:xfrm>
          <a:custGeom>
            <a:avLst/>
            <a:gdLst/>
            <a:ahLst/>
            <a:cxnLst/>
            <a:rect l="l" t="t" r="r" b="b"/>
            <a:pathLst>
              <a:path w="414590" h="178917">
                <a:moveTo>
                  <a:pt x="297732" y="0"/>
                </a:moveTo>
                <a:lnTo>
                  <a:pt x="414590" y="8843"/>
                </a:lnTo>
                <a:lnTo>
                  <a:pt x="116859" y="178917"/>
                </a:lnTo>
                <a:lnTo>
                  <a:pt x="0" y="170074"/>
                </a:lnTo>
                <a:close/>
              </a:path>
            </a:pathLst>
          </a:custGeom>
          <a:solidFill>
            <a:srgbClr val="63636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5143098" y="3358727"/>
            <a:ext cx="297732" cy="1158406"/>
          </a:xfrm>
          <a:custGeom>
            <a:avLst/>
            <a:gdLst/>
            <a:ahLst/>
            <a:cxnLst/>
            <a:rect l="l" t="t" r="r" b="b"/>
            <a:pathLst>
              <a:path w="297732" h="1158406">
                <a:moveTo>
                  <a:pt x="297732" y="988332"/>
                </a:moveTo>
                <a:lnTo>
                  <a:pt x="0" y="1158406"/>
                </a:lnTo>
                <a:lnTo>
                  <a:pt x="0" y="170074"/>
                </a:lnTo>
                <a:lnTo>
                  <a:pt x="297732" y="0"/>
                </a:lnTo>
                <a:close/>
              </a:path>
            </a:pathLst>
          </a:custGeom>
          <a:solidFill>
            <a:srgbClr val="5C5C5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5944047" y="2088560"/>
            <a:ext cx="932688" cy="932688"/>
          </a:xfrm>
          <a:custGeom>
            <a:avLst/>
            <a:gdLst/>
            <a:ahLst/>
            <a:cxnLst/>
            <a:rect l="l" t="t" r="r" b="b"/>
            <a:pathLst>
              <a:path w="932688" h="932688">
                <a:moveTo>
                  <a:pt x="932688" y="466344"/>
                </a:moveTo>
                <a:lnTo>
                  <a:pt x="928698" y="527214"/>
                </a:lnTo>
                <a:lnTo>
                  <a:pt x="916798" y="587043"/>
                </a:lnTo>
                <a:lnTo>
                  <a:pt x="897190" y="644806"/>
                </a:lnTo>
                <a:lnTo>
                  <a:pt x="870210" y="699516"/>
                </a:lnTo>
                <a:lnTo>
                  <a:pt x="836320" y="750236"/>
                </a:lnTo>
                <a:lnTo>
                  <a:pt x="796099" y="796099"/>
                </a:lnTo>
                <a:lnTo>
                  <a:pt x="750236" y="836320"/>
                </a:lnTo>
                <a:lnTo>
                  <a:pt x="699516" y="870210"/>
                </a:lnTo>
                <a:lnTo>
                  <a:pt x="644806" y="897190"/>
                </a:lnTo>
                <a:lnTo>
                  <a:pt x="587043" y="916798"/>
                </a:lnTo>
                <a:lnTo>
                  <a:pt x="527214" y="928698"/>
                </a:lnTo>
                <a:lnTo>
                  <a:pt x="466344" y="932688"/>
                </a:lnTo>
                <a:lnTo>
                  <a:pt x="405474" y="928698"/>
                </a:lnTo>
                <a:lnTo>
                  <a:pt x="345645" y="916798"/>
                </a:lnTo>
                <a:lnTo>
                  <a:pt x="287882" y="897190"/>
                </a:lnTo>
                <a:lnTo>
                  <a:pt x="233172" y="870210"/>
                </a:lnTo>
                <a:lnTo>
                  <a:pt x="182452" y="836320"/>
                </a:lnTo>
                <a:lnTo>
                  <a:pt x="136589" y="796099"/>
                </a:lnTo>
                <a:lnTo>
                  <a:pt x="96368" y="750236"/>
                </a:lnTo>
                <a:lnTo>
                  <a:pt x="62478" y="699516"/>
                </a:lnTo>
                <a:lnTo>
                  <a:pt x="35498" y="644806"/>
                </a:lnTo>
                <a:lnTo>
                  <a:pt x="15890" y="587043"/>
                </a:lnTo>
                <a:lnTo>
                  <a:pt x="3990" y="527214"/>
                </a:lnTo>
                <a:lnTo>
                  <a:pt x="0" y="466344"/>
                </a:lnTo>
                <a:lnTo>
                  <a:pt x="3990" y="405474"/>
                </a:lnTo>
                <a:lnTo>
                  <a:pt x="15890" y="345645"/>
                </a:lnTo>
                <a:lnTo>
                  <a:pt x="35498" y="287882"/>
                </a:lnTo>
                <a:lnTo>
                  <a:pt x="62478" y="233172"/>
                </a:lnTo>
                <a:lnTo>
                  <a:pt x="96368" y="182452"/>
                </a:lnTo>
                <a:lnTo>
                  <a:pt x="136589" y="136589"/>
                </a:lnTo>
                <a:lnTo>
                  <a:pt x="182452" y="96368"/>
                </a:lnTo>
                <a:lnTo>
                  <a:pt x="233172" y="62478"/>
                </a:lnTo>
                <a:lnTo>
                  <a:pt x="287882" y="35498"/>
                </a:lnTo>
                <a:lnTo>
                  <a:pt x="345645" y="15890"/>
                </a:lnTo>
                <a:lnTo>
                  <a:pt x="405474" y="3990"/>
                </a:lnTo>
                <a:lnTo>
                  <a:pt x="466344" y="0"/>
                </a:lnTo>
                <a:lnTo>
                  <a:pt x="527214" y="3990"/>
                </a:lnTo>
                <a:lnTo>
                  <a:pt x="587043" y="15890"/>
                </a:lnTo>
                <a:lnTo>
                  <a:pt x="644806" y="35498"/>
                </a:lnTo>
                <a:lnTo>
                  <a:pt x="699516" y="62478"/>
                </a:lnTo>
                <a:lnTo>
                  <a:pt x="750236" y="96368"/>
                </a:lnTo>
                <a:lnTo>
                  <a:pt x="796099" y="136589"/>
                </a:lnTo>
                <a:lnTo>
                  <a:pt x="836320" y="182452"/>
                </a:lnTo>
                <a:lnTo>
                  <a:pt x="870210" y="233172"/>
                </a:lnTo>
                <a:lnTo>
                  <a:pt x="897190" y="287882"/>
                </a:lnTo>
                <a:lnTo>
                  <a:pt x="916798" y="345645"/>
                </a:lnTo>
                <a:lnTo>
                  <a:pt x="928698" y="405474"/>
                </a:lnTo>
                <a:close/>
              </a:path>
            </a:pathLst>
          </a:custGeom>
          <a:solidFill>
            <a:srgbClr val="535353"/>
          </a:solidFill>
          <a:ln/>
        </p:spPr>
      </p:sp>
      <p:sp>
        <p:nvSpPr>
          <p:cNvPr id="122" name="Shape 120"/>
          <p:cNvSpPr/>
          <p:nvPr/>
        </p:nvSpPr>
        <p:spPr>
          <a:xfrm>
            <a:off x="5960781" y="2103911"/>
            <a:ext cx="887700" cy="887700"/>
          </a:xfrm>
          <a:custGeom>
            <a:avLst/>
            <a:gdLst/>
            <a:ahLst/>
            <a:cxnLst/>
            <a:rect l="l" t="t" r="r" b="b"/>
            <a:pathLst>
              <a:path w="887700" h="887700">
                <a:moveTo>
                  <a:pt x="887700" y="443850"/>
                </a:moveTo>
                <a:lnTo>
                  <a:pt x="883902" y="501784"/>
                </a:lnTo>
                <a:lnTo>
                  <a:pt x="872576" y="558727"/>
                </a:lnTo>
                <a:lnTo>
                  <a:pt x="853913" y="613704"/>
                </a:lnTo>
                <a:lnTo>
                  <a:pt x="828235" y="665775"/>
                </a:lnTo>
                <a:lnTo>
                  <a:pt x="795979" y="714048"/>
                </a:lnTo>
                <a:lnTo>
                  <a:pt x="757699" y="757699"/>
                </a:lnTo>
                <a:lnTo>
                  <a:pt x="714048" y="795979"/>
                </a:lnTo>
                <a:lnTo>
                  <a:pt x="665775" y="828235"/>
                </a:lnTo>
                <a:lnTo>
                  <a:pt x="613704" y="853913"/>
                </a:lnTo>
                <a:lnTo>
                  <a:pt x="558727" y="872576"/>
                </a:lnTo>
                <a:lnTo>
                  <a:pt x="501784" y="883902"/>
                </a:lnTo>
                <a:lnTo>
                  <a:pt x="443850" y="887700"/>
                </a:lnTo>
                <a:lnTo>
                  <a:pt x="385916" y="883902"/>
                </a:lnTo>
                <a:lnTo>
                  <a:pt x="328973" y="872576"/>
                </a:lnTo>
                <a:lnTo>
                  <a:pt x="273996" y="853913"/>
                </a:lnTo>
                <a:lnTo>
                  <a:pt x="221925" y="828235"/>
                </a:lnTo>
                <a:lnTo>
                  <a:pt x="173651" y="795979"/>
                </a:lnTo>
                <a:lnTo>
                  <a:pt x="130001" y="757699"/>
                </a:lnTo>
                <a:lnTo>
                  <a:pt x="91720" y="714048"/>
                </a:lnTo>
                <a:lnTo>
                  <a:pt x="59465" y="665775"/>
                </a:lnTo>
                <a:lnTo>
                  <a:pt x="33786" y="613704"/>
                </a:lnTo>
                <a:lnTo>
                  <a:pt x="15124" y="558727"/>
                </a:lnTo>
                <a:lnTo>
                  <a:pt x="3797" y="501784"/>
                </a:lnTo>
                <a:lnTo>
                  <a:pt x="0" y="443850"/>
                </a:lnTo>
                <a:lnTo>
                  <a:pt x="3797" y="385916"/>
                </a:lnTo>
                <a:lnTo>
                  <a:pt x="15124" y="328973"/>
                </a:lnTo>
                <a:lnTo>
                  <a:pt x="33786" y="273996"/>
                </a:lnTo>
                <a:lnTo>
                  <a:pt x="59465" y="221925"/>
                </a:lnTo>
                <a:lnTo>
                  <a:pt x="91720" y="173651"/>
                </a:lnTo>
                <a:lnTo>
                  <a:pt x="130001" y="130001"/>
                </a:lnTo>
                <a:lnTo>
                  <a:pt x="173651" y="91720"/>
                </a:lnTo>
                <a:lnTo>
                  <a:pt x="221925" y="59465"/>
                </a:lnTo>
                <a:lnTo>
                  <a:pt x="273996" y="33786"/>
                </a:lnTo>
                <a:lnTo>
                  <a:pt x="328973" y="15124"/>
                </a:lnTo>
                <a:lnTo>
                  <a:pt x="385916" y="3797"/>
                </a:lnTo>
                <a:lnTo>
                  <a:pt x="443850" y="0"/>
                </a:lnTo>
                <a:lnTo>
                  <a:pt x="501784" y="3797"/>
                </a:lnTo>
                <a:lnTo>
                  <a:pt x="558727" y="15124"/>
                </a:lnTo>
                <a:lnTo>
                  <a:pt x="613704" y="33786"/>
                </a:lnTo>
                <a:lnTo>
                  <a:pt x="665775" y="59465"/>
                </a:lnTo>
                <a:lnTo>
                  <a:pt x="714048" y="91720"/>
                </a:lnTo>
                <a:lnTo>
                  <a:pt x="757699" y="130001"/>
                </a:lnTo>
                <a:lnTo>
                  <a:pt x="795979" y="173651"/>
                </a:lnTo>
                <a:lnTo>
                  <a:pt x="828235" y="221925"/>
                </a:lnTo>
                <a:lnTo>
                  <a:pt x="853913" y="273996"/>
                </a:lnTo>
                <a:lnTo>
                  <a:pt x="872576" y="328973"/>
                </a:lnTo>
                <a:lnTo>
                  <a:pt x="883902" y="385916"/>
                </a:lnTo>
                <a:close/>
              </a:path>
            </a:pathLst>
          </a:custGeom>
          <a:solidFill>
            <a:srgbClr val="595959"/>
          </a:solidFill>
          <a:ln/>
        </p:spPr>
      </p:sp>
      <p:sp>
        <p:nvSpPr>
          <p:cNvPr id="123" name="Shape 121"/>
          <p:cNvSpPr/>
          <p:nvPr/>
        </p:nvSpPr>
        <p:spPr>
          <a:xfrm>
            <a:off x="5977514" y="2119262"/>
            <a:ext cx="842711" cy="842711"/>
          </a:xfrm>
          <a:custGeom>
            <a:avLst/>
            <a:gdLst/>
            <a:ahLst/>
            <a:cxnLst/>
            <a:rect l="l" t="t" r="r" b="b"/>
            <a:pathLst>
              <a:path w="842711" h="842711">
                <a:moveTo>
                  <a:pt x="842711" y="421356"/>
                </a:moveTo>
                <a:lnTo>
                  <a:pt x="839106" y="476353"/>
                </a:lnTo>
                <a:lnTo>
                  <a:pt x="828354" y="530410"/>
                </a:lnTo>
                <a:lnTo>
                  <a:pt x="810637" y="582601"/>
                </a:lnTo>
                <a:lnTo>
                  <a:pt x="786260" y="632033"/>
                </a:lnTo>
                <a:lnTo>
                  <a:pt x="755639" y="677861"/>
                </a:lnTo>
                <a:lnTo>
                  <a:pt x="719299" y="719299"/>
                </a:lnTo>
                <a:lnTo>
                  <a:pt x="677861" y="755639"/>
                </a:lnTo>
                <a:lnTo>
                  <a:pt x="632033" y="786260"/>
                </a:lnTo>
                <a:lnTo>
                  <a:pt x="582601" y="810637"/>
                </a:lnTo>
                <a:lnTo>
                  <a:pt x="530410" y="828354"/>
                </a:lnTo>
                <a:lnTo>
                  <a:pt x="476353" y="839106"/>
                </a:lnTo>
                <a:lnTo>
                  <a:pt x="421356" y="842711"/>
                </a:lnTo>
                <a:lnTo>
                  <a:pt x="366358" y="839106"/>
                </a:lnTo>
                <a:lnTo>
                  <a:pt x="312301" y="828354"/>
                </a:lnTo>
                <a:lnTo>
                  <a:pt x="260110" y="810637"/>
                </a:lnTo>
                <a:lnTo>
                  <a:pt x="210678" y="786260"/>
                </a:lnTo>
                <a:lnTo>
                  <a:pt x="164851" y="755639"/>
                </a:lnTo>
                <a:lnTo>
                  <a:pt x="123412" y="719299"/>
                </a:lnTo>
                <a:lnTo>
                  <a:pt x="87072" y="677861"/>
                </a:lnTo>
                <a:lnTo>
                  <a:pt x="56451" y="632033"/>
                </a:lnTo>
                <a:lnTo>
                  <a:pt x="32074" y="582601"/>
                </a:lnTo>
                <a:lnTo>
                  <a:pt x="14357" y="530410"/>
                </a:lnTo>
                <a:lnTo>
                  <a:pt x="3605" y="476353"/>
                </a:lnTo>
                <a:lnTo>
                  <a:pt x="0" y="421356"/>
                </a:lnTo>
                <a:lnTo>
                  <a:pt x="3605" y="366358"/>
                </a:lnTo>
                <a:lnTo>
                  <a:pt x="14357" y="312301"/>
                </a:lnTo>
                <a:lnTo>
                  <a:pt x="32074" y="260110"/>
                </a:lnTo>
                <a:lnTo>
                  <a:pt x="56451" y="210678"/>
                </a:lnTo>
                <a:lnTo>
                  <a:pt x="87072" y="164851"/>
                </a:lnTo>
                <a:lnTo>
                  <a:pt x="123412" y="123412"/>
                </a:lnTo>
                <a:lnTo>
                  <a:pt x="164851" y="87072"/>
                </a:lnTo>
                <a:lnTo>
                  <a:pt x="210678" y="56451"/>
                </a:lnTo>
                <a:lnTo>
                  <a:pt x="260110" y="32074"/>
                </a:lnTo>
                <a:lnTo>
                  <a:pt x="312301" y="14357"/>
                </a:lnTo>
                <a:lnTo>
                  <a:pt x="366358" y="3605"/>
                </a:lnTo>
                <a:lnTo>
                  <a:pt x="421356" y="0"/>
                </a:lnTo>
                <a:lnTo>
                  <a:pt x="476353" y="3605"/>
                </a:lnTo>
                <a:lnTo>
                  <a:pt x="530410" y="14357"/>
                </a:lnTo>
                <a:lnTo>
                  <a:pt x="582601" y="32074"/>
                </a:lnTo>
                <a:lnTo>
                  <a:pt x="632033" y="56451"/>
                </a:lnTo>
                <a:lnTo>
                  <a:pt x="677861" y="87072"/>
                </a:lnTo>
                <a:lnTo>
                  <a:pt x="719299" y="123412"/>
                </a:lnTo>
                <a:lnTo>
                  <a:pt x="755639" y="164851"/>
                </a:lnTo>
                <a:lnTo>
                  <a:pt x="786260" y="210678"/>
                </a:lnTo>
                <a:lnTo>
                  <a:pt x="810637" y="260110"/>
                </a:lnTo>
                <a:lnTo>
                  <a:pt x="828354" y="312301"/>
                </a:lnTo>
                <a:lnTo>
                  <a:pt x="839106" y="366358"/>
                </a:lnTo>
                <a:close/>
              </a:path>
            </a:pathLst>
          </a:custGeom>
          <a:solidFill>
            <a:srgbClr val="606060"/>
          </a:solidFill>
          <a:ln/>
        </p:spPr>
      </p:sp>
      <p:sp>
        <p:nvSpPr>
          <p:cNvPr id="124" name="Shape 122"/>
          <p:cNvSpPr/>
          <p:nvPr/>
        </p:nvSpPr>
        <p:spPr>
          <a:xfrm>
            <a:off x="5994248" y="2134613"/>
            <a:ext cx="797723" cy="797723"/>
          </a:xfrm>
          <a:custGeom>
            <a:avLst/>
            <a:gdLst/>
            <a:ahLst/>
            <a:cxnLst/>
            <a:rect l="l" t="t" r="r" b="b"/>
            <a:pathLst>
              <a:path w="797723" h="797723">
                <a:moveTo>
                  <a:pt x="797723" y="398861"/>
                </a:moveTo>
                <a:lnTo>
                  <a:pt x="794310" y="450923"/>
                </a:lnTo>
                <a:lnTo>
                  <a:pt x="784132" y="502094"/>
                </a:lnTo>
                <a:lnTo>
                  <a:pt x="767361" y="551499"/>
                </a:lnTo>
                <a:lnTo>
                  <a:pt x="744285" y="598292"/>
                </a:lnTo>
                <a:lnTo>
                  <a:pt x="715299" y="641673"/>
                </a:lnTo>
                <a:lnTo>
                  <a:pt x="680899" y="680899"/>
                </a:lnTo>
                <a:lnTo>
                  <a:pt x="641673" y="715299"/>
                </a:lnTo>
                <a:lnTo>
                  <a:pt x="598292" y="744285"/>
                </a:lnTo>
                <a:lnTo>
                  <a:pt x="551499" y="767361"/>
                </a:lnTo>
                <a:lnTo>
                  <a:pt x="502094" y="784132"/>
                </a:lnTo>
                <a:lnTo>
                  <a:pt x="450923" y="794310"/>
                </a:lnTo>
                <a:lnTo>
                  <a:pt x="398861" y="797723"/>
                </a:lnTo>
                <a:lnTo>
                  <a:pt x="346799" y="794310"/>
                </a:lnTo>
                <a:lnTo>
                  <a:pt x="295628" y="784132"/>
                </a:lnTo>
                <a:lnTo>
                  <a:pt x="246224" y="767361"/>
                </a:lnTo>
                <a:lnTo>
                  <a:pt x="199431" y="744285"/>
                </a:lnTo>
                <a:lnTo>
                  <a:pt x="156050" y="715299"/>
                </a:lnTo>
                <a:lnTo>
                  <a:pt x="116824" y="680899"/>
                </a:lnTo>
                <a:lnTo>
                  <a:pt x="82423" y="641673"/>
                </a:lnTo>
                <a:lnTo>
                  <a:pt x="53437" y="598292"/>
                </a:lnTo>
                <a:lnTo>
                  <a:pt x="30362" y="551499"/>
                </a:lnTo>
                <a:lnTo>
                  <a:pt x="13591" y="502094"/>
                </a:lnTo>
                <a:lnTo>
                  <a:pt x="3412" y="450923"/>
                </a:lnTo>
                <a:lnTo>
                  <a:pt x="0" y="398861"/>
                </a:lnTo>
                <a:lnTo>
                  <a:pt x="3412" y="346799"/>
                </a:lnTo>
                <a:lnTo>
                  <a:pt x="13591" y="295628"/>
                </a:lnTo>
                <a:lnTo>
                  <a:pt x="30362" y="246224"/>
                </a:lnTo>
                <a:lnTo>
                  <a:pt x="53437" y="199431"/>
                </a:lnTo>
                <a:lnTo>
                  <a:pt x="82423" y="156050"/>
                </a:lnTo>
                <a:lnTo>
                  <a:pt x="116824" y="116824"/>
                </a:lnTo>
                <a:lnTo>
                  <a:pt x="156050" y="82423"/>
                </a:lnTo>
                <a:lnTo>
                  <a:pt x="199431" y="53437"/>
                </a:lnTo>
                <a:lnTo>
                  <a:pt x="246224" y="30362"/>
                </a:lnTo>
                <a:lnTo>
                  <a:pt x="295628" y="13591"/>
                </a:lnTo>
                <a:lnTo>
                  <a:pt x="346799" y="3412"/>
                </a:lnTo>
                <a:lnTo>
                  <a:pt x="398861" y="0"/>
                </a:lnTo>
                <a:lnTo>
                  <a:pt x="450923" y="3412"/>
                </a:lnTo>
                <a:lnTo>
                  <a:pt x="502094" y="13591"/>
                </a:lnTo>
                <a:lnTo>
                  <a:pt x="551499" y="30362"/>
                </a:lnTo>
                <a:lnTo>
                  <a:pt x="598292" y="53437"/>
                </a:lnTo>
                <a:lnTo>
                  <a:pt x="641673" y="82423"/>
                </a:lnTo>
                <a:lnTo>
                  <a:pt x="680899" y="116824"/>
                </a:lnTo>
                <a:lnTo>
                  <a:pt x="715299" y="156050"/>
                </a:lnTo>
                <a:lnTo>
                  <a:pt x="744285" y="199431"/>
                </a:lnTo>
                <a:lnTo>
                  <a:pt x="767361" y="246224"/>
                </a:lnTo>
                <a:lnTo>
                  <a:pt x="784132" y="295628"/>
                </a:lnTo>
                <a:lnTo>
                  <a:pt x="794310" y="346799"/>
                </a:lnTo>
                <a:close/>
              </a:path>
            </a:pathLst>
          </a:custGeom>
          <a:solidFill>
            <a:srgbClr val="666666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010981" y="2149964"/>
            <a:ext cx="752734" cy="752734"/>
          </a:xfrm>
          <a:custGeom>
            <a:avLst/>
            <a:gdLst/>
            <a:ahLst/>
            <a:cxnLst/>
            <a:rect l="l" t="t" r="r" b="b"/>
            <a:pathLst>
              <a:path w="752734" h="752734">
                <a:moveTo>
                  <a:pt x="752734" y="376367"/>
                </a:moveTo>
                <a:lnTo>
                  <a:pt x="749514" y="425493"/>
                </a:lnTo>
                <a:lnTo>
                  <a:pt x="739910" y="473778"/>
                </a:lnTo>
                <a:lnTo>
                  <a:pt x="724085" y="520396"/>
                </a:lnTo>
                <a:lnTo>
                  <a:pt x="702310" y="564551"/>
                </a:lnTo>
                <a:lnTo>
                  <a:pt x="674959" y="605485"/>
                </a:lnTo>
                <a:lnTo>
                  <a:pt x="642499" y="642499"/>
                </a:lnTo>
                <a:lnTo>
                  <a:pt x="605485" y="674959"/>
                </a:lnTo>
                <a:lnTo>
                  <a:pt x="564551" y="702310"/>
                </a:lnTo>
                <a:lnTo>
                  <a:pt x="520396" y="724085"/>
                </a:lnTo>
                <a:lnTo>
                  <a:pt x="473778" y="739910"/>
                </a:lnTo>
                <a:lnTo>
                  <a:pt x="425493" y="749514"/>
                </a:lnTo>
                <a:lnTo>
                  <a:pt x="376367" y="752734"/>
                </a:lnTo>
                <a:lnTo>
                  <a:pt x="327241" y="749514"/>
                </a:lnTo>
                <a:lnTo>
                  <a:pt x="278956" y="739910"/>
                </a:lnTo>
                <a:lnTo>
                  <a:pt x="232338" y="724085"/>
                </a:lnTo>
                <a:lnTo>
                  <a:pt x="188184" y="702310"/>
                </a:lnTo>
                <a:lnTo>
                  <a:pt x="147249" y="674959"/>
                </a:lnTo>
                <a:lnTo>
                  <a:pt x="110235" y="642499"/>
                </a:lnTo>
                <a:lnTo>
                  <a:pt x="77775" y="605485"/>
                </a:lnTo>
                <a:lnTo>
                  <a:pt x="50424" y="564551"/>
                </a:lnTo>
                <a:lnTo>
                  <a:pt x="28649" y="520396"/>
                </a:lnTo>
                <a:lnTo>
                  <a:pt x="12824" y="473778"/>
                </a:lnTo>
                <a:lnTo>
                  <a:pt x="3220" y="425493"/>
                </a:lnTo>
                <a:lnTo>
                  <a:pt x="0" y="376367"/>
                </a:lnTo>
                <a:lnTo>
                  <a:pt x="3220" y="327241"/>
                </a:lnTo>
                <a:lnTo>
                  <a:pt x="12824" y="278956"/>
                </a:lnTo>
                <a:lnTo>
                  <a:pt x="28649" y="232338"/>
                </a:lnTo>
                <a:lnTo>
                  <a:pt x="50424" y="188184"/>
                </a:lnTo>
                <a:lnTo>
                  <a:pt x="77775" y="147249"/>
                </a:lnTo>
                <a:lnTo>
                  <a:pt x="110235" y="110235"/>
                </a:lnTo>
                <a:lnTo>
                  <a:pt x="147249" y="77775"/>
                </a:lnTo>
                <a:lnTo>
                  <a:pt x="188184" y="50424"/>
                </a:lnTo>
                <a:lnTo>
                  <a:pt x="232338" y="28649"/>
                </a:lnTo>
                <a:lnTo>
                  <a:pt x="278956" y="12824"/>
                </a:lnTo>
                <a:lnTo>
                  <a:pt x="327241" y="3220"/>
                </a:lnTo>
                <a:lnTo>
                  <a:pt x="376367" y="0"/>
                </a:lnTo>
                <a:lnTo>
                  <a:pt x="425493" y="3220"/>
                </a:lnTo>
                <a:lnTo>
                  <a:pt x="473778" y="12824"/>
                </a:lnTo>
                <a:lnTo>
                  <a:pt x="520396" y="28649"/>
                </a:lnTo>
                <a:lnTo>
                  <a:pt x="564551" y="50424"/>
                </a:lnTo>
                <a:lnTo>
                  <a:pt x="605485" y="77775"/>
                </a:lnTo>
                <a:lnTo>
                  <a:pt x="642499" y="110235"/>
                </a:lnTo>
                <a:lnTo>
                  <a:pt x="674959" y="147249"/>
                </a:lnTo>
                <a:lnTo>
                  <a:pt x="702310" y="188184"/>
                </a:lnTo>
                <a:lnTo>
                  <a:pt x="724085" y="232338"/>
                </a:lnTo>
                <a:lnTo>
                  <a:pt x="739910" y="278956"/>
                </a:lnTo>
                <a:lnTo>
                  <a:pt x="749514" y="327241"/>
                </a:lnTo>
                <a:close/>
              </a:path>
            </a:pathLst>
          </a:custGeom>
          <a:solidFill>
            <a:srgbClr val="6D6D6D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027715" y="2165315"/>
            <a:ext cx="707746" cy="707746"/>
          </a:xfrm>
          <a:custGeom>
            <a:avLst/>
            <a:gdLst/>
            <a:ahLst/>
            <a:cxnLst/>
            <a:rect l="l" t="t" r="r" b="b"/>
            <a:pathLst>
              <a:path w="707746" h="707746">
                <a:moveTo>
                  <a:pt x="707746" y="353873"/>
                </a:moveTo>
                <a:lnTo>
                  <a:pt x="704718" y="400062"/>
                </a:lnTo>
                <a:lnTo>
                  <a:pt x="695688" y="445462"/>
                </a:lnTo>
                <a:lnTo>
                  <a:pt x="680809" y="489294"/>
                </a:lnTo>
                <a:lnTo>
                  <a:pt x="660336" y="530809"/>
                </a:lnTo>
                <a:lnTo>
                  <a:pt x="634619" y="569297"/>
                </a:lnTo>
                <a:lnTo>
                  <a:pt x="604099" y="604099"/>
                </a:lnTo>
                <a:lnTo>
                  <a:pt x="569297" y="634619"/>
                </a:lnTo>
                <a:lnTo>
                  <a:pt x="530809" y="660336"/>
                </a:lnTo>
                <a:lnTo>
                  <a:pt x="489294" y="680809"/>
                </a:lnTo>
                <a:lnTo>
                  <a:pt x="445462" y="695688"/>
                </a:lnTo>
                <a:lnTo>
                  <a:pt x="400062" y="704718"/>
                </a:lnTo>
                <a:lnTo>
                  <a:pt x="353873" y="707746"/>
                </a:lnTo>
                <a:lnTo>
                  <a:pt x="307683" y="704718"/>
                </a:lnTo>
                <a:lnTo>
                  <a:pt x="262284" y="695688"/>
                </a:lnTo>
                <a:lnTo>
                  <a:pt x="218452" y="680809"/>
                </a:lnTo>
                <a:lnTo>
                  <a:pt x="176936" y="660336"/>
                </a:lnTo>
                <a:lnTo>
                  <a:pt x="138449" y="634619"/>
                </a:lnTo>
                <a:lnTo>
                  <a:pt x="103647" y="604099"/>
                </a:lnTo>
                <a:lnTo>
                  <a:pt x="73127" y="569297"/>
                </a:lnTo>
                <a:lnTo>
                  <a:pt x="47410" y="530809"/>
                </a:lnTo>
                <a:lnTo>
                  <a:pt x="26937" y="489294"/>
                </a:lnTo>
                <a:lnTo>
                  <a:pt x="12058" y="445462"/>
                </a:lnTo>
                <a:lnTo>
                  <a:pt x="3027" y="400062"/>
                </a:lnTo>
                <a:lnTo>
                  <a:pt x="0" y="353873"/>
                </a:lnTo>
                <a:lnTo>
                  <a:pt x="3027" y="307683"/>
                </a:lnTo>
                <a:lnTo>
                  <a:pt x="12058" y="262284"/>
                </a:lnTo>
                <a:lnTo>
                  <a:pt x="26937" y="218452"/>
                </a:lnTo>
                <a:lnTo>
                  <a:pt x="47410" y="176936"/>
                </a:lnTo>
                <a:lnTo>
                  <a:pt x="73127" y="138449"/>
                </a:lnTo>
                <a:lnTo>
                  <a:pt x="103647" y="103647"/>
                </a:lnTo>
                <a:lnTo>
                  <a:pt x="138449" y="73127"/>
                </a:lnTo>
                <a:lnTo>
                  <a:pt x="176936" y="47410"/>
                </a:lnTo>
                <a:lnTo>
                  <a:pt x="218452" y="26937"/>
                </a:lnTo>
                <a:lnTo>
                  <a:pt x="262284" y="12058"/>
                </a:lnTo>
                <a:lnTo>
                  <a:pt x="307683" y="3027"/>
                </a:lnTo>
                <a:lnTo>
                  <a:pt x="353873" y="0"/>
                </a:lnTo>
                <a:lnTo>
                  <a:pt x="400062" y="3027"/>
                </a:lnTo>
                <a:lnTo>
                  <a:pt x="445462" y="12058"/>
                </a:lnTo>
                <a:lnTo>
                  <a:pt x="489294" y="26937"/>
                </a:lnTo>
                <a:lnTo>
                  <a:pt x="530809" y="47410"/>
                </a:lnTo>
                <a:lnTo>
                  <a:pt x="569297" y="73127"/>
                </a:lnTo>
                <a:lnTo>
                  <a:pt x="604099" y="103647"/>
                </a:lnTo>
                <a:lnTo>
                  <a:pt x="634619" y="138449"/>
                </a:lnTo>
                <a:lnTo>
                  <a:pt x="660336" y="176936"/>
                </a:lnTo>
                <a:lnTo>
                  <a:pt x="680809" y="218452"/>
                </a:lnTo>
                <a:lnTo>
                  <a:pt x="695688" y="262284"/>
                </a:lnTo>
                <a:lnTo>
                  <a:pt x="704718" y="307683"/>
                </a:lnTo>
                <a:close/>
              </a:path>
            </a:pathLst>
          </a:custGeom>
          <a:solidFill>
            <a:srgbClr val="747474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044448" y="2180665"/>
            <a:ext cx="662757" cy="662757"/>
          </a:xfrm>
          <a:custGeom>
            <a:avLst/>
            <a:gdLst/>
            <a:ahLst/>
            <a:cxnLst/>
            <a:rect l="l" t="t" r="r" b="b"/>
            <a:pathLst>
              <a:path w="662757" h="662757">
                <a:moveTo>
                  <a:pt x="662757" y="331379"/>
                </a:moveTo>
                <a:lnTo>
                  <a:pt x="659922" y="374632"/>
                </a:lnTo>
                <a:lnTo>
                  <a:pt x="651466" y="417146"/>
                </a:lnTo>
                <a:lnTo>
                  <a:pt x="637532" y="458192"/>
                </a:lnTo>
                <a:lnTo>
                  <a:pt x="618361" y="497068"/>
                </a:lnTo>
                <a:lnTo>
                  <a:pt x="594279" y="533109"/>
                </a:lnTo>
                <a:lnTo>
                  <a:pt x="565699" y="565699"/>
                </a:lnTo>
                <a:lnTo>
                  <a:pt x="533109" y="594279"/>
                </a:lnTo>
                <a:lnTo>
                  <a:pt x="497068" y="618361"/>
                </a:lnTo>
                <a:lnTo>
                  <a:pt x="458192" y="637532"/>
                </a:lnTo>
                <a:lnTo>
                  <a:pt x="417146" y="651466"/>
                </a:lnTo>
                <a:lnTo>
                  <a:pt x="374632" y="659922"/>
                </a:lnTo>
                <a:lnTo>
                  <a:pt x="331379" y="662757"/>
                </a:lnTo>
                <a:lnTo>
                  <a:pt x="288125" y="659922"/>
                </a:lnTo>
                <a:lnTo>
                  <a:pt x="245611" y="651466"/>
                </a:lnTo>
                <a:lnTo>
                  <a:pt x="204565" y="637532"/>
                </a:lnTo>
                <a:lnTo>
                  <a:pt x="165689" y="618361"/>
                </a:lnTo>
                <a:lnTo>
                  <a:pt x="129648" y="594279"/>
                </a:lnTo>
                <a:lnTo>
                  <a:pt x="97059" y="565699"/>
                </a:lnTo>
                <a:lnTo>
                  <a:pt x="68478" y="533109"/>
                </a:lnTo>
                <a:lnTo>
                  <a:pt x="44396" y="497068"/>
                </a:lnTo>
                <a:lnTo>
                  <a:pt x="25225" y="458192"/>
                </a:lnTo>
                <a:lnTo>
                  <a:pt x="11291" y="417146"/>
                </a:lnTo>
                <a:lnTo>
                  <a:pt x="2835" y="374632"/>
                </a:lnTo>
                <a:lnTo>
                  <a:pt x="0" y="331379"/>
                </a:lnTo>
                <a:lnTo>
                  <a:pt x="2835" y="288125"/>
                </a:lnTo>
                <a:lnTo>
                  <a:pt x="11291" y="245611"/>
                </a:lnTo>
                <a:lnTo>
                  <a:pt x="25225" y="204565"/>
                </a:lnTo>
                <a:lnTo>
                  <a:pt x="44396" y="165689"/>
                </a:lnTo>
                <a:lnTo>
                  <a:pt x="68478" y="129648"/>
                </a:lnTo>
                <a:lnTo>
                  <a:pt x="97059" y="97059"/>
                </a:lnTo>
                <a:lnTo>
                  <a:pt x="129648" y="68478"/>
                </a:lnTo>
                <a:lnTo>
                  <a:pt x="165689" y="44396"/>
                </a:lnTo>
                <a:lnTo>
                  <a:pt x="204565" y="25225"/>
                </a:lnTo>
                <a:lnTo>
                  <a:pt x="245611" y="11291"/>
                </a:lnTo>
                <a:lnTo>
                  <a:pt x="288125" y="2835"/>
                </a:lnTo>
                <a:lnTo>
                  <a:pt x="331379" y="0"/>
                </a:lnTo>
                <a:lnTo>
                  <a:pt x="374632" y="2835"/>
                </a:lnTo>
                <a:lnTo>
                  <a:pt x="417146" y="11291"/>
                </a:lnTo>
                <a:lnTo>
                  <a:pt x="458192" y="25225"/>
                </a:lnTo>
                <a:lnTo>
                  <a:pt x="497068" y="44396"/>
                </a:lnTo>
                <a:lnTo>
                  <a:pt x="533109" y="68478"/>
                </a:lnTo>
                <a:lnTo>
                  <a:pt x="565699" y="97059"/>
                </a:lnTo>
                <a:lnTo>
                  <a:pt x="594279" y="129648"/>
                </a:lnTo>
                <a:lnTo>
                  <a:pt x="618361" y="165689"/>
                </a:lnTo>
                <a:lnTo>
                  <a:pt x="637532" y="204565"/>
                </a:lnTo>
                <a:lnTo>
                  <a:pt x="651466" y="245611"/>
                </a:lnTo>
                <a:lnTo>
                  <a:pt x="659922" y="288125"/>
                </a:lnTo>
                <a:close/>
              </a:path>
            </a:pathLst>
          </a:custGeom>
          <a:solidFill>
            <a:srgbClr val="7A7A7A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061182" y="2196016"/>
            <a:ext cx="617769" cy="617769"/>
          </a:xfrm>
          <a:custGeom>
            <a:avLst/>
            <a:gdLst/>
            <a:ahLst/>
            <a:cxnLst/>
            <a:rect l="l" t="t" r="r" b="b"/>
            <a:pathLst>
              <a:path w="617769" h="617769">
                <a:moveTo>
                  <a:pt x="617769" y="308884"/>
                </a:moveTo>
                <a:lnTo>
                  <a:pt x="615126" y="349202"/>
                </a:lnTo>
                <a:lnTo>
                  <a:pt x="607244" y="388829"/>
                </a:lnTo>
                <a:lnTo>
                  <a:pt x="594256" y="427089"/>
                </a:lnTo>
                <a:lnTo>
                  <a:pt x="576386" y="463326"/>
                </a:lnTo>
                <a:lnTo>
                  <a:pt x="553939" y="496921"/>
                </a:lnTo>
                <a:lnTo>
                  <a:pt x="527299" y="527299"/>
                </a:lnTo>
                <a:lnTo>
                  <a:pt x="496921" y="553939"/>
                </a:lnTo>
                <a:lnTo>
                  <a:pt x="463326" y="576386"/>
                </a:lnTo>
                <a:lnTo>
                  <a:pt x="427089" y="594256"/>
                </a:lnTo>
                <a:lnTo>
                  <a:pt x="388829" y="607244"/>
                </a:lnTo>
                <a:lnTo>
                  <a:pt x="349202" y="615126"/>
                </a:lnTo>
                <a:lnTo>
                  <a:pt x="308884" y="617769"/>
                </a:lnTo>
                <a:lnTo>
                  <a:pt x="268567" y="615126"/>
                </a:lnTo>
                <a:lnTo>
                  <a:pt x="228939" y="607244"/>
                </a:lnTo>
                <a:lnTo>
                  <a:pt x="190679" y="594256"/>
                </a:lnTo>
                <a:lnTo>
                  <a:pt x="154442" y="576386"/>
                </a:lnTo>
                <a:lnTo>
                  <a:pt x="120847" y="553939"/>
                </a:lnTo>
                <a:lnTo>
                  <a:pt x="90470" y="527299"/>
                </a:lnTo>
                <a:lnTo>
                  <a:pt x="63830" y="496921"/>
                </a:lnTo>
                <a:lnTo>
                  <a:pt x="41383" y="463326"/>
                </a:lnTo>
                <a:lnTo>
                  <a:pt x="23512" y="427089"/>
                </a:lnTo>
                <a:lnTo>
                  <a:pt x="10525" y="388829"/>
                </a:lnTo>
                <a:lnTo>
                  <a:pt x="2643" y="349202"/>
                </a:lnTo>
                <a:lnTo>
                  <a:pt x="0" y="308884"/>
                </a:lnTo>
                <a:lnTo>
                  <a:pt x="2643" y="268567"/>
                </a:lnTo>
                <a:lnTo>
                  <a:pt x="10525" y="228939"/>
                </a:lnTo>
                <a:lnTo>
                  <a:pt x="23512" y="190679"/>
                </a:lnTo>
                <a:lnTo>
                  <a:pt x="41383" y="154442"/>
                </a:lnTo>
                <a:lnTo>
                  <a:pt x="63830" y="120847"/>
                </a:lnTo>
                <a:lnTo>
                  <a:pt x="90470" y="90470"/>
                </a:lnTo>
                <a:lnTo>
                  <a:pt x="120847" y="63830"/>
                </a:lnTo>
                <a:lnTo>
                  <a:pt x="154442" y="41383"/>
                </a:lnTo>
                <a:lnTo>
                  <a:pt x="190679" y="23512"/>
                </a:lnTo>
                <a:lnTo>
                  <a:pt x="228939" y="10525"/>
                </a:lnTo>
                <a:lnTo>
                  <a:pt x="268567" y="2643"/>
                </a:lnTo>
                <a:lnTo>
                  <a:pt x="308884" y="0"/>
                </a:lnTo>
                <a:lnTo>
                  <a:pt x="349202" y="2643"/>
                </a:lnTo>
                <a:lnTo>
                  <a:pt x="388829" y="10525"/>
                </a:lnTo>
                <a:lnTo>
                  <a:pt x="427089" y="23512"/>
                </a:lnTo>
                <a:lnTo>
                  <a:pt x="463326" y="41383"/>
                </a:lnTo>
                <a:lnTo>
                  <a:pt x="496921" y="63830"/>
                </a:lnTo>
                <a:lnTo>
                  <a:pt x="527299" y="90470"/>
                </a:lnTo>
                <a:lnTo>
                  <a:pt x="553939" y="120847"/>
                </a:lnTo>
                <a:lnTo>
                  <a:pt x="576386" y="154442"/>
                </a:lnTo>
                <a:lnTo>
                  <a:pt x="594256" y="190679"/>
                </a:lnTo>
                <a:lnTo>
                  <a:pt x="607244" y="228939"/>
                </a:lnTo>
                <a:lnTo>
                  <a:pt x="615126" y="268567"/>
                </a:lnTo>
                <a:close/>
              </a:path>
            </a:pathLst>
          </a:custGeom>
          <a:solidFill>
            <a:srgbClr val="818181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077916" y="2211367"/>
            <a:ext cx="572780" cy="572780"/>
          </a:xfrm>
          <a:custGeom>
            <a:avLst/>
            <a:gdLst/>
            <a:ahLst/>
            <a:cxnLst/>
            <a:rect l="l" t="t" r="r" b="b"/>
            <a:pathLst>
              <a:path w="572780" h="572780">
                <a:moveTo>
                  <a:pt x="572780" y="286390"/>
                </a:moveTo>
                <a:lnTo>
                  <a:pt x="570330" y="323771"/>
                </a:lnTo>
                <a:lnTo>
                  <a:pt x="563022" y="360513"/>
                </a:lnTo>
                <a:lnTo>
                  <a:pt x="550980" y="395987"/>
                </a:lnTo>
                <a:lnTo>
                  <a:pt x="534411" y="429585"/>
                </a:lnTo>
                <a:lnTo>
                  <a:pt x="513599" y="460733"/>
                </a:lnTo>
                <a:lnTo>
                  <a:pt x="488898" y="488898"/>
                </a:lnTo>
                <a:lnTo>
                  <a:pt x="460733" y="513599"/>
                </a:lnTo>
                <a:lnTo>
                  <a:pt x="429585" y="534411"/>
                </a:lnTo>
                <a:lnTo>
                  <a:pt x="395987" y="550980"/>
                </a:lnTo>
                <a:lnTo>
                  <a:pt x="360513" y="563022"/>
                </a:lnTo>
                <a:lnTo>
                  <a:pt x="323771" y="570330"/>
                </a:lnTo>
                <a:lnTo>
                  <a:pt x="286390" y="572780"/>
                </a:lnTo>
                <a:lnTo>
                  <a:pt x="249009" y="570330"/>
                </a:lnTo>
                <a:lnTo>
                  <a:pt x="212267" y="563022"/>
                </a:lnTo>
                <a:lnTo>
                  <a:pt x="176793" y="550980"/>
                </a:lnTo>
                <a:lnTo>
                  <a:pt x="143195" y="534411"/>
                </a:lnTo>
                <a:lnTo>
                  <a:pt x="112047" y="513599"/>
                </a:lnTo>
                <a:lnTo>
                  <a:pt x="83882" y="488898"/>
                </a:lnTo>
                <a:lnTo>
                  <a:pt x="59182" y="460733"/>
                </a:lnTo>
                <a:lnTo>
                  <a:pt x="38369" y="429585"/>
                </a:lnTo>
                <a:lnTo>
                  <a:pt x="21800" y="395987"/>
                </a:lnTo>
                <a:lnTo>
                  <a:pt x="9759" y="360513"/>
                </a:lnTo>
                <a:lnTo>
                  <a:pt x="2450" y="323771"/>
                </a:lnTo>
                <a:lnTo>
                  <a:pt x="0" y="286390"/>
                </a:lnTo>
                <a:lnTo>
                  <a:pt x="2450" y="249009"/>
                </a:lnTo>
                <a:lnTo>
                  <a:pt x="9759" y="212267"/>
                </a:lnTo>
                <a:lnTo>
                  <a:pt x="21800" y="176793"/>
                </a:lnTo>
                <a:lnTo>
                  <a:pt x="38369" y="143195"/>
                </a:lnTo>
                <a:lnTo>
                  <a:pt x="59182" y="112047"/>
                </a:lnTo>
                <a:lnTo>
                  <a:pt x="83882" y="83882"/>
                </a:lnTo>
                <a:lnTo>
                  <a:pt x="112047" y="59182"/>
                </a:lnTo>
                <a:lnTo>
                  <a:pt x="143195" y="38369"/>
                </a:lnTo>
                <a:lnTo>
                  <a:pt x="176793" y="21800"/>
                </a:lnTo>
                <a:lnTo>
                  <a:pt x="212267" y="9759"/>
                </a:lnTo>
                <a:lnTo>
                  <a:pt x="249009" y="2450"/>
                </a:lnTo>
                <a:lnTo>
                  <a:pt x="286390" y="0"/>
                </a:lnTo>
                <a:lnTo>
                  <a:pt x="323771" y="2450"/>
                </a:lnTo>
                <a:lnTo>
                  <a:pt x="360513" y="9759"/>
                </a:lnTo>
                <a:lnTo>
                  <a:pt x="395987" y="21800"/>
                </a:lnTo>
                <a:lnTo>
                  <a:pt x="429585" y="38369"/>
                </a:lnTo>
                <a:lnTo>
                  <a:pt x="460733" y="59182"/>
                </a:lnTo>
                <a:lnTo>
                  <a:pt x="488898" y="83882"/>
                </a:lnTo>
                <a:lnTo>
                  <a:pt x="513599" y="112047"/>
                </a:lnTo>
                <a:lnTo>
                  <a:pt x="534411" y="143195"/>
                </a:lnTo>
                <a:lnTo>
                  <a:pt x="550980" y="176793"/>
                </a:lnTo>
                <a:lnTo>
                  <a:pt x="563022" y="212267"/>
                </a:lnTo>
                <a:lnTo>
                  <a:pt x="570330" y="249009"/>
                </a:lnTo>
                <a:close/>
              </a:path>
            </a:pathLst>
          </a:custGeom>
          <a:solidFill>
            <a:srgbClr val="878787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094649" y="2226718"/>
            <a:ext cx="527792" cy="527792"/>
          </a:xfrm>
          <a:custGeom>
            <a:avLst/>
            <a:gdLst/>
            <a:ahLst/>
            <a:cxnLst/>
            <a:rect l="l" t="t" r="r" b="b"/>
            <a:pathLst>
              <a:path w="527792" h="527792">
                <a:moveTo>
                  <a:pt x="527792" y="263896"/>
                </a:moveTo>
                <a:lnTo>
                  <a:pt x="525534" y="298341"/>
                </a:lnTo>
                <a:lnTo>
                  <a:pt x="518800" y="332197"/>
                </a:lnTo>
                <a:lnTo>
                  <a:pt x="507704" y="364884"/>
                </a:lnTo>
                <a:lnTo>
                  <a:pt x="492436" y="395844"/>
                </a:lnTo>
                <a:lnTo>
                  <a:pt x="473258" y="424545"/>
                </a:lnTo>
                <a:lnTo>
                  <a:pt x="450498" y="450498"/>
                </a:lnTo>
                <a:lnTo>
                  <a:pt x="424545" y="473258"/>
                </a:lnTo>
                <a:lnTo>
                  <a:pt x="395844" y="492436"/>
                </a:lnTo>
                <a:lnTo>
                  <a:pt x="364884" y="507704"/>
                </a:lnTo>
                <a:lnTo>
                  <a:pt x="332197" y="518800"/>
                </a:lnTo>
                <a:lnTo>
                  <a:pt x="298341" y="525534"/>
                </a:lnTo>
                <a:lnTo>
                  <a:pt x="263896" y="527792"/>
                </a:lnTo>
                <a:lnTo>
                  <a:pt x="229451" y="525534"/>
                </a:lnTo>
                <a:lnTo>
                  <a:pt x="195595" y="518800"/>
                </a:lnTo>
                <a:lnTo>
                  <a:pt x="162907" y="507704"/>
                </a:lnTo>
                <a:lnTo>
                  <a:pt x="131948" y="492436"/>
                </a:lnTo>
                <a:lnTo>
                  <a:pt x="103246" y="473258"/>
                </a:lnTo>
                <a:lnTo>
                  <a:pt x="77293" y="450498"/>
                </a:lnTo>
                <a:lnTo>
                  <a:pt x="54533" y="424545"/>
                </a:lnTo>
                <a:lnTo>
                  <a:pt x="35355" y="395844"/>
                </a:lnTo>
                <a:lnTo>
                  <a:pt x="20088" y="364884"/>
                </a:lnTo>
                <a:lnTo>
                  <a:pt x="8992" y="332197"/>
                </a:lnTo>
                <a:lnTo>
                  <a:pt x="2258" y="298341"/>
                </a:lnTo>
                <a:lnTo>
                  <a:pt x="0" y="263896"/>
                </a:lnTo>
                <a:lnTo>
                  <a:pt x="2258" y="229451"/>
                </a:lnTo>
                <a:lnTo>
                  <a:pt x="8992" y="195595"/>
                </a:lnTo>
                <a:lnTo>
                  <a:pt x="20088" y="162907"/>
                </a:lnTo>
                <a:lnTo>
                  <a:pt x="35355" y="131948"/>
                </a:lnTo>
                <a:lnTo>
                  <a:pt x="54533" y="103246"/>
                </a:lnTo>
                <a:lnTo>
                  <a:pt x="77293" y="77293"/>
                </a:lnTo>
                <a:lnTo>
                  <a:pt x="103246" y="54533"/>
                </a:lnTo>
                <a:lnTo>
                  <a:pt x="131948" y="35355"/>
                </a:lnTo>
                <a:lnTo>
                  <a:pt x="162907" y="20088"/>
                </a:lnTo>
                <a:lnTo>
                  <a:pt x="195595" y="8992"/>
                </a:lnTo>
                <a:lnTo>
                  <a:pt x="229451" y="2258"/>
                </a:lnTo>
                <a:lnTo>
                  <a:pt x="263896" y="0"/>
                </a:lnTo>
                <a:lnTo>
                  <a:pt x="298341" y="2258"/>
                </a:lnTo>
                <a:lnTo>
                  <a:pt x="332197" y="8992"/>
                </a:lnTo>
                <a:lnTo>
                  <a:pt x="364884" y="20088"/>
                </a:lnTo>
                <a:lnTo>
                  <a:pt x="395844" y="35355"/>
                </a:lnTo>
                <a:lnTo>
                  <a:pt x="424545" y="54533"/>
                </a:lnTo>
                <a:lnTo>
                  <a:pt x="450498" y="77293"/>
                </a:lnTo>
                <a:lnTo>
                  <a:pt x="473258" y="103246"/>
                </a:lnTo>
                <a:lnTo>
                  <a:pt x="492436" y="131948"/>
                </a:lnTo>
                <a:lnTo>
                  <a:pt x="507704" y="162907"/>
                </a:lnTo>
                <a:lnTo>
                  <a:pt x="518800" y="195595"/>
                </a:lnTo>
                <a:lnTo>
                  <a:pt x="525534" y="229451"/>
                </a:lnTo>
                <a:close/>
              </a:path>
            </a:pathLst>
          </a:custGeom>
          <a:solidFill>
            <a:srgbClr val="8E8E8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111383" y="2242069"/>
            <a:ext cx="482803" cy="482803"/>
          </a:xfrm>
          <a:custGeom>
            <a:avLst/>
            <a:gdLst/>
            <a:ahLst/>
            <a:cxnLst/>
            <a:rect l="l" t="t" r="r" b="b"/>
            <a:pathLst>
              <a:path w="482803" h="482803">
                <a:moveTo>
                  <a:pt x="482803" y="241402"/>
                </a:moveTo>
                <a:lnTo>
                  <a:pt x="480738" y="272911"/>
                </a:lnTo>
                <a:lnTo>
                  <a:pt x="474578" y="303881"/>
                </a:lnTo>
                <a:lnTo>
                  <a:pt x="464428" y="333782"/>
                </a:lnTo>
                <a:lnTo>
                  <a:pt x="450462" y="362102"/>
                </a:lnTo>
                <a:lnTo>
                  <a:pt x="432918" y="388358"/>
                </a:lnTo>
                <a:lnTo>
                  <a:pt x="412098" y="412098"/>
                </a:lnTo>
                <a:lnTo>
                  <a:pt x="388358" y="432918"/>
                </a:lnTo>
                <a:lnTo>
                  <a:pt x="362102" y="450462"/>
                </a:lnTo>
                <a:lnTo>
                  <a:pt x="333782" y="464428"/>
                </a:lnTo>
                <a:lnTo>
                  <a:pt x="303881" y="474578"/>
                </a:lnTo>
                <a:lnTo>
                  <a:pt x="272911" y="480738"/>
                </a:lnTo>
                <a:lnTo>
                  <a:pt x="241402" y="482803"/>
                </a:lnTo>
                <a:lnTo>
                  <a:pt x="209892" y="480738"/>
                </a:lnTo>
                <a:lnTo>
                  <a:pt x="178922" y="474578"/>
                </a:lnTo>
                <a:lnTo>
                  <a:pt x="149021" y="464428"/>
                </a:lnTo>
                <a:lnTo>
                  <a:pt x="120701" y="450462"/>
                </a:lnTo>
                <a:lnTo>
                  <a:pt x="94446" y="432918"/>
                </a:lnTo>
                <a:lnTo>
                  <a:pt x="70705" y="412098"/>
                </a:lnTo>
                <a:lnTo>
                  <a:pt x="49885" y="388358"/>
                </a:lnTo>
                <a:lnTo>
                  <a:pt x="32342" y="362102"/>
                </a:lnTo>
                <a:lnTo>
                  <a:pt x="18376" y="333782"/>
                </a:lnTo>
                <a:lnTo>
                  <a:pt x="8226" y="303881"/>
                </a:lnTo>
                <a:lnTo>
                  <a:pt x="2065" y="272911"/>
                </a:lnTo>
                <a:lnTo>
                  <a:pt x="0" y="241402"/>
                </a:lnTo>
                <a:lnTo>
                  <a:pt x="2065" y="209892"/>
                </a:lnTo>
                <a:lnTo>
                  <a:pt x="8226" y="178922"/>
                </a:lnTo>
                <a:lnTo>
                  <a:pt x="18376" y="149021"/>
                </a:lnTo>
                <a:lnTo>
                  <a:pt x="32342" y="120701"/>
                </a:lnTo>
                <a:lnTo>
                  <a:pt x="49885" y="94446"/>
                </a:lnTo>
                <a:lnTo>
                  <a:pt x="70705" y="70705"/>
                </a:lnTo>
                <a:lnTo>
                  <a:pt x="94446" y="49885"/>
                </a:lnTo>
                <a:lnTo>
                  <a:pt x="120701" y="32342"/>
                </a:lnTo>
                <a:lnTo>
                  <a:pt x="149021" y="18376"/>
                </a:lnTo>
                <a:lnTo>
                  <a:pt x="178922" y="8226"/>
                </a:lnTo>
                <a:lnTo>
                  <a:pt x="209892" y="2065"/>
                </a:lnTo>
                <a:lnTo>
                  <a:pt x="241402" y="0"/>
                </a:lnTo>
                <a:lnTo>
                  <a:pt x="272911" y="2065"/>
                </a:lnTo>
                <a:lnTo>
                  <a:pt x="303881" y="8226"/>
                </a:lnTo>
                <a:lnTo>
                  <a:pt x="333782" y="18376"/>
                </a:lnTo>
                <a:lnTo>
                  <a:pt x="362102" y="32342"/>
                </a:lnTo>
                <a:lnTo>
                  <a:pt x="388358" y="49885"/>
                </a:lnTo>
                <a:lnTo>
                  <a:pt x="412098" y="70705"/>
                </a:lnTo>
                <a:lnTo>
                  <a:pt x="432918" y="94446"/>
                </a:lnTo>
                <a:lnTo>
                  <a:pt x="450462" y="120701"/>
                </a:lnTo>
                <a:lnTo>
                  <a:pt x="464428" y="149021"/>
                </a:lnTo>
                <a:lnTo>
                  <a:pt x="474578" y="178922"/>
                </a:lnTo>
                <a:lnTo>
                  <a:pt x="480738" y="209892"/>
                </a:lnTo>
                <a:close/>
              </a:path>
            </a:pathLst>
          </a:custGeom>
          <a:solidFill>
            <a:srgbClr val="959595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128116" y="2257420"/>
            <a:ext cx="437815" cy="437815"/>
          </a:xfrm>
          <a:custGeom>
            <a:avLst/>
            <a:gdLst/>
            <a:ahLst/>
            <a:cxnLst/>
            <a:rect l="l" t="t" r="r" b="b"/>
            <a:pathLst>
              <a:path w="437815" h="437815">
                <a:moveTo>
                  <a:pt x="437815" y="218907"/>
                </a:moveTo>
                <a:lnTo>
                  <a:pt x="435942" y="247481"/>
                </a:lnTo>
                <a:lnTo>
                  <a:pt x="430356" y="275565"/>
                </a:lnTo>
                <a:lnTo>
                  <a:pt x="421151" y="302680"/>
                </a:lnTo>
                <a:lnTo>
                  <a:pt x="408487" y="328361"/>
                </a:lnTo>
                <a:lnTo>
                  <a:pt x="392578" y="352170"/>
                </a:lnTo>
                <a:lnTo>
                  <a:pt x="373698" y="373698"/>
                </a:lnTo>
                <a:lnTo>
                  <a:pt x="352170" y="392578"/>
                </a:lnTo>
                <a:lnTo>
                  <a:pt x="328361" y="408487"/>
                </a:lnTo>
                <a:lnTo>
                  <a:pt x="302680" y="421151"/>
                </a:lnTo>
                <a:lnTo>
                  <a:pt x="275565" y="430356"/>
                </a:lnTo>
                <a:lnTo>
                  <a:pt x="247481" y="435942"/>
                </a:lnTo>
                <a:lnTo>
                  <a:pt x="218907" y="437815"/>
                </a:lnTo>
                <a:lnTo>
                  <a:pt x="190334" y="435942"/>
                </a:lnTo>
                <a:lnTo>
                  <a:pt x="162250" y="430356"/>
                </a:lnTo>
                <a:lnTo>
                  <a:pt x="135135" y="421151"/>
                </a:lnTo>
                <a:lnTo>
                  <a:pt x="109454" y="408487"/>
                </a:lnTo>
                <a:lnTo>
                  <a:pt x="85645" y="392578"/>
                </a:lnTo>
                <a:lnTo>
                  <a:pt x="64116" y="373698"/>
                </a:lnTo>
                <a:lnTo>
                  <a:pt x="45236" y="352170"/>
                </a:lnTo>
                <a:lnTo>
                  <a:pt x="29328" y="328361"/>
                </a:lnTo>
                <a:lnTo>
                  <a:pt x="16663" y="302680"/>
                </a:lnTo>
                <a:lnTo>
                  <a:pt x="7459" y="275565"/>
                </a:lnTo>
                <a:lnTo>
                  <a:pt x="1873" y="247481"/>
                </a:lnTo>
                <a:lnTo>
                  <a:pt x="0" y="218907"/>
                </a:lnTo>
                <a:lnTo>
                  <a:pt x="1873" y="190334"/>
                </a:lnTo>
                <a:lnTo>
                  <a:pt x="7459" y="162250"/>
                </a:lnTo>
                <a:lnTo>
                  <a:pt x="16663" y="135135"/>
                </a:lnTo>
                <a:lnTo>
                  <a:pt x="29328" y="109454"/>
                </a:lnTo>
                <a:lnTo>
                  <a:pt x="45236" y="85645"/>
                </a:lnTo>
                <a:lnTo>
                  <a:pt x="64116" y="64116"/>
                </a:lnTo>
                <a:lnTo>
                  <a:pt x="85645" y="45236"/>
                </a:lnTo>
                <a:lnTo>
                  <a:pt x="109454" y="29328"/>
                </a:lnTo>
                <a:lnTo>
                  <a:pt x="135135" y="16663"/>
                </a:lnTo>
                <a:lnTo>
                  <a:pt x="162250" y="7459"/>
                </a:lnTo>
                <a:lnTo>
                  <a:pt x="190334" y="1873"/>
                </a:lnTo>
                <a:lnTo>
                  <a:pt x="218907" y="0"/>
                </a:lnTo>
                <a:lnTo>
                  <a:pt x="247481" y="1873"/>
                </a:lnTo>
                <a:lnTo>
                  <a:pt x="275565" y="7459"/>
                </a:lnTo>
                <a:lnTo>
                  <a:pt x="302680" y="16663"/>
                </a:lnTo>
                <a:lnTo>
                  <a:pt x="328361" y="29328"/>
                </a:lnTo>
                <a:lnTo>
                  <a:pt x="352170" y="45236"/>
                </a:lnTo>
                <a:lnTo>
                  <a:pt x="373698" y="64116"/>
                </a:lnTo>
                <a:lnTo>
                  <a:pt x="392578" y="85645"/>
                </a:lnTo>
                <a:lnTo>
                  <a:pt x="408487" y="109454"/>
                </a:lnTo>
                <a:lnTo>
                  <a:pt x="421151" y="135135"/>
                </a:lnTo>
                <a:lnTo>
                  <a:pt x="430356" y="162250"/>
                </a:lnTo>
                <a:lnTo>
                  <a:pt x="435942" y="190334"/>
                </a:lnTo>
                <a:close/>
              </a:path>
            </a:pathLst>
          </a:custGeom>
          <a:solidFill>
            <a:srgbClr val="9B9B9B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144850" y="2272771"/>
            <a:ext cx="392826" cy="392826"/>
          </a:xfrm>
          <a:custGeom>
            <a:avLst/>
            <a:gdLst/>
            <a:ahLst/>
            <a:cxnLst/>
            <a:rect l="l" t="t" r="r" b="b"/>
            <a:pathLst>
              <a:path w="392826" h="392826">
                <a:moveTo>
                  <a:pt x="392826" y="196413"/>
                </a:moveTo>
                <a:lnTo>
                  <a:pt x="391146" y="222050"/>
                </a:lnTo>
                <a:lnTo>
                  <a:pt x="386134" y="247249"/>
                </a:lnTo>
                <a:lnTo>
                  <a:pt x="377875" y="271577"/>
                </a:lnTo>
                <a:lnTo>
                  <a:pt x="366512" y="294620"/>
                </a:lnTo>
                <a:lnTo>
                  <a:pt x="352238" y="315982"/>
                </a:lnTo>
                <a:lnTo>
                  <a:pt x="335298" y="335298"/>
                </a:lnTo>
                <a:lnTo>
                  <a:pt x="315982" y="352238"/>
                </a:lnTo>
                <a:lnTo>
                  <a:pt x="294620" y="366512"/>
                </a:lnTo>
                <a:lnTo>
                  <a:pt x="271577" y="377875"/>
                </a:lnTo>
                <a:lnTo>
                  <a:pt x="247249" y="386134"/>
                </a:lnTo>
                <a:lnTo>
                  <a:pt x="222050" y="391146"/>
                </a:lnTo>
                <a:lnTo>
                  <a:pt x="196413" y="392826"/>
                </a:lnTo>
                <a:lnTo>
                  <a:pt x="170776" y="391146"/>
                </a:lnTo>
                <a:lnTo>
                  <a:pt x="145578" y="386134"/>
                </a:lnTo>
                <a:lnTo>
                  <a:pt x="121249" y="377875"/>
                </a:lnTo>
                <a:lnTo>
                  <a:pt x="98207" y="366512"/>
                </a:lnTo>
                <a:lnTo>
                  <a:pt x="76844" y="352238"/>
                </a:lnTo>
                <a:lnTo>
                  <a:pt x="57528" y="335298"/>
                </a:lnTo>
                <a:lnTo>
                  <a:pt x="40588" y="315982"/>
                </a:lnTo>
                <a:lnTo>
                  <a:pt x="26314" y="294620"/>
                </a:lnTo>
                <a:lnTo>
                  <a:pt x="14951" y="271577"/>
                </a:lnTo>
                <a:lnTo>
                  <a:pt x="6693" y="247249"/>
                </a:lnTo>
                <a:lnTo>
                  <a:pt x="1680" y="222050"/>
                </a:lnTo>
                <a:lnTo>
                  <a:pt x="0" y="196413"/>
                </a:lnTo>
                <a:lnTo>
                  <a:pt x="1680" y="170776"/>
                </a:lnTo>
                <a:lnTo>
                  <a:pt x="6693" y="145578"/>
                </a:lnTo>
                <a:lnTo>
                  <a:pt x="14951" y="121249"/>
                </a:lnTo>
                <a:lnTo>
                  <a:pt x="26314" y="98207"/>
                </a:lnTo>
                <a:lnTo>
                  <a:pt x="40588" y="76844"/>
                </a:lnTo>
                <a:lnTo>
                  <a:pt x="57528" y="57528"/>
                </a:lnTo>
                <a:lnTo>
                  <a:pt x="76844" y="40588"/>
                </a:lnTo>
                <a:lnTo>
                  <a:pt x="98207" y="26314"/>
                </a:lnTo>
                <a:lnTo>
                  <a:pt x="121249" y="14951"/>
                </a:lnTo>
                <a:lnTo>
                  <a:pt x="145578" y="6693"/>
                </a:lnTo>
                <a:lnTo>
                  <a:pt x="170776" y="1680"/>
                </a:lnTo>
                <a:lnTo>
                  <a:pt x="196413" y="0"/>
                </a:lnTo>
                <a:lnTo>
                  <a:pt x="222050" y="1680"/>
                </a:lnTo>
                <a:lnTo>
                  <a:pt x="247249" y="6693"/>
                </a:lnTo>
                <a:lnTo>
                  <a:pt x="271577" y="14951"/>
                </a:lnTo>
                <a:lnTo>
                  <a:pt x="294620" y="26314"/>
                </a:lnTo>
                <a:lnTo>
                  <a:pt x="315982" y="40588"/>
                </a:lnTo>
                <a:lnTo>
                  <a:pt x="335298" y="57528"/>
                </a:lnTo>
                <a:lnTo>
                  <a:pt x="352238" y="76844"/>
                </a:lnTo>
                <a:lnTo>
                  <a:pt x="366512" y="98207"/>
                </a:lnTo>
                <a:lnTo>
                  <a:pt x="377875" y="121249"/>
                </a:lnTo>
                <a:lnTo>
                  <a:pt x="386134" y="145578"/>
                </a:lnTo>
                <a:lnTo>
                  <a:pt x="391146" y="170776"/>
                </a:lnTo>
                <a:close/>
              </a:path>
            </a:pathLst>
          </a:custGeom>
          <a:solidFill>
            <a:srgbClr val="A2A2A2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161583" y="2288122"/>
            <a:ext cx="347838" cy="347838"/>
          </a:xfrm>
          <a:custGeom>
            <a:avLst/>
            <a:gdLst/>
            <a:ahLst/>
            <a:cxnLst/>
            <a:rect l="l" t="t" r="r" b="b"/>
            <a:pathLst>
              <a:path w="347838" h="347838">
                <a:moveTo>
                  <a:pt x="347838" y="173919"/>
                </a:moveTo>
                <a:lnTo>
                  <a:pt x="346350" y="196620"/>
                </a:lnTo>
                <a:lnTo>
                  <a:pt x="341912" y="218932"/>
                </a:lnTo>
                <a:lnTo>
                  <a:pt x="334599" y="240475"/>
                </a:lnTo>
                <a:lnTo>
                  <a:pt x="324537" y="260878"/>
                </a:lnTo>
                <a:lnTo>
                  <a:pt x="311898" y="279794"/>
                </a:lnTo>
                <a:lnTo>
                  <a:pt x="296898" y="296898"/>
                </a:lnTo>
                <a:lnTo>
                  <a:pt x="279794" y="311898"/>
                </a:lnTo>
                <a:lnTo>
                  <a:pt x="260878" y="324537"/>
                </a:lnTo>
                <a:lnTo>
                  <a:pt x="240475" y="334599"/>
                </a:lnTo>
                <a:lnTo>
                  <a:pt x="218932" y="341912"/>
                </a:lnTo>
                <a:lnTo>
                  <a:pt x="196620" y="346350"/>
                </a:lnTo>
                <a:lnTo>
                  <a:pt x="173919" y="347838"/>
                </a:lnTo>
                <a:lnTo>
                  <a:pt x="151218" y="346350"/>
                </a:lnTo>
                <a:lnTo>
                  <a:pt x="128905" y="341912"/>
                </a:lnTo>
                <a:lnTo>
                  <a:pt x="107363" y="334599"/>
                </a:lnTo>
                <a:lnTo>
                  <a:pt x="86959" y="324537"/>
                </a:lnTo>
                <a:lnTo>
                  <a:pt x="68044" y="311898"/>
                </a:lnTo>
                <a:lnTo>
                  <a:pt x="50940" y="296898"/>
                </a:lnTo>
                <a:lnTo>
                  <a:pt x="35940" y="279794"/>
                </a:lnTo>
                <a:lnTo>
                  <a:pt x="23301" y="260878"/>
                </a:lnTo>
                <a:lnTo>
                  <a:pt x="13239" y="240475"/>
                </a:lnTo>
                <a:lnTo>
                  <a:pt x="5926" y="218932"/>
                </a:lnTo>
                <a:lnTo>
                  <a:pt x="1488" y="196620"/>
                </a:lnTo>
                <a:lnTo>
                  <a:pt x="0" y="173919"/>
                </a:lnTo>
                <a:lnTo>
                  <a:pt x="1488" y="151218"/>
                </a:lnTo>
                <a:lnTo>
                  <a:pt x="5926" y="128905"/>
                </a:lnTo>
                <a:lnTo>
                  <a:pt x="13239" y="107363"/>
                </a:lnTo>
                <a:lnTo>
                  <a:pt x="23301" y="86959"/>
                </a:lnTo>
                <a:lnTo>
                  <a:pt x="35940" y="68044"/>
                </a:lnTo>
                <a:lnTo>
                  <a:pt x="50940" y="50940"/>
                </a:lnTo>
                <a:lnTo>
                  <a:pt x="68044" y="35940"/>
                </a:lnTo>
                <a:lnTo>
                  <a:pt x="86959" y="23301"/>
                </a:lnTo>
                <a:lnTo>
                  <a:pt x="107363" y="13239"/>
                </a:lnTo>
                <a:lnTo>
                  <a:pt x="128905" y="5926"/>
                </a:lnTo>
                <a:lnTo>
                  <a:pt x="151218" y="1488"/>
                </a:lnTo>
                <a:lnTo>
                  <a:pt x="173919" y="0"/>
                </a:lnTo>
                <a:lnTo>
                  <a:pt x="196620" y="1488"/>
                </a:lnTo>
                <a:lnTo>
                  <a:pt x="218932" y="5926"/>
                </a:lnTo>
                <a:lnTo>
                  <a:pt x="240475" y="13239"/>
                </a:lnTo>
                <a:lnTo>
                  <a:pt x="260878" y="23301"/>
                </a:lnTo>
                <a:lnTo>
                  <a:pt x="279794" y="35940"/>
                </a:lnTo>
                <a:lnTo>
                  <a:pt x="296898" y="50940"/>
                </a:lnTo>
                <a:lnTo>
                  <a:pt x="311898" y="68044"/>
                </a:lnTo>
                <a:lnTo>
                  <a:pt x="324537" y="86959"/>
                </a:lnTo>
                <a:lnTo>
                  <a:pt x="334599" y="107363"/>
                </a:lnTo>
                <a:lnTo>
                  <a:pt x="341912" y="128905"/>
                </a:lnTo>
                <a:lnTo>
                  <a:pt x="346350" y="151218"/>
                </a:lnTo>
                <a:close/>
              </a:path>
            </a:pathLst>
          </a:custGeom>
          <a:solidFill>
            <a:srgbClr val="A9A9A9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178317" y="2303473"/>
            <a:ext cx="302849" cy="302849"/>
          </a:xfrm>
          <a:custGeom>
            <a:avLst/>
            <a:gdLst/>
            <a:ahLst/>
            <a:cxnLst/>
            <a:rect l="l" t="t" r="r" b="b"/>
            <a:pathLst>
              <a:path w="302849" h="302849">
                <a:moveTo>
                  <a:pt x="302849" y="151425"/>
                </a:moveTo>
                <a:lnTo>
                  <a:pt x="301554" y="171190"/>
                </a:lnTo>
                <a:lnTo>
                  <a:pt x="297690" y="190616"/>
                </a:lnTo>
                <a:lnTo>
                  <a:pt x="291323" y="209372"/>
                </a:lnTo>
                <a:lnTo>
                  <a:pt x="282562" y="227137"/>
                </a:lnTo>
                <a:lnTo>
                  <a:pt x="271558" y="243606"/>
                </a:lnTo>
                <a:lnTo>
                  <a:pt x="258498" y="258498"/>
                </a:lnTo>
                <a:lnTo>
                  <a:pt x="243606" y="271558"/>
                </a:lnTo>
                <a:lnTo>
                  <a:pt x="227137" y="282562"/>
                </a:lnTo>
                <a:lnTo>
                  <a:pt x="209372" y="291323"/>
                </a:lnTo>
                <a:lnTo>
                  <a:pt x="190616" y="297690"/>
                </a:lnTo>
                <a:lnTo>
                  <a:pt x="171190" y="301554"/>
                </a:lnTo>
                <a:lnTo>
                  <a:pt x="151425" y="302849"/>
                </a:lnTo>
                <a:lnTo>
                  <a:pt x="131660" y="301554"/>
                </a:lnTo>
                <a:lnTo>
                  <a:pt x="112233" y="297690"/>
                </a:lnTo>
                <a:lnTo>
                  <a:pt x="93477" y="291323"/>
                </a:lnTo>
                <a:lnTo>
                  <a:pt x="75712" y="282562"/>
                </a:lnTo>
                <a:lnTo>
                  <a:pt x="59243" y="271558"/>
                </a:lnTo>
                <a:lnTo>
                  <a:pt x="44351" y="258498"/>
                </a:lnTo>
                <a:lnTo>
                  <a:pt x="31291" y="243606"/>
                </a:lnTo>
                <a:lnTo>
                  <a:pt x="20287" y="227137"/>
                </a:lnTo>
                <a:lnTo>
                  <a:pt x="11527" y="209372"/>
                </a:lnTo>
                <a:lnTo>
                  <a:pt x="5160" y="190616"/>
                </a:lnTo>
                <a:lnTo>
                  <a:pt x="1295" y="171190"/>
                </a:lnTo>
                <a:lnTo>
                  <a:pt x="0" y="151425"/>
                </a:lnTo>
                <a:lnTo>
                  <a:pt x="1295" y="131660"/>
                </a:lnTo>
                <a:lnTo>
                  <a:pt x="5160" y="112233"/>
                </a:lnTo>
                <a:lnTo>
                  <a:pt x="11527" y="93477"/>
                </a:lnTo>
                <a:lnTo>
                  <a:pt x="20287" y="75712"/>
                </a:lnTo>
                <a:lnTo>
                  <a:pt x="31291" y="59243"/>
                </a:lnTo>
                <a:lnTo>
                  <a:pt x="44351" y="44351"/>
                </a:lnTo>
                <a:lnTo>
                  <a:pt x="59243" y="31291"/>
                </a:lnTo>
                <a:lnTo>
                  <a:pt x="75712" y="20287"/>
                </a:lnTo>
                <a:lnTo>
                  <a:pt x="93477" y="11527"/>
                </a:lnTo>
                <a:lnTo>
                  <a:pt x="112233" y="5160"/>
                </a:lnTo>
                <a:lnTo>
                  <a:pt x="131660" y="1295"/>
                </a:lnTo>
                <a:lnTo>
                  <a:pt x="151425" y="0"/>
                </a:lnTo>
                <a:lnTo>
                  <a:pt x="171190" y="1295"/>
                </a:lnTo>
                <a:lnTo>
                  <a:pt x="190616" y="5160"/>
                </a:lnTo>
                <a:lnTo>
                  <a:pt x="209372" y="11527"/>
                </a:lnTo>
                <a:lnTo>
                  <a:pt x="227137" y="20287"/>
                </a:lnTo>
                <a:lnTo>
                  <a:pt x="243606" y="31291"/>
                </a:lnTo>
                <a:lnTo>
                  <a:pt x="258498" y="44351"/>
                </a:lnTo>
                <a:lnTo>
                  <a:pt x="271558" y="59243"/>
                </a:lnTo>
                <a:lnTo>
                  <a:pt x="282562" y="75712"/>
                </a:lnTo>
                <a:lnTo>
                  <a:pt x="291323" y="93477"/>
                </a:lnTo>
                <a:lnTo>
                  <a:pt x="297690" y="112233"/>
                </a:lnTo>
                <a:lnTo>
                  <a:pt x="301554" y="131660"/>
                </a:lnTo>
                <a:close/>
              </a:path>
            </a:pathLst>
          </a:custGeom>
          <a:solidFill>
            <a:srgbClr val="AFAFAF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195050" y="2318824"/>
            <a:ext cx="257861" cy="257861"/>
          </a:xfrm>
          <a:custGeom>
            <a:avLst/>
            <a:gdLst/>
            <a:ahLst/>
            <a:cxnLst/>
            <a:rect l="l" t="t" r="r" b="b"/>
            <a:pathLst>
              <a:path w="257861" h="257861">
                <a:moveTo>
                  <a:pt x="257861" y="128930"/>
                </a:moveTo>
                <a:lnTo>
                  <a:pt x="256758" y="145759"/>
                </a:lnTo>
                <a:lnTo>
                  <a:pt x="253468" y="162300"/>
                </a:lnTo>
                <a:lnTo>
                  <a:pt x="248047" y="178270"/>
                </a:lnTo>
                <a:lnTo>
                  <a:pt x="240587" y="193396"/>
                </a:lnTo>
                <a:lnTo>
                  <a:pt x="231218" y="207418"/>
                </a:lnTo>
                <a:lnTo>
                  <a:pt x="220098" y="220098"/>
                </a:lnTo>
                <a:lnTo>
                  <a:pt x="207418" y="231218"/>
                </a:lnTo>
                <a:lnTo>
                  <a:pt x="193396" y="240587"/>
                </a:lnTo>
                <a:lnTo>
                  <a:pt x="178270" y="248047"/>
                </a:lnTo>
                <a:lnTo>
                  <a:pt x="162300" y="253468"/>
                </a:lnTo>
                <a:lnTo>
                  <a:pt x="145759" y="256758"/>
                </a:lnTo>
                <a:lnTo>
                  <a:pt x="128930" y="257861"/>
                </a:lnTo>
                <a:lnTo>
                  <a:pt x="112102" y="256758"/>
                </a:lnTo>
                <a:lnTo>
                  <a:pt x="95561" y="253468"/>
                </a:lnTo>
                <a:lnTo>
                  <a:pt x="79591" y="248047"/>
                </a:lnTo>
                <a:lnTo>
                  <a:pt x="64465" y="240587"/>
                </a:lnTo>
                <a:lnTo>
                  <a:pt x="50443" y="231218"/>
                </a:lnTo>
                <a:lnTo>
                  <a:pt x="37763" y="220098"/>
                </a:lnTo>
                <a:lnTo>
                  <a:pt x="26643" y="207418"/>
                </a:lnTo>
                <a:lnTo>
                  <a:pt x="17273" y="193396"/>
                </a:lnTo>
                <a:lnTo>
                  <a:pt x="9814" y="178270"/>
                </a:lnTo>
                <a:lnTo>
                  <a:pt x="4393" y="162300"/>
                </a:lnTo>
                <a:lnTo>
                  <a:pt x="1103" y="145759"/>
                </a:lnTo>
                <a:lnTo>
                  <a:pt x="0" y="128930"/>
                </a:lnTo>
                <a:lnTo>
                  <a:pt x="1103" y="112102"/>
                </a:lnTo>
                <a:lnTo>
                  <a:pt x="4393" y="95561"/>
                </a:lnTo>
                <a:lnTo>
                  <a:pt x="9814" y="79591"/>
                </a:lnTo>
                <a:lnTo>
                  <a:pt x="17273" y="64465"/>
                </a:lnTo>
                <a:lnTo>
                  <a:pt x="26643" y="50443"/>
                </a:lnTo>
                <a:lnTo>
                  <a:pt x="37763" y="37763"/>
                </a:lnTo>
                <a:lnTo>
                  <a:pt x="50443" y="26643"/>
                </a:lnTo>
                <a:lnTo>
                  <a:pt x="64465" y="17273"/>
                </a:lnTo>
                <a:lnTo>
                  <a:pt x="79591" y="9814"/>
                </a:lnTo>
                <a:lnTo>
                  <a:pt x="95561" y="4393"/>
                </a:lnTo>
                <a:lnTo>
                  <a:pt x="112102" y="1103"/>
                </a:lnTo>
                <a:lnTo>
                  <a:pt x="128930" y="0"/>
                </a:lnTo>
                <a:lnTo>
                  <a:pt x="145759" y="1103"/>
                </a:lnTo>
                <a:lnTo>
                  <a:pt x="162300" y="4393"/>
                </a:lnTo>
                <a:lnTo>
                  <a:pt x="178270" y="9814"/>
                </a:lnTo>
                <a:lnTo>
                  <a:pt x="193396" y="17273"/>
                </a:lnTo>
                <a:lnTo>
                  <a:pt x="207418" y="26643"/>
                </a:lnTo>
                <a:lnTo>
                  <a:pt x="220098" y="37763"/>
                </a:lnTo>
                <a:lnTo>
                  <a:pt x="231218" y="50443"/>
                </a:lnTo>
                <a:lnTo>
                  <a:pt x="240587" y="64465"/>
                </a:lnTo>
                <a:lnTo>
                  <a:pt x="248047" y="79591"/>
                </a:lnTo>
                <a:lnTo>
                  <a:pt x="253468" y="95561"/>
                </a:lnTo>
                <a:lnTo>
                  <a:pt x="256758" y="112102"/>
                </a:lnTo>
                <a:close/>
              </a:path>
            </a:pathLst>
          </a:custGeom>
          <a:solidFill>
            <a:srgbClr val="B6B6B6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211784" y="2334175"/>
            <a:ext cx="212872" cy="212872"/>
          </a:xfrm>
          <a:custGeom>
            <a:avLst/>
            <a:gdLst/>
            <a:ahLst/>
            <a:cxnLst/>
            <a:rect l="l" t="t" r="r" b="b"/>
            <a:pathLst>
              <a:path w="212872" h="212872">
                <a:moveTo>
                  <a:pt x="212872" y="106436"/>
                </a:moveTo>
                <a:lnTo>
                  <a:pt x="211962" y="120329"/>
                </a:lnTo>
                <a:lnTo>
                  <a:pt x="209246" y="133984"/>
                </a:lnTo>
                <a:lnTo>
                  <a:pt x="204770" y="147168"/>
                </a:lnTo>
                <a:lnTo>
                  <a:pt x="198613" y="159654"/>
                </a:lnTo>
                <a:lnTo>
                  <a:pt x="190878" y="171230"/>
                </a:lnTo>
                <a:lnTo>
                  <a:pt x="181698" y="181698"/>
                </a:lnTo>
                <a:lnTo>
                  <a:pt x="171230" y="190878"/>
                </a:lnTo>
                <a:lnTo>
                  <a:pt x="159654" y="198613"/>
                </a:lnTo>
                <a:lnTo>
                  <a:pt x="147168" y="204770"/>
                </a:lnTo>
                <a:lnTo>
                  <a:pt x="133984" y="209246"/>
                </a:lnTo>
                <a:lnTo>
                  <a:pt x="120329" y="211962"/>
                </a:lnTo>
                <a:lnTo>
                  <a:pt x="106436" y="212872"/>
                </a:lnTo>
                <a:lnTo>
                  <a:pt x="92543" y="211962"/>
                </a:lnTo>
                <a:lnTo>
                  <a:pt x="78888" y="209246"/>
                </a:lnTo>
                <a:lnTo>
                  <a:pt x="65705" y="204770"/>
                </a:lnTo>
                <a:lnTo>
                  <a:pt x="53218" y="198613"/>
                </a:lnTo>
                <a:lnTo>
                  <a:pt x="41642" y="190878"/>
                </a:lnTo>
                <a:lnTo>
                  <a:pt x="31174" y="181698"/>
                </a:lnTo>
                <a:lnTo>
                  <a:pt x="21995" y="171230"/>
                </a:lnTo>
                <a:lnTo>
                  <a:pt x="14260" y="159654"/>
                </a:lnTo>
                <a:lnTo>
                  <a:pt x="8102" y="147168"/>
                </a:lnTo>
                <a:lnTo>
                  <a:pt x="3627" y="133984"/>
                </a:lnTo>
                <a:lnTo>
                  <a:pt x="911" y="120329"/>
                </a:lnTo>
                <a:lnTo>
                  <a:pt x="0" y="106436"/>
                </a:lnTo>
                <a:lnTo>
                  <a:pt x="911" y="92543"/>
                </a:lnTo>
                <a:lnTo>
                  <a:pt x="3627" y="78888"/>
                </a:lnTo>
                <a:lnTo>
                  <a:pt x="8102" y="65705"/>
                </a:lnTo>
                <a:lnTo>
                  <a:pt x="14260" y="53218"/>
                </a:lnTo>
                <a:lnTo>
                  <a:pt x="21995" y="41642"/>
                </a:lnTo>
                <a:lnTo>
                  <a:pt x="31174" y="31174"/>
                </a:lnTo>
                <a:lnTo>
                  <a:pt x="41642" y="21995"/>
                </a:lnTo>
                <a:lnTo>
                  <a:pt x="53218" y="14260"/>
                </a:lnTo>
                <a:lnTo>
                  <a:pt x="65705" y="8102"/>
                </a:lnTo>
                <a:lnTo>
                  <a:pt x="78888" y="3627"/>
                </a:lnTo>
                <a:lnTo>
                  <a:pt x="92543" y="911"/>
                </a:lnTo>
                <a:lnTo>
                  <a:pt x="106436" y="0"/>
                </a:lnTo>
                <a:lnTo>
                  <a:pt x="120329" y="911"/>
                </a:lnTo>
                <a:lnTo>
                  <a:pt x="133984" y="3627"/>
                </a:lnTo>
                <a:lnTo>
                  <a:pt x="147168" y="8102"/>
                </a:lnTo>
                <a:lnTo>
                  <a:pt x="159654" y="14260"/>
                </a:lnTo>
                <a:lnTo>
                  <a:pt x="171230" y="21995"/>
                </a:lnTo>
                <a:lnTo>
                  <a:pt x="181698" y="31174"/>
                </a:lnTo>
                <a:lnTo>
                  <a:pt x="190878" y="41642"/>
                </a:lnTo>
                <a:lnTo>
                  <a:pt x="198613" y="53218"/>
                </a:lnTo>
                <a:lnTo>
                  <a:pt x="204770" y="65705"/>
                </a:lnTo>
                <a:lnTo>
                  <a:pt x="209246" y="78888"/>
                </a:lnTo>
                <a:lnTo>
                  <a:pt x="211962" y="92543"/>
                </a:lnTo>
                <a:close/>
              </a:path>
            </a:pathLst>
          </a:custGeom>
          <a:solidFill>
            <a:srgbClr val="BCBCBC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228517" y="2349526"/>
            <a:ext cx="167884" cy="167884"/>
          </a:xfrm>
          <a:custGeom>
            <a:avLst/>
            <a:gdLst/>
            <a:ahLst/>
            <a:cxnLst/>
            <a:rect l="l" t="t" r="r" b="b"/>
            <a:pathLst>
              <a:path w="167884" h="167884">
                <a:moveTo>
                  <a:pt x="167884" y="83942"/>
                </a:moveTo>
                <a:lnTo>
                  <a:pt x="167166" y="94899"/>
                </a:lnTo>
                <a:lnTo>
                  <a:pt x="165024" y="105668"/>
                </a:lnTo>
                <a:lnTo>
                  <a:pt x="161494" y="116065"/>
                </a:lnTo>
                <a:lnTo>
                  <a:pt x="156638" y="125913"/>
                </a:lnTo>
                <a:lnTo>
                  <a:pt x="150538" y="135043"/>
                </a:lnTo>
                <a:lnTo>
                  <a:pt x="143298" y="143298"/>
                </a:lnTo>
                <a:lnTo>
                  <a:pt x="135043" y="150538"/>
                </a:lnTo>
                <a:lnTo>
                  <a:pt x="125913" y="156638"/>
                </a:lnTo>
                <a:lnTo>
                  <a:pt x="116065" y="161494"/>
                </a:lnTo>
                <a:lnTo>
                  <a:pt x="105668" y="165024"/>
                </a:lnTo>
                <a:lnTo>
                  <a:pt x="94899" y="167166"/>
                </a:lnTo>
                <a:lnTo>
                  <a:pt x="83942" y="167884"/>
                </a:lnTo>
                <a:lnTo>
                  <a:pt x="72985" y="167166"/>
                </a:lnTo>
                <a:lnTo>
                  <a:pt x="62216" y="165024"/>
                </a:lnTo>
                <a:lnTo>
                  <a:pt x="51819" y="161494"/>
                </a:lnTo>
                <a:lnTo>
                  <a:pt x="41971" y="156638"/>
                </a:lnTo>
                <a:lnTo>
                  <a:pt x="32841" y="150538"/>
                </a:lnTo>
                <a:lnTo>
                  <a:pt x="24586" y="143298"/>
                </a:lnTo>
                <a:lnTo>
                  <a:pt x="17346" y="135043"/>
                </a:lnTo>
                <a:lnTo>
                  <a:pt x="11246" y="125913"/>
                </a:lnTo>
                <a:lnTo>
                  <a:pt x="6390" y="116065"/>
                </a:lnTo>
                <a:lnTo>
                  <a:pt x="2860" y="105668"/>
                </a:lnTo>
                <a:lnTo>
                  <a:pt x="718" y="94899"/>
                </a:lnTo>
                <a:lnTo>
                  <a:pt x="0" y="83942"/>
                </a:lnTo>
                <a:lnTo>
                  <a:pt x="718" y="72985"/>
                </a:lnTo>
                <a:lnTo>
                  <a:pt x="2860" y="62216"/>
                </a:lnTo>
                <a:lnTo>
                  <a:pt x="6390" y="51819"/>
                </a:lnTo>
                <a:lnTo>
                  <a:pt x="11246" y="41971"/>
                </a:lnTo>
                <a:lnTo>
                  <a:pt x="17346" y="32841"/>
                </a:lnTo>
                <a:lnTo>
                  <a:pt x="24586" y="24586"/>
                </a:lnTo>
                <a:lnTo>
                  <a:pt x="32841" y="17346"/>
                </a:lnTo>
                <a:lnTo>
                  <a:pt x="41971" y="11246"/>
                </a:lnTo>
                <a:lnTo>
                  <a:pt x="51819" y="6390"/>
                </a:lnTo>
                <a:lnTo>
                  <a:pt x="62216" y="2860"/>
                </a:lnTo>
                <a:lnTo>
                  <a:pt x="72985" y="718"/>
                </a:lnTo>
                <a:lnTo>
                  <a:pt x="83942" y="0"/>
                </a:lnTo>
                <a:lnTo>
                  <a:pt x="94899" y="718"/>
                </a:lnTo>
                <a:lnTo>
                  <a:pt x="105668" y="2860"/>
                </a:lnTo>
                <a:lnTo>
                  <a:pt x="116065" y="6390"/>
                </a:lnTo>
                <a:lnTo>
                  <a:pt x="125913" y="11246"/>
                </a:lnTo>
                <a:lnTo>
                  <a:pt x="135043" y="17346"/>
                </a:lnTo>
                <a:lnTo>
                  <a:pt x="143298" y="24586"/>
                </a:lnTo>
                <a:lnTo>
                  <a:pt x="150538" y="32841"/>
                </a:lnTo>
                <a:lnTo>
                  <a:pt x="156638" y="41971"/>
                </a:lnTo>
                <a:lnTo>
                  <a:pt x="161494" y="51819"/>
                </a:lnTo>
                <a:lnTo>
                  <a:pt x="165024" y="62216"/>
                </a:lnTo>
                <a:lnTo>
                  <a:pt x="167166" y="72985"/>
                </a:lnTo>
                <a:close/>
              </a:path>
            </a:pathLst>
          </a:custGeom>
          <a:solidFill>
            <a:srgbClr val="C3C3C3"/>
          </a:solidFill>
          <a:ln/>
        </p:spPr>
      </p:sp>
      <p:sp>
        <p:nvSpPr>
          <p:cNvPr id="139" name="Shape 137"/>
          <p:cNvSpPr/>
          <p:nvPr/>
        </p:nvSpPr>
        <p:spPr>
          <a:xfrm>
            <a:off x="5944047" y="2088560"/>
            <a:ext cx="932688" cy="932688"/>
          </a:xfrm>
          <a:custGeom>
            <a:avLst/>
            <a:gdLst/>
            <a:ahLst/>
            <a:cxnLst/>
            <a:rect l="l" t="t" r="r" b="b"/>
            <a:pathLst>
              <a:path w="932688" h="932688">
                <a:moveTo>
                  <a:pt x="932688" y="466344"/>
                </a:moveTo>
                <a:lnTo>
                  <a:pt x="928698" y="527214"/>
                </a:lnTo>
                <a:lnTo>
                  <a:pt x="916798" y="587043"/>
                </a:lnTo>
                <a:lnTo>
                  <a:pt x="897190" y="644806"/>
                </a:lnTo>
                <a:lnTo>
                  <a:pt x="870210" y="699516"/>
                </a:lnTo>
                <a:lnTo>
                  <a:pt x="836320" y="750236"/>
                </a:lnTo>
                <a:lnTo>
                  <a:pt x="796099" y="796099"/>
                </a:lnTo>
                <a:lnTo>
                  <a:pt x="750236" y="836320"/>
                </a:lnTo>
                <a:lnTo>
                  <a:pt x="699516" y="870210"/>
                </a:lnTo>
                <a:lnTo>
                  <a:pt x="644806" y="897190"/>
                </a:lnTo>
                <a:lnTo>
                  <a:pt x="587043" y="916798"/>
                </a:lnTo>
                <a:lnTo>
                  <a:pt x="527214" y="928698"/>
                </a:lnTo>
                <a:lnTo>
                  <a:pt x="466344" y="932688"/>
                </a:lnTo>
                <a:lnTo>
                  <a:pt x="405474" y="928698"/>
                </a:lnTo>
                <a:lnTo>
                  <a:pt x="345645" y="916798"/>
                </a:lnTo>
                <a:lnTo>
                  <a:pt x="287882" y="897190"/>
                </a:lnTo>
                <a:lnTo>
                  <a:pt x="233172" y="870210"/>
                </a:lnTo>
                <a:lnTo>
                  <a:pt x="182452" y="836320"/>
                </a:lnTo>
                <a:lnTo>
                  <a:pt x="136589" y="796099"/>
                </a:lnTo>
                <a:lnTo>
                  <a:pt x="96368" y="750236"/>
                </a:lnTo>
                <a:lnTo>
                  <a:pt x="62478" y="699516"/>
                </a:lnTo>
                <a:lnTo>
                  <a:pt x="35498" y="644806"/>
                </a:lnTo>
                <a:lnTo>
                  <a:pt x="15890" y="587043"/>
                </a:lnTo>
                <a:lnTo>
                  <a:pt x="3990" y="527214"/>
                </a:lnTo>
                <a:lnTo>
                  <a:pt x="0" y="466344"/>
                </a:lnTo>
                <a:lnTo>
                  <a:pt x="3990" y="405474"/>
                </a:lnTo>
                <a:lnTo>
                  <a:pt x="15890" y="345645"/>
                </a:lnTo>
                <a:lnTo>
                  <a:pt x="35498" y="287882"/>
                </a:lnTo>
                <a:lnTo>
                  <a:pt x="62478" y="233172"/>
                </a:lnTo>
                <a:lnTo>
                  <a:pt x="96368" y="182452"/>
                </a:lnTo>
                <a:lnTo>
                  <a:pt x="136589" y="136589"/>
                </a:lnTo>
                <a:lnTo>
                  <a:pt x="182452" y="96368"/>
                </a:lnTo>
                <a:lnTo>
                  <a:pt x="233172" y="62478"/>
                </a:lnTo>
                <a:lnTo>
                  <a:pt x="287882" y="35498"/>
                </a:lnTo>
                <a:lnTo>
                  <a:pt x="345645" y="15890"/>
                </a:lnTo>
                <a:lnTo>
                  <a:pt x="405474" y="3990"/>
                </a:lnTo>
                <a:lnTo>
                  <a:pt x="466344" y="0"/>
                </a:lnTo>
                <a:lnTo>
                  <a:pt x="527214" y="3990"/>
                </a:lnTo>
                <a:lnTo>
                  <a:pt x="587043" y="15890"/>
                </a:lnTo>
                <a:lnTo>
                  <a:pt x="644806" y="35498"/>
                </a:lnTo>
                <a:lnTo>
                  <a:pt x="699516" y="62478"/>
                </a:lnTo>
                <a:lnTo>
                  <a:pt x="750236" y="96368"/>
                </a:lnTo>
                <a:lnTo>
                  <a:pt x="796099" y="136589"/>
                </a:lnTo>
                <a:lnTo>
                  <a:pt x="836320" y="182452"/>
                </a:lnTo>
                <a:lnTo>
                  <a:pt x="870210" y="233172"/>
                </a:lnTo>
                <a:lnTo>
                  <a:pt x="897190" y="287882"/>
                </a:lnTo>
                <a:lnTo>
                  <a:pt x="916798" y="345645"/>
                </a:lnTo>
                <a:lnTo>
                  <a:pt x="928698" y="405474"/>
                </a:lnTo>
                <a:close/>
              </a:path>
            </a:pathLst>
          </a:custGeom>
          <a:ln w="12700">
            <a:solidFill>
              <a:srgbClr val="000000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5026240" y="3398317"/>
            <a:ext cx="1110157" cy="205651"/>
          </a:xfrm>
          <a:custGeom>
            <a:avLst/>
            <a:gdLst/>
            <a:ahLst/>
            <a:cxnLst/>
            <a:rect l="l" t="t" r="r" b="b"/>
            <a:pathLst>
              <a:path w="1110157" h="205651">
                <a:moveTo>
                  <a:pt x="0" y="121641"/>
                </a:moveTo>
                <a:lnTo>
                  <a:pt x="0" y="0"/>
                </a:lnTo>
                <a:lnTo>
                  <a:pt x="1110157" y="84010"/>
                </a:lnTo>
                <a:lnTo>
                  <a:pt x="1110157" y="205651"/>
                </a:lnTo>
                <a:close/>
              </a:path>
            </a:pathLst>
          </a:custGeom>
          <a:solidFill>
            <a:srgbClr val="62626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5026240" y="3228243"/>
            <a:ext cx="1407889" cy="254084"/>
          </a:xfrm>
          <a:custGeom>
            <a:avLst/>
            <a:gdLst/>
            <a:ahLst/>
            <a:cxnLst/>
            <a:rect l="l" t="t" r="r" b="b"/>
            <a:pathLst>
              <a:path w="1407889" h="254084">
                <a:moveTo>
                  <a:pt x="297732" y="0"/>
                </a:moveTo>
                <a:lnTo>
                  <a:pt x="1407889" y="84010"/>
                </a:lnTo>
                <a:lnTo>
                  <a:pt x="1110157" y="254084"/>
                </a:lnTo>
                <a:lnTo>
                  <a:pt x="0" y="170074"/>
                </a:lnTo>
                <a:close/>
              </a:path>
            </a:pathLst>
          </a:custGeom>
          <a:solidFill>
            <a:srgbClr val="9F9F9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6136397" y="3312253"/>
            <a:ext cx="297732" cy="291715"/>
          </a:xfrm>
          <a:custGeom>
            <a:avLst/>
            <a:gdLst/>
            <a:ahLst/>
            <a:cxnLst/>
            <a:rect l="l" t="t" r="r" b="b"/>
            <a:pathLst>
              <a:path w="297732" h="291715">
                <a:moveTo>
                  <a:pt x="297732" y="121641"/>
                </a:moveTo>
                <a:lnTo>
                  <a:pt x="0" y="291715"/>
                </a:lnTo>
                <a:lnTo>
                  <a:pt x="0" y="170074"/>
                </a:lnTo>
                <a:lnTo>
                  <a:pt x="297732" y="0"/>
                </a:lnTo>
                <a:close/>
              </a:path>
            </a:pathLst>
          </a:custGeom>
          <a:solidFill>
            <a:srgbClr val="5C5C5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5799139" y="3186009"/>
            <a:ext cx="350576" cy="269811"/>
          </a:xfrm>
          <a:custGeom>
            <a:avLst/>
            <a:gdLst/>
            <a:ahLst/>
            <a:cxnLst/>
            <a:rect l="l" t="t" r="r" b="b"/>
            <a:pathLst>
              <a:path w="350576" h="269811">
                <a:moveTo>
                  <a:pt x="0" y="243282"/>
                </a:moveTo>
                <a:lnTo>
                  <a:pt x="0" y="0"/>
                </a:lnTo>
                <a:lnTo>
                  <a:pt x="350576" y="26529"/>
                </a:lnTo>
                <a:lnTo>
                  <a:pt x="350576" y="269811"/>
                </a:lnTo>
                <a:close/>
              </a:path>
            </a:pathLst>
          </a:custGeom>
          <a:solidFill>
            <a:srgbClr val="60606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5799139" y="3064527"/>
            <a:ext cx="563241" cy="148011"/>
          </a:xfrm>
          <a:custGeom>
            <a:avLst/>
            <a:gdLst/>
            <a:ahLst/>
            <a:cxnLst/>
            <a:rect l="l" t="t" r="r" b="b"/>
            <a:pathLst>
              <a:path w="563241" h="148011">
                <a:moveTo>
                  <a:pt x="212665" y="0"/>
                </a:moveTo>
                <a:lnTo>
                  <a:pt x="563241" y="26529"/>
                </a:lnTo>
                <a:lnTo>
                  <a:pt x="350576" y="148011"/>
                </a:lnTo>
                <a:lnTo>
                  <a:pt x="0" y="121481"/>
                </a:lnTo>
                <a:close/>
              </a:path>
            </a:pathLst>
          </a:custGeom>
          <a:solidFill>
            <a:srgbClr val="6B6B6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6149715" y="3091057"/>
            <a:ext cx="212665" cy="364763"/>
          </a:xfrm>
          <a:custGeom>
            <a:avLst/>
            <a:gdLst/>
            <a:ahLst/>
            <a:cxnLst/>
            <a:rect l="l" t="t" r="r" b="b"/>
            <a:pathLst>
              <a:path w="212665" h="364763">
                <a:moveTo>
                  <a:pt x="212665" y="243282"/>
                </a:moveTo>
                <a:lnTo>
                  <a:pt x="0" y="364763"/>
                </a:lnTo>
                <a:lnTo>
                  <a:pt x="0" y="121481"/>
                </a:lnTo>
                <a:lnTo>
                  <a:pt x="212665" y="0"/>
                </a:lnTo>
                <a:close/>
              </a:path>
            </a:pathLst>
          </a:custGeom>
          <a:solidFill>
            <a:srgbClr val="5C5C5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6019538" y="3473484"/>
            <a:ext cx="116859" cy="814714"/>
          </a:xfrm>
          <a:custGeom>
            <a:avLst/>
            <a:gdLst/>
            <a:ahLst/>
            <a:cxnLst/>
            <a:rect l="l" t="t" r="r" b="b"/>
            <a:pathLst>
              <a:path w="116859" h="814714">
                <a:moveTo>
                  <a:pt x="0" y="805871"/>
                </a:moveTo>
                <a:lnTo>
                  <a:pt x="0" y="0"/>
                </a:lnTo>
                <a:lnTo>
                  <a:pt x="116859" y="8843"/>
                </a:lnTo>
                <a:lnTo>
                  <a:pt x="116859" y="814714"/>
                </a:lnTo>
                <a:close/>
              </a:path>
            </a:pathLst>
          </a:custGeom>
          <a:solidFill>
            <a:srgbClr val="60606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6019538" y="3303410"/>
            <a:ext cx="414590" cy="178917"/>
          </a:xfrm>
          <a:custGeom>
            <a:avLst/>
            <a:gdLst/>
            <a:ahLst/>
            <a:cxnLst/>
            <a:rect l="l" t="t" r="r" b="b"/>
            <a:pathLst>
              <a:path w="414590" h="178917">
                <a:moveTo>
                  <a:pt x="297732" y="0"/>
                </a:moveTo>
                <a:lnTo>
                  <a:pt x="414590" y="8843"/>
                </a:lnTo>
                <a:lnTo>
                  <a:pt x="116859" y="178917"/>
                </a:lnTo>
                <a:lnTo>
                  <a:pt x="0" y="170074"/>
                </a:lnTo>
                <a:close/>
              </a:path>
            </a:pathLst>
          </a:custGeom>
          <a:solidFill>
            <a:srgbClr val="63636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6136397" y="3312253"/>
            <a:ext cx="297732" cy="975945"/>
          </a:xfrm>
          <a:custGeom>
            <a:avLst/>
            <a:gdLst/>
            <a:ahLst/>
            <a:cxnLst/>
            <a:rect l="l" t="t" r="r" b="b"/>
            <a:pathLst>
              <a:path w="297732" h="975945">
                <a:moveTo>
                  <a:pt x="297732" y="805871"/>
                </a:moveTo>
                <a:lnTo>
                  <a:pt x="0" y="975945"/>
                </a:lnTo>
                <a:lnTo>
                  <a:pt x="0" y="170074"/>
                </a:lnTo>
                <a:lnTo>
                  <a:pt x="297732" y="0"/>
                </a:lnTo>
                <a:close/>
              </a:path>
            </a:pathLst>
          </a:custGeom>
          <a:solidFill>
            <a:srgbClr val="5C5C5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6569649" y="2582438"/>
            <a:ext cx="176704" cy="34439"/>
          </a:xfrm>
          <a:custGeom>
            <a:avLst/>
            <a:gdLst/>
            <a:ahLst/>
            <a:cxnLst/>
            <a:rect l="l" t="t" r="r" b="b"/>
            <a:pathLst>
              <a:path w="176704" h="34439">
                <a:moveTo>
                  <a:pt x="0" y="21175"/>
                </a:moveTo>
                <a:lnTo>
                  <a:pt x="1416" y="0"/>
                </a:lnTo>
                <a:lnTo>
                  <a:pt x="176704" y="13265"/>
                </a:lnTo>
                <a:lnTo>
                  <a:pt x="175288" y="34439"/>
                </a:lnTo>
                <a:close/>
              </a:path>
            </a:pathLst>
          </a:custGeom>
          <a:solidFill>
            <a:srgbClr val="DBDBDB"/>
          </a:solidFill>
          <a:ln w="6350">
            <a:solidFill>
              <a:srgbClr val="DBDBDB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6571065" y="2562869"/>
            <a:ext cx="179322" cy="32834"/>
          </a:xfrm>
          <a:custGeom>
            <a:avLst/>
            <a:gdLst/>
            <a:ahLst/>
            <a:cxnLst/>
            <a:rect l="l" t="t" r="r" b="b"/>
            <a:pathLst>
              <a:path w="179322" h="32834">
                <a:moveTo>
                  <a:pt x="0" y="19569"/>
                </a:moveTo>
                <a:lnTo>
                  <a:pt x="4034" y="0"/>
                </a:lnTo>
                <a:lnTo>
                  <a:pt x="179322" y="13265"/>
                </a:lnTo>
                <a:lnTo>
                  <a:pt x="175288" y="32834"/>
                </a:lnTo>
                <a:close/>
              </a:path>
            </a:pathLst>
          </a:custGeom>
          <a:solidFill>
            <a:srgbClr val="E8E8E8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6575099" y="2547884"/>
            <a:ext cx="181325" cy="28249"/>
          </a:xfrm>
          <a:custGeom>
            <a:avLst/>
            <a:gdLst/>
            <a:ahLst/>
            <a:cxnLst/>
            <a:rect l="l" t="t" r="r" b="b"/>
            <a:pathLst>
              <a:path w="181325" h="28249">
                <a:moveTo>
                  <a:pt x="0" y="14985"/>
                </a:moveTo>
                <a:lnTo>
                  <a:pt x="6037" y="0"/>
                </a:lnTo>
                <a:lnTo>
                  <a:pt x="181325" y="13265"/>
                </a:lnTo>
                <a:lnTo>
                  <a:pt x="175288" y="28249"/>
                </a:lnTo>
                <a:close/>
              </a:path>
            </a:pathLst>
          </a:custGeom>
          <a:solidFill>
            <a:srgbClr val="EDEDED"/>
          </a:solidFill>
          <a:ln w="6350">
            <a:solidFill>
              <a:srgbClr val="EDEDED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6581136" y="2539765"/>
            <a:ext cx="182409" cy="21383"/>
          </a:xfrm>
          <a:custGeom>
            <a:avLst/>
            <a:gdLst/>
            <a:ahLst/>
            <a:cxnLst/>
            <a:rect l="l" t="t" r="r" b="b"/>
            <a:pathLst>
              <a:path w="182409" h="21383">
                <a:moveTo>
                  <a:pt x="0" y="8119"/>
                </a:moveTo>
                <a:lnTo>
                  <a:pt x="7121" y="0"/>
                </a:lnTo>
                <a:lnTo>
                  <a:pt x="182409" y="13265"/>
                </a:lnTo>
                <a:lnTo>
                  <a:pt x="175288" y="21383"/>
                </a:lnTo>
                <a:close/>
              </a:path>
            </a:pathLst>
          </a:custGeom>
          <a:solidFill>
            <a:srgbClr val="E9E9E9"/>
          </a:solidFill>
          <a:ln w="6350">
            <a:solidFill>
              <a:srgbClr val="E9E9E9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6588257" y="2539748"/>
            <a:ext cx="182409" cy="13281"/>
          </a:xfrm>
          <a:custGeom>
            <a:avLst/>
            <a:gdLst/>
            <a:ahLst/>
            <a:cxnLst/>
            <a:rect l="l" t="t" r="r" b="b"/>
            <a:pathLst>
              <a:path w="182409" h="13281">
                <a:moveTo>
                  <a:pt x="0" y="17"/>
                </a:moveTo>
                <a:lnTo>
                  <a:pt x="7121" y="0"/>
                </a:lnTo>
                <a:lnTo>
                  <a:pt x="182409" y="13265"/>
                </a:lnTo>
                <a:lnTo>
                  <a:pt x="175288" y="13281"/>
                </a:lnTo>
                <a:close/>
              </a:path>
            </a:pathLst>
          </a:custGeom>
          <a:solidFill>
            <a:srgbClr val="DCDCDC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6575099" y="2638130"/>
            <a:ext cx="181325" cy="21352"/>
          </a:xfrm>
          <a:custGeom>
            <a:avLst/>
            <a:gdLst/>
            <a:ahLst/>
            <a:cxnLst/>
            <a:rect l="l" t="t" r="r" b="b"/>
            <a:pathLst>
              <a:path w="181325" h="21352">
                <a:moveTo>
                  <a:pt x="6037" y="8088"/>
                </a:moveTo>
                <a:lnTo>
                  <a:pt x="0" y="0"/>
                </a:lnTo>
                <a:lnTo>
                  <a:pt x="175288" y="13265"/>
                </a:lnTo>
                <a:lnTo>
                  <a:pt x="181325" y="21352"/>
                </a:lnTo>
                <a:close/>
              </a:path>
            </a:pathLst>
          </a:custGeom>
          <a:solidFill>
            <a:srgbClr val="B1B1B1"/>
          </a:solidFill>
          <a:ln w="6350">
            <a:solidFill>
              <a:srgbClr val="B1B1B1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6571065" y="2623169"/>
            <a:ext cx="179322" cy="28226"/>
          </a:xfrm>
          <a:custGeom>
            <a:avLst/>
            <a:gdLst/>
            <a:ahLst/>
            <a:cxnLst/>
            <a:rect l="l" t="t" r="r" b="b"/>
            <a:pathLst>
              <a:path w="179322" h="28226">
                <a:moveTo>
                  <a:pt x="4034" y="14961"/>
                </a:moveTo>
                <a:lnTo>
                  <a:pt x="0" y="0"/>
                </a:lnTo>
                <a:lnTo>
                  <a:pt x="175288" y="13265"/>
                </a:lnTo>
                <a:lnTo>
                  <a:pt x="179322" y="28226"/>
                </a:lnTo>
                <a:close/>
              </a:path>
            </a:pathLst>
          </a:custGeom>
          <a:solidFill>
            <a:srgbClr val="B1B1B1"/>
          </a:solidFill>
          <a:ln w="6350">
            <a:solidFill>
              <a:srgbClr val="B1B1B1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6569649" y="2603613"/>
            <a:ext cx="176704" cy="32821"/>
          </a:xfrm>
          <a:custGeom>
            <a:avLst/>
            <a:gdLst/>
            <a:ahLst/>
            <a:cxnLst/>
            <a:rect l="l" t="t" r="r" b="b"/>
            <a:pathLst>
              <a:path w="176704" h="32821">
                <a:moveTo>
                  <a:pt x="1416" y="19556"/>
                </a:moveTo>
                <a:lnTo>
                  <a:pt x="0" y="0"/>
                </a:lnTo>
                <a:lnTo>
                  <a:pt x="175288" y="13265"/>
                </a:lnTo>
                <a:lnTo>
                  <a:pt x="176704" y="32821"/>
                </a:lnTo>
                <a:close/>
              </a:path>
            </a:pathLst>
          </a:custGeom>
          <a:solidFill>
            <a:srgbClr val="C8C8C8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6569649" y="2539748"/>
            <a:ext cx="212504" cy="119734"/>
          </a:xfrm>
          <a:custGeom>
            <a:avLst/>
            <a:gdLst/>
            <a:ahLst/>
            <a:cxnLst/>
            <a:rect l="l" t="t" r="r" b="b"/>
            <a:pathLst>
              <a:path w="212504" h="119734">
                <a:moveTo>
                  <a:pt x="0" y="63864"/>
                </a:moveTo>
                <a:lnTo>
                  <a:pt x="1416" y="42690"/>
                </a:lnTo>
                <a:lnTo>
                  <a:pt x="5450" y="23120"/>
                </a:lnTo>
                <a:lnTo>
                  <a:pt x="11487" y="8136"/>
                </a:lnTo>
                <a:lnTo>
                  <a:pt x="18608" y="17"/>
                </a:lnTo>
                <a:lnTo>
                  <a:pt x="25729" y="0"/>
                </a:lnTo>
                <a:lnTo>
                  <a:pt x="201017" y="13265"/>
                </a:lnTo>
                <a:lnTo>
                  <a:pt x="207054" y="21352"/>
                </a:lnTo>
                <a:lnTo>
                  <a:pt x="211088" y="36313"/>
                </a:lnTo>
                <a:lnTo>
                  <a:pt x="212504" y="55870"/>
                </a:lnTo>
                <a:lnTo>
                  <a:pt x="211088" y="77044"/>
                </a:lnTo>
                <a:lnTo>
                  <a:pt x="207054" y="96614"/>
                </a:lnTo>
                <a:lnTo>
                  <a:pt x="201017" y="111599"/>
                </a:lnTo>
                <a:lnTo>
                  <a:pt x="193896" y="119717"/>
                </a:lnTo>
                <a:lnTo>
                  <a:pt x="186775" y="119734"/>
                </a:lnTo>
                <a:lnTo>
                  <a:pt x="11487" y="106469"/>
                </a:lnTo>
                <a:lnTo>
                  <a:pt x="5450" y="98382"/>
                </a:lnTo>
                <a:lnTo>
                  <a:pt x="1416" y="83421"/>
                </a:lnTo>
                <a:close/>
              </a:path>
            </a:pathLst>
          </a:custGeom>
          <a:ln w="12700">
            <a:solidFill>
              <a:srgbClr val="000000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6744937" y="2553013"/>
            <a:ext cx="37216" cy="106469"/>
          </a:xfrm>
          <a:custGeom>
            <a:avLst/>
            <a:gdLst/>
            <a:ahLst/>
            <a:cxnLst/>
            <a:rect l="l" t="t" r="r" b="b"/>
            <a:pathLst>
              <a:path w="37216" h="106469">
                <a:moveTo>
                  <a:pt x="0" y="63864"/>
                </a:moveTo>
                <a:lnTo>
                  <a:pt x="1416" y="42690"/>
                </a:lnTo>
                <a:lnTo>
                  <a:pt x="5450" y="23120"/>
                </a:lnTo>
                <a:lnTo>
                  <a:pt x="11487" y="8136"/>
                </a:lnTo>
                <a:lnTo>
                  <a:pt x="18608" y="17"/>
                </a:lnTo>
                <a:lnTo>
                  <a:pt x="25729" y="0"/>
                </a:lnTo>
                <a:lnTo>
                  <a:pt x="31766" y="8088"/>
                </a:lnTo>
                <a:lnTo>
                  <a:pt x="35800" y="23049"/>
                </a:lnTo>
                <a:lnTo>
                  <a:pt x="37216" y="42605"/>
                </a:lnTo>
                <a:lnTo>
                  <a:pt x="35800" y="63780"/>
                </a:lnTo>
                <a:lnTo>
                  <a:pt x="31766" y="83349"/>
                </a:lnTo>
                <a:lnTo>
                  <a:pt x="25729" y="98334"/>
                </a:lnTo>
                <a:lnTo>
                  <a:pt x="18608" y="106453"/>
                </a:lnTo>
                <a:lnTo>
                  <a:pt x="11487" y="106469"/>
                </a:lnTo>
                <a:lnTo>
                  <a:pt x="5450" y="98382"/>
                </a:lnTo>
                <a:lnTo>
                  <a:pt x="1416" y="83421"/>
                </a:lnTo>
                <a:close/>
              </a:path>
            </a:pathLst>
          </a:custGeom>
          <a:solidFill>
            <a:srgbClr val="B1B1B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5751129" y="2098751"/>
            <a:ext cx="735359" cy="389281"/>
          </a:xfrm>
          <a:custGeom>
            <a:avLst/>
            <a:gdLst/>
            <a:ahLst/>
            <a:cxnLst/>
            <a:rect l="l" t="t" r="r" b="b"/>
            <a:pathLst>
              <a:path w="735359" h="389281">
                <a:moveTo>
                  <a:pt x="659263" y="0"/>
                </a:moveTo>
                <a:lnTo>
                  <a:pt x="735359" y="12688"/>
                </a:lnTo>
                <a:lnTo>
                  <a:pt x="76096" y="389281"/>
                </a:lnTo>
                <a:lnTo>
                  <a:pt x="0" y="376592"/>
                </a:lnTo>
                <a:close/>
              </a:path>
            </a:pathLst>
          </a:custGeom>
          <a:solidFill>
            <a:srgbClr val="ABABAB"/>
          </a:solidFill>
          <a:ln w="6350">
            <a:solidFill>
              <a:srgbClr val="ABABAB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5827225" y="2111439"/>
            <a:ext cx="733047" cy="402755"/>
          </a:xfrm>
          <a:custGeom>
            <a:avLst/>
            <a:gdLst/>
            <a:ahLst/>
            <a:cxnLst/>
            <a:rect l="l" t="t" r="r" b="b"/>
            <a:pathLst>
              <a:path w="733047" h="402755">
                <a:moveTo>
                  <a:pt x="659263" y="0"/>
                </a:moveTo>
                <a:lnTo>
                  <a:pt x="733047" y="26163"/>
                </a:lnTo>
                <a:lnTo>
                  <a:pt x="73784" y="402755"/>
                </a:lnTo>
                <a:lnTo>
                  <a:pt x="0" y="376592"/>
                </a:lnTo>
                <a:close/>
              </a:path>
            </a:pathLst>
          </a:custGeom>
          <a:solidFill>
            <a:srgbClr val="A3A3A3"/>
          </a:solidFill>
          <a:ln w="6350">
            <a:solidFill>
              <a:srgbClr val="A3A3A3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5901009" y="2137602"/>
            <a:ext cx="728493" cy="415435"/>
          </a:xfrm>
          <a:custGeom>
            <a:avLst/>
            <a:gdLst/>
            <a:ahLst/>
            <a:cxnLst/>
            <a:rect l="l" t="t" r="r" b="b"/>
            <a:pathLst>
              <a:path w="728493" h="415435">
                <a:moveTo>
                  <a:pt x="659263" y="0"/>
                </a:moveTo>
                <a:lnTo>
                  <a:pt x="728493" y="38842"/>
                </a:lnTo>
                <a:lnTo>
                  <a:pt x="69230" y="415435"/>
                </a:lnTo>
                <a:lnTo>
                  <a:pt x="0" y="376592"/>
                </a:lnTo>
                <a:close/>
              </a:path>
            </a:pathLst>
          </a:custGeom>
          <a:solidFill>
            <a:srgbClr val="999999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5970239" y="2176444"/>
            <a:ext cx="721835" cy="426934"/>
          </a:xfrm>
          <a:custGeom>
            <a:avLst/>
            <a:gdLst/>
            <a:ahLst/>
            <a:cxnLst/>
            <a:rect l="l" t="t" r="r" b="b"/>
            <a:pathLst>
              <a:path w="721835" h="426934">
                <a:moveTo>
                  <a:pt x="659263" y="0"/>
                </a:moveTo>
                <a:lnTo>
                  <a:pt x="721835" y="50342"/>
                </a:lnTo>
                <a:lnTo>
                  <a:pt x="62572" y="426934"/>
                </a:lnTo>
                <a:lnTo>
                  <a:pt x="0" y="376592"/>
                </a:lnTo>
                <a:close/>
              </a:path>
            </a:pathLst>
          </a:custGeom>
          <a:solidFill>
            <a:srgbClr val="8D8D8D"/>
          </a:solidFill>
          <a:ln w="6350">
            <a:solidFill>
              <a:srgbClr val="8D8D8D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6032811" y="2226786"/>
            <a:ext cx="713276" cy="436904"/>
          </a:xfrm>
          <a:custGeom>
            <a:avLst/>
            <a:gdLst/>
            <a:ahLst/>
            <a:cxnLst/>
            <a:rect l="l" t="t" r="r" b="b"/>
            <a:pathLst>
              <a:path w="713276" h="436904">
                <a:moveTo>
                  <a:pt x="659263" y="0"/>
                </a:moveTo>
                <a:lnTo>
                  <a:pt x="713276" y="60311"/>
                </a:lnTo>
                <a:lnTo>
                  <a:pt x="54014" y="436904"/>
                </a:lnTo>
                <a:lnTo>
                  <a:pt x="0" y="376592"/>
                </a:lnTo>
                <a:close/>
              </a:path>
            </a:pathLst>
          </a:custGeom>
          <a:solidFill>
            <a:srgbClr val="808080"/>
          </a:solidFill>
          <a:ln w="6350">
            <a:solidFill>
              <a:srgbClr val="808080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6086825" y="2287097"/>
            <a:ext cx="703076" cy="445041"/>
          </a:xfrm>
          <a:custGeom>
            <a:avLst/>
            <a:gdLst/>
            <a:ahLst/>
            <a:cxnLst/>
            <a:rect l="l" t="t" r="r" b="b"/>
            <a:pathLst>
              <a:path w="703076" h="445041">
                <a:moveTo>
                  <a:pt x="659263" y="0"/>
                </a:moveTo>
                <a:lnTo>
                  <a:pt x="703076" y="68449"/>
                </a:lnTo>
                <a:lnTo>
                  <a:pt x="43814" y="445041"/>
                </a:lnTo>
                <a:lnTo>
                  <a:pt x="0" y="376592"/>
                </a:lnTo>
                <a:close/>
              </a:path>
            </a:pathLst>
          </a:custGeom>
          <a:solidFill>
            <a:srgbClr val="717171"/>
          </a:solidFill>
          <a:ln w="6350">
            <a:solidFill>
              <a:srgbClr val="717171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6130638" y="2355546"/>
            <a:ext cx="691545" cy="451098"/>
          </a:xfrm>
          <a:custGeom>
            <a:avLst/>
            <a:gdLst/>
            <a:ahLst/>
            <a:cxnLst/>
            <a:rect l="l" t="t" r="r" b="b"/>
            <a:pathLst>
              <a:path w="691545" h="451098">
                <a:moveTo>
                  <a:pt x="659263" y="0"/>
                </a:moveTo>
                <a:lnTo>
                  <a:pt x="691545" y="74506"/>
                </a:lnTo>
                <a:lnTo>
                  <a:pt x="32282" y="451098"/>
                </a:lnTo>
                <a:lnTo>
                  <a:pt x="0" y="376592"/>
                </a:lnTo>
                <a:close/>
              </a:path>
            </a:pathLst>
          </a:custGeom>
          <a:solidFill>
            <a:srgbClr val="626262"/>
          </a:solidFill>
          <a:ln w="6350">
            <a:solidFill>
              <a:srgbClr val="626262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6162921" y="2430052"/>
            <a:ext cx="679033" cy="454892"/>
          </a:xfrm>
          <a:custGeom>
            <a:avLst/>
            <a:gdLst/>
            <a:ahLst/>
            <a:cxnLst/>
            <a:rect l="l" t="t" r="r" b="b"/>
            <a:pathLst>
              <a:path w="679033" h="454892">
                <a:moveTo>
                  <a:pt x="659263" y="0"/>
                </a:moveTo>
                <a:lnTo>
                  <a:pt x="679033" y="78300"/>
                </a:lnTo>
                <a:lnTo>
                  <a:pt x="19770" y="454892"/>
                </a:lnTo>
                <a:lnTo>
                  <a:pt x="0" y="376592"/>
                </a:lnTo>
                <a:close/>
              </a:path>
            </a:pathLst>
          </a:custGeom>
          <a:solidFill>
            <a:srgbClr val="5A5A5A"/>
          </a:solidFill>
          <a:ln w="6350">
            <a:solidFill>
              <a:srgbClr val="5A5A5A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6182691" y="2508352"/>
            <a:ext cx="665920" cy="456306"/>
          </a:xfrm>
          <a:custGeom>
            <a:avLst/>
            <a:gdLst/>
            <a:ahLst/>
            <a:cxnLst/>
            <a:rect l="l" t="t" r="r" b="b"/>
            <a:pathLst>
              <a:path w="665920" h="456306">
                <a:moveTo>
                  <a:pt x="659263" y="0"/>
                </a:moveTo>
                <a:lnTo>
                  <a:pt x="665920" y="79714"/>
                </a:lnTo>
                <a:lnTo>
                  <a:pt x="6658" y="456306"/>
                </a:lnTo>
                <a:lnTo>
                  <a:pt x="0" y="376592"/>
                </a:lnTo>
                <a:close/>
              </a:path>
            </a:pathLst>
          </a:custGeom>
          <a:solidFill>
            <a:srgbClr val="5A5A5A"/>
          </a:solidFill>
          <a:ln w="6350">
            <a:solidFill>
              <a:srgbClr val="5A5A5A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6182691" y="2588066"/>
            <a:ext cx="665920" cy="455299"/>
          </a:xfrm>
          <a:custGeom>
            <a:avLst/>
            <a:gdLst/>
            <a:ahLst/>
            <a:cxnLst/>
            <a:rect l="l" t="t" r="r" b="b"/>
            <a:pathLst>
              <a:path w="665920" h="455299">
                <a:moveTo>
                  <a:pt x="665920" y="0"/>
                </a:moveTo>
                <a:lnTo>
                  <a:pt x="659263" y="78706"/>
                </a:lnTo>
                <a:lnTo>
                  <a:pt x="0" y="455299"/>
                </a:lnTo>
                <a:lnTo>
                  <a:pt x="6658" y="376592"/>
                </a:lnTo>
                <a:close/>
              </a:path>
            </a:pathLst>
          </a:custGeom>
          <a:solidFill>
            <a:srgbClr val="5A5A5A"/>
          </a:solidFill>
          <a:ln w="6350">
            <a:solidFill>
              <a:srgbClr val="5A5A5A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6162921" y="2666772"/>
            <a:ext cx="679033" cy="451900"/>
          </a:xfrm>
          <a:custGeom>
            <a:avLst/>
            <a:gdLst/>
            <a:ahLst/>
            <a:cxnLst/>
            <a:rect l="l" t="t" r="r" b="b"/>
            <a:pathLst>
              <a:path w="679033" h="451900">
                <a:moveTo>
                  <a:pt x="679033" y="0"/>
                </a:moveTo>
                <a:lnTo>
                  <a:pt x="659263" y="75307"/>
                </a:lnTo>
                <a:lnTo>
                  <a:pt x="0" y="451900"/>
                </a:lnTo>
                <a:lnTo>
                  <a:pt x="19770" y="376592"/>
                </a:lnTo>
                <a:close/>
              </a:path>
            </a:pathLst>
          </a:custGeom>
          <a:solidFill>
            <a:srgbClr val="5A5A5A"/>
          </a:solidFill>
          <a:ln w="6350">
            <a:solidFill>
              <a:srgbClr val="5A5A5A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6130638" y="2742079"/>
            <a:ext cx="691545" cy="446212"/>
          </a:xfrm>
          <a:custGeom>
            <a:avLst/>
            <a:gdLst/>
            <a:ahLst/>
            <a:cxnLst/>
            <a:rect l="l" t="t" r="r" b="b"/>
            <a:pathLst>
              <a:path w="691545" h="446212">
                <a:moveTo>
                  <a:pt x="691545" y="0"/>
                </a:moveTo>
                <a:lnTo>
                  <a:pt x="659263" y="69620"/>
                </a:lnTo>
                <a:lnTo>
                  <a:pt x="0" y="446212"/>
                </a:lnTo>
                <a:lnTo>
                  <a:pt x="32282" y="376592"/>
                </a:lnTo>
                <a:close/>
              </a:path>
            </a:pathLst>
          </a:custGeom>
          <a:solidFill>
            <a:srgbClr val="5A5A5A"/>
          </a:solidFill>
          <a:ln w="6350">
            <a:solidFill>
              <a:srgbClr val="5A5A5A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6086825" y="2811699"/>
            <a:ext cx="703076" cy="438410"/>
          </a:xfrm>
          <a:custGeom>
            <a:avLst/>
            <a:gdLst/>
            <a:ahLst/>
            <a:cxnLst/>
            <a:rect l="l" t="t" r="r" b="b"/>
            <a:pathLst>
              <a:path w="703076" h="438410">
                <a:moveTo>
                  <a:pt x="703076" y="0"/>
                </a:moveTo>
                <a:lnTo>
                  <a:pt x="659263" y="61817"/>
                </a:lnTo>
                <a:lnTo>
                  <a:pt x="0" y="438410"/>
                </a:lnTo>
                <a:lnTo>
                  <a:pt x="43814" y="376592"/>
                </a:lnTo>
                <a:close/>
              </a:path>
            </a:pathLst>
          </a:custGeom>
          <a:solidFill>
            <a:srgbClr val="5A5A5A"/>
          </a:solidFill>
          <a:ln w="6350">
            <a:solidFill>
              <a:srgbClr val="5A5A5A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6032811" y="2873517"/>
            <a:ext cx="713276" cy="428729"/>
          </a:xfrm>
          <a:custGeom>
            <a:avLst/>
            <a:gdLst/>
            <a:ahLst/>
            <a:cxnLst/>
            <a:rect l="l" t="t" r="r" b="b"/>
            <a:pathLst>
              <a:path w="713276" h="428729">
                <a:moveTo>
                  <a:pt x="713276" y="0"/>
                </a:moveTo>
                <a:lnTo>
                  <a:pt x="659263" y="52137"/>
                </a:lnTo>
                <a:lnTo>
                  <a:pt x="0" y="428729"/>
                </a:lnTo>
                <a:lnTo>
                  <a:pt x="54014" y="376592"/>
                </a:lnTo>
                <a:close/>
              </a:path>
            </a:pathLst>
          </a:custGeom>
          <a:solidFill>
            <a:srgbClr val="5A5A5A"/>
          </a:solidFill>
          <a:ln w="6350">
            <a:solidFill>
              <a:srgbClr val="5A5A5A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5970239" y="2925653"/>
            <a:ext cx="721835" cy="417464"/>
          </a:xfrm>
          <a:custGeom>
            <a:avLst/>
            <a:gdLst/>
            <a:ahLst/>
            <a:cxnLst/>
            <a:rect l="l" t="t" r="r" b="b"/>
            <a:pathLst>
              <a:path w="721835" h="417464">
                <a:moveTo>
                  <a:pt x="721835" y="0"/>
                </a:moveTo>
                <a:lnTo>
                  <a:pt x="659263" y="40872"/>
                </a:lnTo>
                <a:lnTo>
                  <a:pt x="0" y="417464"/>
                </a:lnTo>
                <a:lnTo>
                  <a:pt x="62572" y="376592"/>
                </a:lnTo>
                <a:close/>
              </a:path>
            </a:pathLst>
          </a:custGeom>
          <a:solidFill>
            <a:srgbClr val="5A5A5A"/>
          </a:solidFill>
          <a:ln w="6350">
            <a:solidFill>
              <a:srgbClr val="5A5A5A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5532019" y="2114918"/>
            <a:ext cx="728493" cy="404957"/>
          </a:xfrm>
          <a:custGeom>
            <a:avLst/>
            <a:gdLst/>
            <a:ahLst/>
            <a:cxnLst/>
            <a:rect l="l" t="t" r="r" b="b"/>
            <a:pathLst>
              <a:path w="728493" h="404957">
                <a:moveTo>
                  <a:pt x="659263" y="28365"/>
                </a:moveTo>
                <a:lnTo>
                  <a:pt x="728493" y="0"/>
                </a:lnTo>
                <a:lnTo>
                  <a:pt x="69230" y="376592"/>
                </a:lnTo>
                <a:lnTo>
                  <a:pt x="0" y="404957"/>
                </a:lnTo>
                <a:close/>
              </a:path>
            </a:pathLst>
          </a:custGeom>
          <a:solidFill>
            <a:srgbClr val="B3B3B3"/>
          </a:solidFill>
          <a:ln w="6350">
            <a:solidFill>
              <a:srgbClr val="B3B3B3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5601249" y="2099922"/>
            <a:ext cx="733047" cy="391588"/>
          </a:xfrm>
          <a:custGeom>
            <a:avLst/>
            <a:gdLst/>
            <a:ahLst/>
            <a:cxnLst/>
            <a:rect l="l" t="t" r="r" b="b"/>
            <a:pathLst>
              <a:path w="733047" h="391588">
                <a:moveTo>
                  <a:pt x="659263" y="14996"/>
                </a:moveTo>
                <a:lnTo>
                  <a:pt x="733047" y="0"/>
                </a:lnTo>
                <a:lnTo>
                  <a:pt x="73784" y="376592"/>
                </a:lnTo>
                <a:lnTo>
                  <a:pt x="0" y="391588"/>
                </a:lnTo>
                <a:close/>
              </a:path>
            </a:pathLst>
          </a:custGeom>
          <a:solidFill>
            <a:srgbClr val="B3B3B3"/>
          </a:solidFill>
          <a:ln w="6350">
            <a:solidFill>
              <a:srgbClr val="B3B3B3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5675033" y="2098751"/>
            <a:ext cx="735359" cy="377764"/>
          </a:xfrm>
          <a:custGeom>
            <a:avLst/>
            <a:gdLst/>
            <a:ahLst/>
            <a:cxnLst/>
            <a:rect l="l" t="t" r="r" b="b"/>
            <a:pathLst>
              <a:path w="735359" h="377764">
                <a:moveTo>
                  <a:pt x="659263" y="1172"/>
                </a:moveTo>
                <a:lnTo>
                  <a:pt x="735359" y="0"/>
                </a:lnTo>
                <a:lnTo>
                  <a:pt x="76096" y="376592"/>
                </a:lnTo>
                <a:lnTo>
                  <a:pt x="0" y="377764"/>
                </a:lnTo>
                <a:close/>
              </a:path>
            </a:pathLst>
          </a:custGeom>
          <a:solidFill>
            <a:srgbClr val="B0B0B0"/>
          </a:solidFill>
          <a:ln w="6350">
            <a:solidFill>
              <a:srgbClr val="B0B0B0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5312909" y="2098751"/>
            <a:ext cx="1535703" cy="1288899"/>
          </a:xfrm>
          <a:custGeom>
            <a:avLst/>
            <a:gdLst/>
            <a:ahLst/>
            <a:cxnLst/>
            <a:rect l="l" t="t" r="r" b="b"/>
            <a:pathLst>
              <a:path w="1535703" h="1288899">
                <a:moveTo>
                  <a:pt x="0" y="799584"/>
                </a:moveTo>
                <a:lnTo>
                  <a:pt x="6658" y="720878"/>
                </a:lnTo>
                <a:lnTo>
                  <a:pt x="26428" y="645570"/>
                </a:lnTo>
                <a:lnTo>
                  <a:pt x="58710" y="575950"/>
                </a:lnTo>
                <a:lnTo>
                  <a:pt x="102524" y="514133"/>
                </a:lnTo>
                <a:lnTo>
                  <a:pt x="156538" y="461996"/>
                </a:lnTo>
                <a:lnTo>
                  <a:pt x="219110" y="421124"/>
                </a:lnTo>
                <a:lnTo>
                  <a:pt x="878373" y="44532"/>
                </a:lnTo>
                <a:lnTo>
                  <a:pt x="947603" y="16167"/>
                </a:lnTo>
                <a:lnTo>
                  <a:pt x="1021387" y="1172"/>
                </a:lnTo>
                <a:lnTo>
                  <a:pt x="1097483" y="0"/>
                </a:lnTo>
                <a:lnTo>
                  <a:pt x="1173579" y="12688"/>
                </a:lnTo>
                <a:lnTo>
                  <a:pt x="1247363" y="38851"/>
                </a:lnTo>
                <a:lnTo>
                  <a:pt x="1316593" y="77694"/>
                </a:lnTo>
                <a:lnTo>
                  <a:pt x="1379165" y="128036"/>
                </a:lnTo>
                <a:lnTo>
                  <a:pt x="1433179" y="188347"/>
                </a:lnTo>
                <a:lnTo>
                  <a:pt x="1476992" y="256796"/>
                </a:lnTo>
                <a:lnTo>
                  <a:pt x="1509275" y="331301"/>
                </a:lnTo>
                <a:lnTo>
                  <a:pt x="1529045" y="409601"/>
                </a:lnTo>
                <a:lnTo>
                  <a:pt x="1535703" y="489315"/>
                </a:lnTo>
                <a:lnTo>
                  <a:pt x="1529045" y="568021"/>
                </a:lnTo>
                <a:lnTo>
                  <a:pt x="1509275" y="643329"/>
                </a:lnTo>
                <a:lnTo>
                  <a:pt x="1476992" y="712949"/>
                </a:lnTo>
                <a:lnTo>
                  <a:pt x="1433179" y="774766"/>
                </a:lnTo>
                <a:lnTo>
                  <a:pt x="1379165" y="826903"/>
                </a:lnTo>
                <a:lnTo>
                  <a:pt x="1316593" y="867774"/>
                </a:lnTo>
                <a:lnTo>
                  <a:pt x="657330" y="1244367"/>
                </a:lnTo>
                <a:lnTo>
                  <a:pt x="588100" y="1272731"/>
                </a:lnTo>
                <a:lnTo>
                  <a:pt x="514316" y="1287727"/>
                </a:lnTo>
                <a:lnTo>
                  <a:pt x="438220" y="1288899"/>
                </a:lnTo>
                <a:lnTo>
                  <a:pt x="362124" y="1276210"/>
                </a:lnTo>
                <a:lnTo>
                  <a:pt x="288340" y="1250048"/>
                </a:lnTo>
                <a:lnTo>
                  <a:pt x="219110" y="1211205"/>
                </a:lnTo>
                <a:lnTo>
                  <a:pt x="156538" y="1160863"/>
                </a:lnTo>
                <a:lnTo>
                  <a:pt x="102524" y="1100552"/>
                </a:lnTo>
                <a:lnTo>
                  <a:pt x="58710" y="1032103"/>
                </a:lnTo>
                <a:lnTo>
                  <a:pt x="26428" y="957597"/>
                </a:lnTo>
                <a:lnTo>
                  <a:pt x="6658" y="879298"/>
                </a:lnTo>
                <a:close/>
              </a:path>
            </a:pathLst>
          </a:custGeom>
          <a:ln w="12700">
            <a:solidFill>
              <a:srgbClr val="000000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5312909" y="2475343"/>
            <a:ext cx="876440" cy="912307"/>
          </a:xfrm>
          <a:custGeom>
            <a:avLst/>
            <a:gdLst/>
            <a:ahLst/>
            <a:cxnLst/>
            <a:rect l="l" t="t" r="r" b="b"/>
            <a:pathLst>
              <a:path w="876440" h="912307">
                <a:moveTo>
                  <a:pt x="438220" y="0"/>
                </a:moveTo>
                <a:lnTo>
                  <a:pt x="514316" y="12688"/>
                </a:lnTo>
                <a:lnTo>
                  <a:pt x="588100" y="38851"/>
                </a:lnTo>
                <a:lnTo>
                  <a:pt x="657330" y="77694"/>
                </a:lnTo>
                <a:lnTo>
                  <a:pt x="719902" y="128036"/>
                </a:lnTo>
                <a:lnTo>
                  <a:pt x="773916" y="188347"/>
                </a:lnTo>
                <a:lnTo>
                  <a:pt x="817730" y="256796"/>
                </a:lnTo>
                <a:lnTo>
                  <a:pt x="850012" y="331301"/>
                </a:lnTo>
                <a:lnTo>
                  <a:pt x="869782" y="409601"/>
                </a:lnTo>
                <a:lnTo>
                  <a:pt x="876440" y="489315"/>
                </a:lnTo>
                <a:lnTo>
                  <a:pt x="869782" y="568021"/>
                </a:lnTo>
                <a:lnTo>
                  <a:pt x="850012" y="643329"/>
                </a:lnTo>
                <a:lnTo>
                  <a:pt x="817730" y="712949"/>
                </a:lnTo>
                <a:lnTo>
                  <a:pt x="773916" y="774766"/>
                </a:lnTo>
                <a:lnTo>
                  <a:pt x="719902" y="826903"/>
                </a:lnTo>
                <a:lnTo>
                  <a:pt x="657330" y="867774"/>
                </a:lnTo>
                <a:lnTo>
                  <a:pt x="588100" y="896139"/>
                </a:lnTo>
                <a:lnTo>
                  <a:pt x="514316" y="911135"/>
                </a:lnTo>
                <a:lnTo>
                  <a:pt x="438220" y="912307"/>
                </a:lnTo>
                <a:lnTo>
                  <a:pt x="362124" y="899618"/>
                </a:lnTo>
                <a:lnTo>
                  <a:pt x="288340" y="873455"/>
                </a:lnTo>
                <a:lnTo>
                  <a:pt x="219110" y="834613"/>
                </a:lnTo>
                <a:lnTo>
                  <a:pt x="156538" y="784271"/>
                </a:lnTo>
                <a:lnTo>
                  <a:pt x="102524" y="723960"/>
                </a:lnTo>
                <a:lnTo>
                  <a:pt x="58710" y="655511"/>
                </a:lnTo>
                <a:lnTo>
                  <a:pt x="26428" y="581005"/>
                </a:lnTo>
                <a:lnTo>
                  <a:pt x="6658" y="502706"/>
                </a:lnTo>
                <a:lnTo>
                  <a:pt x="0" y="422992"/>
                </a:lnTo>
                <a:lnTo>
                  <a:pt x="6658" y="344285"/>
                </a:lnTo>
                <a:lnTo>
                  <a:pt x="26428" y="268978"/>
                </a:lnTo>
                <a:lnTo>
                  <a:pt x="58710" y="199358"/>
                </a:lnTo>
                <a:lnTo>
                  <a:pt x="102524" y="137540"/>
                </a:lnTo>
                <a:lnTo>
                  <a:pt x="156538" y="85404"/>
                </a:lnTo>
                <a:lnTo>
                  <a:pt x="219110" y="44532"/>
                </a:lnTo>
                <a:lnTo>
                  <a:pt x="288340" y="16167"/>
                </a:lnTo>
                <a:lnTo>
                  <a:pt x="362124" y="1172"/>
                </a:lnTo>
                <a:close/>
              </a:path>
            </a:pathLst>
          </a:custGeom>
          <a:solidFill>
            <a:srgbClr val="91919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6242676" y="2769758"/>
            <a:ext cx="242556" cy="69282"/>
          </a:xfrm>
          <a:custGeom>
            <a:avLst/>
            <a:gdLst/>
            <a:ahLst/>
            <a:cxnLst/>
            <a:rect l="l" t="t" r="r" b="b"/>
            <a:pathLst>
              <a:path w="242556" h="69282">
                <a:moveTo>
                  <a:pt x="0" y="51043"/>
                </a:moveTo>
                <a:lnTo>
                  <a:pt x="1535" y="0"/>
                </a:lnTo>
                <a:lnTo>
                  <a:pt x="242556" y="18239"/>
                </a:lnTo>
                <a:lnTo>
                  <a:pt x="241021" y="69282"/>
                </a:lnTo>
                <a:close/>
              </a:path>
            </a:pathLst>
          </a:custGeom>
          <a:solidFill>
            <a:srgbClr val="6F6F6F"/>
          </a:solidFill>
          <a:ln w="6350">
            <a:solidFill>
              <a:srgbClr val="6F6F6F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6244211" y="2718512"/>
            <a:ext cx="245578" cy="69484"/>
          </a:xfrm>
          <a:custGeom>
            <a:avLst/>
            <a:gdLst/>
            <a:ahLst/>
            <a:cxnLst/>
            <a:rect l="l" t="t" r="r" b="b"/>
            <a:pathLst>
              <a:path w="245578" h="69484">
                <a:moveTo>
                  <a:pt x="0" y="51245"/>
                </a:moveTo>
                <a:lnTo>
                  <a:pt x="4557" y="0"/>
                </a:lnTo>
                <a:lnTo>
                  <a:pt x="245578" y="18239"/>
                </a:lnTo>
                <a:lnTo>
                  <a:pt x="241021" y="69484"/>
                </a:lnTo>
                <a:close/>
              </a:path>
            </a:pathLst>
          </a:custGeom>
          <a:solidFill>
            <a:srgbClr val="797979"/>
          </a:solidFill>
          <a:ln w="6350">
            <a:solidFill>
              <a:srgbClr val="797979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6248768" y="2668621"/>
            <a:ext cx="248463" cy="68130"/>
          </a:xfrm>
          <a:custGeom>
            <a:avLst/>
            <a:gdLst/>
            <a:ahLst/>
            <a:cxnLst/>
            <a:rect l="l" t="t" r="r" b="b"/>
            <a:pathLst>
              <a:path w="248463" h="68130">
                <a:moveTo>
                  <a:pt x="0" y="49891"/>
                </a:moveTo>
                <a:lnTo>
                  <a:pt x="7442" y="0"/>
                </a:lnTo>
                <a:lnTo>
                  <a:pt x="248463" y="18239"/>
                </a:lnTo>
                <a:lnTo>
                  <a:pt x="241021" y="68130"/>
                </a:lnTo>
                <a:close/>
              </a:path>
            </a:pathLst>
          </a:custGeom>
          <a:solidFill>
            <a:srgbClr val="818181"/>
          </a:solidFill>
          <a:ln w="6350">
            <a:solidFill>
              <a:srgbClr val="818181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6256210" y="2621601"/>
            <a:ext cx="251121" cy="65259"/>
          </a:xfrm>
          <a:custGeom>
            <a:avLst/>
            <a:gdLst/>
            <a:ahLst/>
            <a:cxnLst/>
            <a:rect l="l" t="t" r="r" b="b"/>
            <a:pathLst>
              <a:path w="251121" h="65259">
                <a:moveTo>
                  <a:pt x="0" y="47020"/>
                </a:moveTo>
                <a:lnTo>
                  <a:pt x="10100" y="0"/>
                </a:lnTo>
                <a:lnTo>
                  <a:pt x="251121" y="18239"/>
                </a:lnTo>
                <a:lnTo>
                  <a:pt x="241021" y="65259"/>
                </a:lnTo>
                <a:close/>
              </a:path>
            </a:pathLst>
          </a:custGeom>
          <a:solidFill>
            <a:srgbClr val="888888"/>
          </a:solidFill>
          <a:ln w="6350">
            <a:solidFill>
              <a:srgbClr val="888888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6266309" y="2578880"/>
            <a:ext cx="253472" cy="60960"/>
          </a:xfrm>
          <a:custGeom>
            <a:avLst/>
            <a:gdLst/>
            <a:ahLst/>
            <a:cxnLst/>
            <a:rect l="l" t="t" r="r" b="b"/>
            <a:pathLst>
              <a:path w="253472" h="60960">
                <a:moveTo>
                  <a:pt x="0" y="42721"/>
                </a:moveTo>
                <a:lnTo>
                  <a:pt x="12451" y="0"/>
                </a:lnTo>
                <a:lnTo>
                  <a:pt x="253472" y="18239"/>
                </a:lnTo>
                <a:lnTo>
                  <a:pt x="241021" y="60960"/>
                </a:lnTo>
                <a:close/>
              </a:path>
            </a:pathLst>
          </a:custGeom>
          <a:solidFill>
            <a:srgbClr val="8C8C8C"/>
          </a:solidFill>
          <a:ln w="6350">
            <a:solidFill>
              <a:srgbClr val="8C8C8C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6278760" y="2541757"/>
            <a:ext cx="255445" cy="55363"/>
          </a:xfrm>
          <a:custGeom>
            <a:avLst/>
            <a:gdLst/>
            <a:ahLst/>
            <a:cxnLst/>
            <a:rect l="l" t="t" r="r" b="b"/>
            <a:pathLst>
              <a:path w="255445" h="55363">
                <a:moveTo>
                  <a:pt x="0" y="37124"/>
                </a:moveTo>
                <a:lnTo>
                  <a:pt x="14424" y="0"/>
                </a:lnTo>
                <a:lnTo>
                  <a:pt x="255445" y="18239"/>
                </a:lnTo>
                <a:lnTo>
                  <a:pt x="241021" y="55363"/>
                </a:lnTo>
                <a:close/>
              </a:path>
            </a:pathLst>
          </a:custGeom>
          <a:solidFill>
            <a:srgbClr val="8D8D8D"/>
          </a:solidFill>
          <a:ln w="6350">
            <a:solidFill>
              <a:srgbClr val="8D8D8D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6293184" y="2511358"/>
            <a:ext cx="256980" cy="48637"/>
          </a:xfrm>
          <a:custGeom>
            <a:avLst/>
            <a:gdLst/>
            <a:ahLst/>
            <a:cxnLst/>
            <a:rect l="l" t="t" r="r" b="b"/>
            <a:pathLst>
              <a:path w="256980" h="48637">
                <a:moveTo>
                  <a:pt x="0" y="30398"/>
                </a:moveTo>
                <a:lnTo>
                  <a:pt x="15959" y="0"/>
                </a:lnTo>
                <a:lnTo>
                  <a:pt x="256980" y="18239"/>
                </a:lnTo>
                <a:lnTo>
                  <a:pt x="241021" y="48637"/>
                </a:lnTo>
                <a:close/>
              </a:path>
            </a:pathLst>
          </a:custGeom>
          <a:solidFill>
            <a:srgbClr val="8D8D8D"/>
          </a:solidFill>
          <a:ln w="6350">
            <a:solidFill>
              <a:srgbClr val="8D8D8D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6309142" y="2488609"/>
            <a:ext cx="258029" cy="40988"/>
          </a:xfrm>
          <a:custGeom>
            <a:avLst/>
            <a:gdLst/>
            <a:ahLst/>
            <a:cxnLst/>
            <a:rect l="l" t="t" r="r" b="b"/>
            <a:pathLst>
              <a:path w="258029" h="40988">
                <a:moveTo>
                  <a:pt x="0" y="22749"/>
                </a:moveTo>
                <a:lnTo>
                  <a:pt x="17008" y="0"/>
                </a:lnTo>
                <a:lnTo>
                  <a:pt x="258029" y="18239"/>
                </a:lnTo>
                <a:lnTo>
                  <a:pt x="241021" y="40988"/>
                </a:lnTo>
                <a:close/>
              </a:path>
            </a:pathLst>
          </a:custGeom>
          <a:solidFill>
            <a:srgbClr val="898989"/>
          </a:solidFill>
          <a:ln w="6350">
            <a:solidFill>
              <a:srgbClr val="898989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6326151" y="2474200"/>
            <a:ext cx="258562" cy="32648"/>
          </a:xfrm>
          <a:custGeom>
            <a:avLst/>
            <a:gdLst/>
            <a:ahLst/>
            <a:cxnLst/>
            <a:rect l="l" t="t" r="r" b="b"/>
            <a:pathLst>
              <a:path w="258562" h="32648">
                <a:moveTo>
                  <a:pt x="0" y="14409"/>
                </a:moveTo>
                <a:lnTo>
                  <a:pt x="17541" y="0"/>
                </a:lnTo>
                <a:lnTo>
                  <a:pt x="258562" y="18239"/>
                </a:lnTo>
                <a:lnTo>
                  <a:pt x="241021" y="32648"/>
                </a:lnTo>
                <a:close/>
              </a:path>
            </a:pathLst>
          </a:custGeom>
          <a:solidFill>
            <a:srgbClr val="848484"/>
          </a:solidFill>
          <a:ln w="6350">
            <a:solidFill>
              <a:srgbClr val="848484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6343692" y="2468569"/>
            <a:ext cx="258562" cy="23870"/>
          </a:xfrm>
          <a:custGeom>
            <a:avLst/>
            <a:gdLst/>
            <a:ahLst/>
            <a:cxnLst/>
            <a:rect l="l" t="t" r="r" b="b"/>
            <a:pathLst>
              <a:path w="258562" h="23870">
                <a:moveTo>
                  <a:pt x="0" y="5631"/>
                </a:moveTo>
                <a:lnTo>
                  <a:pt x="17541" y="0"/>
                </a:lnTo>
                <a:lnTo>
                  <a:pt x="258562" y="18239"/>
                </a:lnTo>
                <a:lnTo>
                  <a:pt x="241021" y="23870"/>
                </a:lnTo>
                <a:close/>
              </a:path>
            </a:pathLst>
          </a:custGeom>
          <a:solidFill>
            <a:srgbClr val="7C7C7C"/>
          </a:solidFill>
          <a:ln w="6350">
            <a:solidFill>
              <a:srgbClr val="7C7C7C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6309142" y="3054307"/>
            <a:ext cx="258029" cy="21557"/>
          </a:xfrm>
          <a:custGeom>
            <a:avLst/>
            <a:gdLst/>
            <a:ahLst/>
            <a:cxnLst/>
            <a:rect l="l" t="t" r="r" b="b"/>
            <a:pathLst>
              <a:path w="258029" h="21557">
                <a:moveTo>
                  <a:pt x="17008" y="3318"/>
                </a:moveTo>
                <a:lnTo>
                  <a:pt x="0" y="0"/>
                </a:lnTo>
                <a:lnTo>
                  <a:pt x="241021" y="18239"/>
                </a:lnTo>
                <a:lnTo>
                  <a:pt x="258029" y="21557"/>
                </a:lnTo>
                <a:close/>
              </a:path>
            </a:pathLst>
          </a:custGeom>
          <a:solidFill>
            <a:srgbClr val="3D3D3D"/>
          </a:solidFill>
          <a:ln w="6350">
            <a:solidFill>
              <a:srgbClr val="3D3D3D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6293184" y="3042141"/>
            <a:ext cx="256980" cy="30405"/>
          </a:xfrm>
          <a:custGeom>
            <a:avLst/>
            <a:gdLst/>
            <a:ahLst/>
            <a:cxnLst/>
            <a:rect l="l" t="t" r="r" b="b"/>
            <a:pathLst>
              <a:path w="256980" h="30405">
                <a:moveTo>
                  <a:pt x="15959" y="12166"/>
                </a:moveTo>
                <a:lnTo>
                  <a:pt x="0" y="0"/>
                </a:lnTo>
                <a:lnTo>
                  <a:pt x="241021" y="18239"/>
                </a:lnTo>
                <a:lnTo>
                  <a:pt x="256980" y="30405"/>
                </a:lnTo>
                <a:close/>
              </a:path>
            </a:pathLst>
          </a:custGeom>
          <a:solidFill>
            <a:srgbClr val="3D3D3D"/>
          </a:solidFill>
          <a:ln w="6350">
            <a:solidFill>
              <a:srgbClr val="3D3D3D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6278760" y="3021496"/>
            <a:ext cx="255445" cy="38884"/>
          </a:xfrm>
          <a:custGeom>
            <a:avLst/>
            <a:gdLst/>
            <a:ahLst/>
            <a:cxnLst/>
            <a:rect l="l" t="t" r="r" b="b"/>
            <a:pathLst>
              <a:path w="255445" h="38884">
                <a:moveTo>
                  <a:pt x="14424" y="20645"/>
                </a:moveTo>
                <a:lnTo>
                  <a:pt x="0" y="0"/>
                </a:lnTo>
                <a:lnTo>
                  <a:pt x="241021" y="18239"/>
                </a:lnTo>
                <a:lnTo>
                  <a:pt x="255445" y="38884"/>
                </a:lnTo>
                <a:close/>
              </a:path>
            </a:pathLst>
          </a:custGeom>
          <a:solidFill>
            <a:srgbClr val="3D3D3D"/>
          </a:solidFill>
          <a:ln w="6350">
            <a:solidFill>
              <a:srgbClr val="3D3D3D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6266309" y="2993000"/>
            <a:ext cx="253472" cy="46735"/>
          </a:xfrm>
          <a:custGeom>
            <a:avLst/>
            <a:gdLst/>
            <a:ahLst/>
            <a:cxnLst/>
            <a:rect l="l" t="t" r="r" b="b"/>
            <a:pathLst>
              <a:path w="253472" h="46735">
                <a:moveTo>
                  <a:pt x="12451" y="28496"/>
                </a:moveTo>
                <a:lnTo>
                  <a:pt x="0" y="0"/>
                </a:lnTo>
                <a:lnTo>
                  <a:pt x="241021" y="18239"/>
                </a:lnTo>
                <a:lnTo>
                  <a:pt x="253472" y="46735"/>
                </a:lnTo>
                <a:close/>
              </a:path>
            </a:pathLst>
          </a:custGeom>
          <a:solidFill>
            <a:srgbClr val="3D3D3D"/>
          </a:solidFill>
          <a:ln w="6350">
            <a:solidFill>
              <a:srgbClr val="3D3D3D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6256210" y="2957518"/>
            <a:ext cx="251121" cy="53721"/>
          </a:xfrm>
          <a:custGeom>
            <a:avLst/>
            <a:gdLst/>
            <a:ahLst/>
            <a:cxnLst/>
            <a:rect l="l" t="t" r="r" b="b"/>
            <a:pathLst>
              <a:path w="251121" h="53721">
                <a:moveTo>
                  <a:pt x="10100" y="35482"/>
                </a:moveTo>
                <a:lnTo>
                  <a:pt x="0" y="0"/>
                </a:lnTo>
                <a:lnTo>
                  <a:pt x="241021" y="18239"/>
                </a:lnTo>
                <a:lnTo>
                  <a:pt x="251121" y="53721"/>
                </a:lnTo>
                <a:close/>
              </a:path>
            </a:pathLst>
          </a:custGeom>
          <a:solidFill>
            <a:srgbClr val="3D3D3D"/>
          </a:solidFill>
          <a:ln w="6350">
            <a:solidFill>
              <a:srgbClr val="3D3D3D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6248768" y="2916129"/>
            <a:ext cx="248463" cy="59628"/>
          </a:xfrm>
          <a:custGeom>
            <a:avLst/>
            <a:gdLst/>
            <a:ahLst/>
            <a:cxnLst/>
            <a:rect l="l" t="t" r="r" b="b"/>
            <a:pathLst>
              <a:path w="248463" h="59628">
                <a:moveTo>
                  <a:pt x="7442" y="41389"/>
                </a:moveTo>
                <a:lnTo>
                  <a:pt x="0" y="0"/>
                </a:lnTo>
                <a:lnTo>
                  <a:pt x="241021" y="18239"/>
                </a:lnTo>
                <a:lnTo>
                  <a:pt x="248463" y="59628"/>
                </a:lnTo>
                <a:close/>
              </a:path>
            </a:pathLst>
          </a:custGeom>
          <a:solidFill>
            <a:srgbClr val="484848"/>
          </a:solidFill>
          <a:ln w="6350">
            <a:solidFill>
              <a:srgbClr val="484848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6244211" y="2870091"/>
            <a:ext cx="245578" cy="64278"/>
          </a:xfrm>
          <a:custGeom>
            <a:avLst/>
            <a:gdLst/>
            <a:ahLst/>
            <a:cxnLst/>
            <a:rect l="l" t="t" r="r" b="b"/>
            <a:pathLst>
              <a:path w="245578" h="64278">
                <a:moveTo>
                  <a:pt x="4557" y="46039"/>
                </a:moveTo>
                <a:lnTo>
                  <a:pt x="0" y="0"/>
                </a:lnTo>
                <a:lnTo>
                  <a:pt x="241021" y="18239"/>
                </a:lnTo>
                <a:lnTo>
                  <a:pt x="245578" y="64278"/>
                </a:lnTo>
                <a:close/>
              </a:path>
            </a:pathLst>
          </a:custGeom>
          <a:solidFill>
            <a:srgbClr val="565656"/>
          </a:solidFill>
          <a:ln w="6350">
            <a:solidFill>
              <a:srgbClr val="565656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6242676" y="2820801"/>
            <a:ext cx="242556" cy="67529"/>
          </a:xfrm>
          <a:custGeom>
            <a:avLst/>
            <a:gdLst/>
            <a:ahLst/>
            <a:cxnLst/>
            <a:rect l="l" t="t" r="r" b="b"/>
            <a:pathLst>
              <a:path w="242556" h="67529">
                <a:moveTo>
                  <a:pt x="1535" y="49290"/>
                </a:moveTo>
                <a:lnTo>
                  <a:pt x="0" y="0"/>
                </a:lnTo>
                <a:lnTo>
                  <a:pt x="241021" y="18239"/>
                </a:lnTo>
                <a:lnTo>
                  <a:pt x="242556" y="67529"/>
                </a:lnTo>
                <a:close/>
              </a:path>
            </a:pathLst>
          </a:custGeom>
          <a:solidFill>
            <a:srgbClr val="636363"/>
          </a:solidFill>
          <a:ln w="6350">
            <a:solidFill>
              <a:srgbClr val="636363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6242676" y="2468569"/>
            <a:ext cx="443053" cy="607295"/>
          </a:xfrm>
          <a:custGeom>
            <a:avLst/>
            <a:gdLst/>
            <a:ahLst/>
            <a:cxnLst/>
            <a:rect l="l" t="t" r="r" b="b"/>
            <a:pathLst>
              <a:path w="443053" h="607295">
                <a:moveTo>
                  <a:pt x="0" y="352232"/>
                </a:moveTo>
                <a:lnTo>
                  <a:pt x="1535" y="301189"/>
                </a:lnTo>
                <a:lnTo>
                  <a:pt x="6092" y="249943"/>
                </a:lnTo>
                <a:lnTo>
                  <a:pt x="13534" y="200053"/>
                </a:lnTo>
                <a:lnTo>
                  <a:pt x="23633" y="153032"/>
                </a:lnTo>
                <a:lnTo>
                  <a:pt x="36084" y="110311"/>
                </a:lnTo>
                <a:lnTo>
                  <a:pt x="50508" y="73188"/>
                </a:lnTo>
                <a:lnTo>
                  <a:pt x="66467" y="42790"/>
                </a:lnTo>
                <a:lnTo>
                  <a:pt x="83475" y="20040"/>
                </a:lnTo>
                <a:lnTo>
                  <a:pt x="101016" y="5631"/>
                </a:lnTo>
                <a:lnTo>
                  <a:pt x="118557" y="0"/>
                </a:lnTo>
                <a:lnTo>
                  <a:pt x="359578" y="18239"/>
                </a:lnTo>
                <a:lnTo>
                  <a:pt x="376587" y="21557"/>
                </a:lnTo>
                <a:lnTo>
                  <a:pt x="392545" y="33723"/>
                </a:lnTo>
                <a:lnTo>
                  <a:pt x="406969" y="54368"/>
                </a:lnTo>
                <a:lnTo>
                  <a:pt x="419420" y="82864"/>
                </a:lnTo>
                <a:lnTo>
                  <a:pt x="429520" y="118346"/>
                </a:lnTo>
                <a:lnTo>
                  <a:pt x="436961" y="159735"/>
                </a:lnTo>
                <a:lnTo>
                  <a:pt x="441518" y="205774"/>
                </a:lnTo>
                <a:lnTo>
                  <a:pt x="443053" y="255063"/>
                </a:lnTo>
                <a:lnTo>
                  <a:pt x="441518" y="306107"/>
                </a:lnTo>
                <a:lnTo>
                  <a:pt x="436961" y="357352"/>
                </a:lnTo>
                <a:lnTo>
                  <a:pt x="429520" y="407243"/>
                </a:lnTo>
                <a:lnTo>
                  <a:pt x="419420" y="454263"/>
                </a:lnTo>
                <a:lnTo>
                  <a:pt x="406969" y="496984"/>
                </a:lnTo>
                <a:lnTo>
                  <a:pt x="392545" y="534108"/>
                </a:lnTo>
                <a:lnTo>
                  <a:pt x="376587" y="564506"/>
                </a:lnTo>
                <a:lnTo>
                  <a:pt x="359578" y="587255"/>
                </a:lnTo>
                <a:lnTo>
                  <a:pt x="342037" y="601664"/>
                </a:lnTo>
                <a:lnTo>
                  <a:pt x="324496" y="607295"/>
                </a:lnTo>
                <a:lnTo>
                  <a:pt x="83475" y="589056"/>
                </a:lnTo>
                <a:lnTo>
                  <a:pt x="66467" y="585738"/>
                </a:lnTo>
                <a:lnTo>
                  <a:pt x="50508" y="573572"/>
                </a:lnTo>
                <a:lnTo>
                  <a:pt x="36084" y="552927"/>
                </a:lnTo>
                <a:lnTo>
                  <a:pt x="23633" y="524431"/>
                </a:lnTo>
                <a:lnTo>
                  <a:pt x="13534" y="488950"/>
                </a:lnTo>
                <a:lnTo>
                  <a:pt x="6092" y="447561"/>
                </a:lnTo>
                <a:lnTo>
                  <a:pt x="1535" y="401522"/>
                </a:lnTo>
                <a:close/>
              </a:path>
            </a:pathLst>
          </a:custGeom>
          <a:ln w="12700">
            <a:solidFill>
              <a:srgbClr val="000000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6483697" y="2486808"/>
            <a:ext cx="202032" cy="589056"/>
          </a:xfrm>
          <a:custGeom>
            <a:avLst/>
            <a:gdLst/>
            <a:ahLst/>
            <a:cxnLst/>
            <a:rect l="l" t="t" r="r" b="b"/>
            <a:pathLst>
              <a:path w="202032" h="589056">
                <a:moveTo>
                  <a:pt x="0" y="352232"/>
                </a:moveTo>
                <a:lnTo>
                  <a:pt x="1535" y="301189"/>
                </a:lnTo>
                <a:lnTo>
                  <a:pt x="6092" y="249943"/>
                </a:lnTo>
                <a:lnTo>
                  <a:pt x="13534" y="200053"/>
                </a:lnTo>
                <a:lnTo>
                  <a:pt x="23633" y="153032"/>
                </a:lnTo>
                <a:lnTo>
                  <a:pt x="36084" y="110311"/>
                </a:lnTo>
                <a:lnTo>
                  <a:pt x="50508" y="73188"/>
                </a:lnTo>
                <a:lnTo>
                  <a:pt x="66467" y="42790"/>
                </a:lnTo>
                <a:lnTo>
                  <a:pt x="83475" y="20040"/>
                </a:lnTo>
                <a:lnTo>
                  <a:pt x="101016" y="5631"/>
                </a:lnTo>
                <a:lnTo>
                  <a:pt x="118557" y="0"/>
                </a:lnTo>
                <a:lnTo>
                  <a:pt x="135566" y="3318"/>
                </a:lnTo>
                <a:lnTo>
                  <a:pt x="151524" y="15484"/>
                </a:lnTo>
                <a:lnTo>
                  <a:pt x="165948" y="36129"/>
                </a:lnTo>
                <a:lnTo>
                  <a:pt x="178399" y="64625"/>
                </a:lnTo>
                <a:lnTo>
                  <a:pt x="188499" y="100107"/>
                </a:lnTo>
                <a:lnTo>
                  <a:pt x="195940" y="141496"/>
                </a:lnTo>
                <a:lnTo>
                  <a:pt x="200497" y="187535"/>
                </a:lnTo>
                <a:lnTo>
                  <a:pt x="202032" y="236825"/>
                </a:lnTo>
                <a:lnTo>
                  <a:pt x="200497" y="287868"/>
                </a:lnTo>
                <a:lnTo>
                  <a:pt x="195940" y="339113"/>
                </a:lnTo>
                <a:lnTo>
                  <a:pt x="188499" y="389004"/>
                </a:lnTo>
                <a:lnTo>
                  <a:pt x="178399" y="436024"/>
                </a:lnTo>
                <a:lnTo>
                  <a:pt x="165948" y="478745"/>
                </a:lnTo>
                <a:lnTo>
                  <a:pt x="151524" y="515869"/>
                </a:lnTo>
                <a:lnTo>
                  <a:pt x="135566" y="546267"/>
                </a:lnTo>
                <a:lnTo>
                  <a:pt x="118557" y="569016"/>
                </a:lnTo>
                <a:lnTo>
                  <a:pt x="101016" y="583425"/>
                </a:lnTo>
                <a:lnTo>
                  <a:pt x="83475" y="589056"/>
                </a:lnTo>
                <a:lnTo>
                  <a:pt x="66467" y="585738"/>
                </a:lnTo>
                <a:lnTo>
                  <a:pt x="50508" y="573572"/>
                </a:lnTo>
                <a:lnTo>
                  <a:pt x="36084" y="552927"/>
                </a:lnTo>
                <a:lnTo>
                  <a:pt x="23633" y="524431"/>
                </a:lnTo>
                <a:lnTo>
                  <a:pt x="13534" y="488950"/>
                </a:lnTo>
                <a:lnTo>
                  <a:pt x="6092" y="447561"/>
                </a:lnTo>
                <a:lnTo>
                  <a:pt x="1535" y="401522"/>
                </a:lnTo>
                <a:close/>
              </a:path>
            </a:pathLst>
          </a:custGeom>
          <a:solidFill>
            <a:srgbClr val="3D3D3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6503900" y="2545713"/>
            <a:ext cx="161626" cy="471245"/>
          </a:xfrm>
          <a:custGeom>
            <a:avLst/>
            <a:gdLst/>
            <a:ahLst/>
            <a:cxnLst/>
            <a:rect l="l" t="t" r="r" b="b"/>
            <a:pathLst>
              <a:path w="161626" h="471245">
                <a:moveTo>
                  <a:pt x="0" y="281786"/>
                </a:moveTo>
                <a:lnTo>
                  <a:pt x="1228" y="240951"/>
                </a:lnTo>
                <a:lnTo>
                  <a:pt x="4874" y="199955"/>
                </a:lnTo>
                <a:lnTo>
                  <a:pt x="10827" y="160042"/>
                </a:lnTo>
                <a:lnTo>
                  <a:pt x="18907" y="122426"/>
                </a:lnTo>
                <a:lnTo>
                  <a:pt x="28867" y="88249"/>
                </a:lnTo>
                <a:lnTo>
                  <a:pt x="40406" y="58550"/>
                </a:lnTo>
                <a:lnTo>
                  <a:pt x="53173" y="34232"/>
                </a:lnTo>
                <a:lnTo>
                  <a:pt x="66780" y="16032"/>
                </a:lnTo>
                <a:lnTo>
                  <a:pt x="80813" y="4505"/>
                </a:lnTo>
                <a:lnTo>
                  <a:pt x="94846" y="0"/>
                </a:lnTo>
                <a:lnTo>
                  <a:pt x="108452" y="2654"/>
                </a:lnTo>
                <a:lnTo>
                  <a:pt x="121219" y="12387"/>
                </a:lnTo>
                <a:lnTo>
                  <a:pt x="132758" y="28903"/>
                </a:lnTo>
                <a:lnTo>
                  <a:pt x="142719" y="51700"/>
                </a:lnTo>
                <a:lnTo>
                  <a:pt x="150799" y="80085"/>
                </a:lnTo>
                <a:lnTo>
                  <a:pt x="156752" y="113197"/>
                </a:lnTo>
                <a:lnTo>
                  <a:pt x="160398" y="150028"/>
                </a:lnTo>
                <a:lnTo>
                  <a:pt x="161626" y="189460"/>
                </a:lnTo>
                <a:lnTo>
                  <a:pt x="160398" y="230294"/>
                </a:lnTo>
                <a:lnTo>
                  <a:pt x="156752" y="271290"/>
                </a:lnTo>
                <a:lnTo>
                  <a:pt x="150799" y="311203"/>
                </a:lnTo>
                <a:lnTo>
                  <a:pt x="142719" y="348819"/>
                </a:lnTo>
                <a:lnTo>
                  <a:pt x="132758" y="382996"/>
                </a:lnTo>
                <a:lnTo>
                  <a:pt x="121219" y="412695"/>
                </a:lnTo>
                <a:lnTo>
                  <a:pt x="108452" y="437013"/>
                </a:lnTo>
                <a:lnTo>
                  <a:pt x="94846" y="455213"/>
                </a:lnTo>
                <a:lnTo>
                  <a:pt x="80813" y="466740"/>
                </a:lnTo>
                <a:lnTo>
                  <a:pt x="66780" y="471245"/>
                </a:lnTo>
                <a:lnTo>
                  <a:pt x="53173" y="468591"/>
                </a:lnTo>
                <a:lnTo>
                  <a:pt x="40406" y="458858"/>
                </a:lnTo>
                <a:lnTo>
                  <a:pt x="28867" y="442342"/>
                </a:lnTo>
                <a:lnTo>
                  <a:pt x="18907" y="419545"/>
                </a:lnTo>
                <a:lnTo>
                  <a:pt x="10827" y="391160"/>
                </a:lnTo>
                <a:lnTo>
                  <a:pt x="4874" y="358048"/>
                </a:lnTo>
                <a:lnTo>
                  <a:pt x="1228" y="321217"/>
                </a:lnTo>
                <a:close/>
              </a:path>
            </a:pathLst>
          </a:custGeom>
          <a:solidFill>
            <a:srgbClr val="1A1A1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6532185" y="2628181"/>
            <a:ext cx="105057" cy="306309"/>
          </a:xfrm>
          <a:custGeom>
            <a:avLst/>
            <a:gdLst/>
            <a:ahLst/>
            <a:cxnLst/>
            <a:rect l="l" t="t" r="r" b="b"/>
            <a:pathLst>
              <a:path w="105057" h="306309">
                <a:moveTo>
                  <a:pt x="0" y="183161"/>
                </a:moveTo>
                <a:lnTo>
                  <a:pt x="798" y="156618"/>
                </a:lnTo>
                <a:lnTo>
                  <a:pt x="3168" y="129971"/>
                </a:lnTo>
                <a:lnTo>
                  <a:pt x="7037" y="104027"/>
                </a:lnTo>
                <a:lnTo>
                  <a:pt x="12289" y="79577"/>
                </a:lnTo>
                <a:lnTo>
                  <a:pt x="18764" y="57362"/>
                </a:lnTo>
                <a:lnTo>
                  <a:pt x="26264" y="38058"/>
                </a:lnTo>
                <a:lnTo>
                  <a:pt x="34563" y="22251"/>
                </a:lnTo>
                <a:lnTo>
                  <a:pt x="43407" y="10421"/>
                </a:lnTo>
                <a:lnTo>
                  <a:pt x="52528" y="2928"/>
                </a:lnTo>
                <a:lnTo>
                  <a:pt x="61650" y="0"/>
                </a:lnTo>
                <a:lnTo>
                  <a:pt x="70494" y="1725"/>
                </a:lnTo>
                <a:lnTo>
                  <a:pt x="78793" y="8052"/>
                </a:lnTo>
                <a:lnTo>
                  <a:pt x="86293" y="18787"/>
                </a:lnTo>
                <a:lnTo>
                  <a:pt x="92767" y="33605"/>
                </a:lnTo>
                <a:lnTo>
                  <a:pt x="98019" y="52056"/>
                </a:lnTo>
                <a:lnTo>
                  <a:pt x="101889" y="73578"/>
                </a:lnTo>
                <a:lnTo>
                  <a:pt x="104259" y="97518"/>
                </a:lnTo>
                <a:lnTo>
                  <a:pt x="105057" y="123149"/>
                </a:lnTo>
                <a:lnTo>
                  <a:pt x="104259" y="149691"/>
                </a:lnTo>
                <a:lnTo>
                  <a:pt x="101889" y="176339"/>
                </a:lnTo>
                <a:lnTo>
                  <a:pt x="98019" y="202282"/>
                </a:lnTo>
                <a:lnTo>
                  <a:pt x="92767" y="226733"/>
                </a:lnTo>
                <a:lnTo>
                  <a:pt x="86293" y="248947"/>
                </a:lnTo>
                <a:lnTo>
                  <a:pt x="78793" y="268252"/>
                </a:lnTo>
                <a:lnTo>
                  <a:pt x="70494" y="284059"/>
                </a:lnTo>
                <a:lnTo>
                  <a:pt x="61650" y="295888"/>
                </a:lnTo>
                <a:lnTo>
                  <a:pt x="52528" y="303381"/>
                </a:lnTo>
                <a:lnTo>
                  <a:pt x="43407" y="306309"/>
                </a:lnTo>
                <a:lnTo>
                  <a:pt x="34563" y="304584"/>
                </a:lnTo>
                <a:lnTo>
                  <a:pt x="26264" y="298258"/>
                </a:lnTo>
                <a:lnTo>
                  <a:pt x="18764" y="287522"/>
                </a:lnTo>
                <a:lnTo>
                  <a:pt x="12289" y="272704"/>
                </a:lnTo>
                <a:lnTo>
                  <a:pt x="7037" y="254254"/>
                </a:lnTo>
                <a:lnTo>
                  <a:pt x="3168" y="232731"/>
                </a:lnTo>
                <a:lnTo>
                  <a:pt x="798" y="208791"/>
                </a:ln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201" name="Shape 199"/>
          <p:cNvSpPr/>
          <p:nvPr/>
        </p:nvSpPr>
        <p:spPr>
          <a:xfrm>
            <a:off x="6559459" y="2707704"/>
            <a:ext cx="50508" cy="147264"/>
          </a:xfrm>
          <a:custGeom>
            <a:avLst/>
            <a:gdLst/>
            <a:ahLst/>
            <a:cxnLst/>
            <a:rect l="l" t="t" r="r" b="b"/>
            <a:pathLst>
              <a:path w="50508" h="147264">
                <a:moveTo>
                  <a:pt x="0" y="88058"/>
                </a:moveTo>
                <a:lnTo>
                  <a:pt x="384" y="75297"/>
                </a:lnTo>
                <a:lnTo>
                  <a:pt x="1523" y="62486"/>
                </a:lnTo>
                <a:lnTo>
                  <a:pt x="3383" y="50013"/>
                </a:lnTo>
                <a:lnTo>
                  <a:pt x="5908" y="38258"/>
                </a:lnTo>
                <a:lnTo>
                  <a:pt x="9021" y="27578"/>
                </a:lnTo>
                <a:lnTo>
                  <a:pt x="12627" y="18297"/>
                </a:lnTo>
                <a:lnTo>
                  <a:pt x="16617" y="10697"/>
                </a:lnTo>
                <a:lnTo>
                  <a:pt x="20869" y="5010"/>
                </a:lnTo>
                <a:lnTo>
                  <a:pt x="25254" y="1408"/>
                </a:lnTo>
                <a:lnTo>
                  <a:pt x="29639" y="0"/>
                </a:lnTo>
                <a:lnTo>
                  <a:pt x="33891" y="829"/>
                </a:lnTo>
                <a:lnTo>
                  <a:pt x="37881" y="3871"/>
                </a:lnTo>
                <a:lnTo>
                  <a:pt x="41487" y="9032"/>
                </a:lnTo>
                <a:lnTo>
                  <a:pt x="44600" y="16156"/>
                </a:lnTo>
                <a:lnTo>
                  <a:pt x="47125" y="25027"/>
                </a:lnTo>
                <a:lnTo>
                  <a:pt x="48985" y="35374"/>
                </a:lnTo>
                <a:lnTo>
                  <a:pt x="50124" y="46884"/>
                </a:lnTo>
                <a:lnTo>
                  <a:pt x="50508" y="59206"/>
                </a:lnTo>
                <a:lnTo>
                  <a:pt x="50124" y="71967"/>
                </a:lnTo>
                <a:lnTo>
                  <a:pt x="48985" y="84778"/>
                </a:lnTo>
                <a:lnTo>
                  <a:pt x="47125" y="97251"/>
                </a:lnTo>
                <a:lnTo>
                  <a:pt x="44600" y="109006"/>
                </a:lnTo>
                <a:lnTo>
                  <a:pt x="41487" y="119686"/>
                </a:lnTo>
                <a:lnTo>
                  <a:pt x="37881" y="128967"/>
                </a:lnTo>
                <a:lnTo>
                  <a:pt x="33891" y="136567"/>
                </a:lnTo>
                <a:lnTo>
                  <a:pt x="29639" y="142254"/>
                </a:lnTo>
                <a:lnTo>
                  <a:pt x="25254" y="145856"/>
                </a:lnTo>
                <a:lnTo>
                  <a:pt x="20869" y="147264"/>
                </a:lnTo>
                <a:lnTo>
                  <a:pt x="16617" y="146435"/>
                </a:lnTo>
                <a:lnTo>
                  <a:pt x="12627" y="143393"/>
                </a:lnTo>
                <a:lnTo>
                  <a:pt x="9021" y="138232"/>
                </a:lnTo>
                <a:lnTo>
                  <a:pt x="5908" y="131108"/>
                </a:lnTo>
                <a:lnTo>
                  <a:pt x="3383" y="122237"/>
                </a:lnTo>
                <a:lnTo>
                  <a:pt x="1523" y="111890"/>
                </a:lnTo>
                <a:lnTo>
                  <a:pt x="384" y="100380"/>
                </a:ln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202" name="Shape 200"/>
          <p:cNvSpPr/>
          <p:nvPr/>
        </p:nvSpPr>
        <p:spPr>
          <a:xfrm>
            <a:off x="6594827" y="2592941"/>
            <a:ext cx="54530" cy="180843"/>
          </a:xfrm>
          <a:custGeom>
            <a:avLst/>
            <a:gdLst/>
            <a:ahLst/>
            <a:cxnLst/>
            <a:rect l="l" t="t" r="r" b="b"/>
            <a:pathLst>
              <a:path w="54530" h="180843">
                <a:moveTo>
                  <a:pt x="0" y="0"/>
                </a:moveTo>
                <a:lnTo>
                  <a:pt x="8984" y="843"/>
                </a:lnTo>
                <a:lnTo>
                  <a:pt x="17580" y="5504"/>
                </a:lnTo>
                <a:lnTo>
                  <a:pt x="25612" y="13888"/>
                </a:lnTo>
                <a:lnTo>
                  <a:pt x="32917" y="25824"/>
                </a:lnTo>
                <a:lnTo>
                  <a:pt x="39345" y="41070"/>
                </a:lnTo>
                <a:lnTo>
                  <a:pt x="44767" y="59315"/>
                </a:lnTo>
                <a:lnTo>
                  <a:pt x="49072" y="80188"/>
                </a:lnTo>
                <a:lnTo>
                  <a:pt x="52172" y="103263"/>
                </a:lnTo>
                <a:lnTo>
                  <a:pt x="54004" y="128072"/>
                </a:lnTo>
                <a:lnTo>
                  <a:pt x="54530" y="154109"/>
                </a:lnTo>
                <a:lnTo>
                  <a:pt x="53741" y="180843"/>
                </a:lnTo>
                <a:close/>
              </a:path>
            </a:pathLst>
          </a:custGeom>
          <a:solidFill>
            <a:srgbClr val="E0E0E0"/>
          </a:solidFill>
          <a:ln/>
        </p:spPr>
      </p:sp>
      <p:sp>
        <p:nvSpPr>
          <p:cNvPr id="203" name="Shape 201"/>
          <p:cNvSpPr/>
          <p:nvPr/>
        </p:nvSpPr>
        <p:spPr>
          <a:xfrm>
            <a:off x="5284785" y="2465152"/>
            <a:ext cx="932688" cy="932688"/>
          </a:xfrm>
          <a:custGeom>
            <a:avLst/>
            <a:gdLst/>
            <a:ahLst/>
            <a:cxnLst/>
            <a:rect l="l" t="t" r="r" b="b"/>
            <a:pathLst>
              <a:path w="932688" h="932688">
                <a:moveTo>
                  <a:pt x="932688" y="466344"/>
                </a:moveTo>
                <a:lnTo>
                  <a:pt x="928698" y="527214"/>
                </a:lnTo>
                <a:lnTo>
                  <a:pt x="916798" y="587043"/>
                </a:lnTo>
                <a:lnTo>
                  <a:pt x="897190" y="644806"/>
                </a:lnTo>
                <a:lnTo>
                  <a:pt x="870210" y="699516"/>
                </a:lnTo>
                <a:lnTo>
                  <a:pt x="836320" y="750236"/>
                </a:lnTo>
                <a:lnTo>
                  <a:pt x="796099" y="796099"/>
                </a:lnTo>
                <a:lnTo>
                  <a:pt x="750236" y="836320"/>
                </a:lnTo>
                <a:lnTo>
                  <a:pt x="699516" y="870210"/>
                </a:lnTo>
                <a:lnTo>
                  <a:pt x="644806" y="897190"/>
                </a:lnTo>
                <a:lnTo>
                  <a:pt x="587043" y="916798"/>
                </a:lnTo>
                <a:lnTo>
                  <a:pt x="527214" y="928698"/>
                </a:lnTo>
                <a:lnTo>
                  <a:pt x="466344" y="932688"/>
                </a:lnTo>
                <a:lnTo>
                  <a:pt x="405474" y="928698"/>
                </a:lnTo>
                <a:lnTo>
                  <a:pt x="345645" y="916798"/>
                </a:lnTo>
                <a:lnTo>
                  <a:pt x="287882" y="897190"/>
                </a:lnTo>
                <a:lnTo>
                  <a:pt x="233172" y="870210"/>
                </a:lnTo>
                <a:lnTo>
                  <a:pt x="182452" y="836320"/>
                </a:lnTo>
                <a:lnTo>
                  <a:pt x="136589" y="796099"/>
                </a:lnTo>
                <a:lnTo>
                  <a:pt x="96368" y="750236"/>
                </a:lnTo>
                <a:lnTo>
                  <a:pt x="62478" y="699516"/>
                </a:lnTo>
                <a:lnTo>
                  <a:pt x="35498" y="644806"/>
                </a:lnTo>
                <a:lnTo>
                  <a:pt x="15890" y="587043"/>
                </a:lnTo>
                <a:lnTo>
                  <a:pt x="3990" y="527214"/>
                </a:lnTo>
                <a:lnTo>
                  <a:pt x="0" y="466344"/>
                </a:lnTo>
                <a:lnTo>
                  <a:pt x="3990" y="405474"/>
                </a:lnTo>
                <a:lnTo>
                  <a:pt x="15890" y="345645"/>
                </a:lnTo>
                <a:lnTo>
                  <a:pt x="35498" y="287882"/>
                </a:lnTo>
                <a:lnTo>
                  <a:pt x="62478" y="233172"/>
                </a:lnTo>
                <a:lnTo>
                  <a:pt x="96368" y="182452"/>
                </a:lnTo>
                <a:lnTo>
                  <a:pt x="136589" y="136589"/>
                </a:lnTo>
                <a:lnTo>
                  <a:pt x="182452" y="96368"/>
                </a:lnTo>
                <a:lnTo>
                  <a:pt x="233172" y="62478"/>
                </a:lnTo>
                <a:lnTo>
                  <a:pt x="287882" y="35498"/>
                </a:lnTo>
                <a:lnTo>
                  <a:pt x="345645" y="15890"/>
                </a:lnTo>
                <a:lnTo>
                  <a:pt x="405474" y="3990"/>
                </a:lnTo>
                <a:lnTo>
                  <a:pt x="466344" y="0"/>
                </a:lnTo>
                <a:lnTo>
                  <a:pt x="527214" y="3990"/>
                </a:lnTo>
                <a:lnTo>
                  <a:pt x="587043" y="15890"/>
                </a:lnTo>
                <a:lnTo>
                  <a:pt x="644806" y="35498"/>
                </a:lnTo>
                <a:lnTo>
                  <a:pt x="699516" y="62478"/>
                </a:lnTo>
                <a:lnTo>
                  <a:pt x="750236" y="96368"/>
                </a:lnTo>
                <a:lnTo>
                  <a:pt x="796099" y="136589"/>
                </a:lnTo>
                <a:lnTo>
                  <a:pt x="836320" y="182452"/>
                </a:lnTo>
                <a:lnTo>
                  <a:pt x="870210" y="233172"/>
                </a:lnTo>
                <a:lnTo>
                  <a:pt x="897190" y="287882"/>
                </a:lnTo>
                <a:lnTo>
                  <a:pt x="916798" y="345645"/>
                </a:lnTo>
                <a:lnTo>
                  <a:pt x="928698" y="405474"/>
                </a:lnTo>
                <a:close/>
              </a:path>
            </a:pathLst>
          </a:custGeom>
          <a:solidFill>
            <a:srgbClr val="535353"/>
          </a:solidFill>
          <a:ln/>
        </p:spPr>
      </p:sp>
      <p:sp>
        <p:nvSpPr>
          <p:cNvPr id="204" name="Shape 202"/>
          <p:cNvSpPr/>
          <p:nvPr/>
        </p:nvSpPr>
        <p:spPr>
          <a:xfrm>
            <a:off x="5301518" y="2480503"/>
            <a:ext cx="887700" cy="887700"/>
          </a:xfrm>
          <a:custGeom>
            <a:avLst/>
            <a:gdLst/>
            <a:ahLst/>
            <a:cxnLst/>
            <a:rect l="l" t="t" r="r" b="b"/>
            <a:pathLst>
              <a:path w="887700" h="887700">
                <a:moveTo>
                  <a:pt x="887700" y="443850"/>
                </a:moveTo>
                <a:lnTo>
                  <a:pt x="883902" y="501784"/>
                </a:lnTo>
                <a:lnTo>
                  <a:pt x="872576" y="558727"/>
                </a:lnTo>
                <a:lnTo>
                  <a:pt x="853913" y="613704"/>
                </a:lnTo>
                <a:lnTo>
                  <a:pt x="828235" y="665775"/>
                </a:lnTo>
                <a:lnTo>
                  <a:pt x="795979" y="714048"/>
                </a:lnTo>
                <a:lnTo>
                  <a:pt x="757699" y="757699"/>
                </a:lnTo>
                <a:lnTo>
                  <a:pt x="714048" y="795979"/>
                </a:lnTo>
                <a:lnTo>
                  <a:pt x="665775" y="828235"/>
                </a:lnTo>
                <a:lnTo>
                  <a:pt x="613704" y="853913"/>
                </a:lnTo>
                <a:lnTo>
                  <a:pt x="558727" y="872576"/>
                </a:lnTo>
                <a:lnTo>
                  <a:pt x="501784" y="883902"/>
                </a:lnTo>
                <a:lnTo>
                  <a:pt x="443850" y="887700"/>
                </a:lnTo>
                <a:lnTo>
                  <a:pt x="385916" y="883902"/>
                </a:lnTo>
                <a:lnTo>
                  <a:pt x="328973" y="872576"/>
                </a:lnTo>
                <a:lnTo>
                  <a:pt x="273996" y="853913"/>
                </a:lnTo>
                <a:lnTo>
                  <a:pt x="221925" y="828235"/>
                </a:lnTo>
                <a:lnTo>
                  <a:pt x="173651" y="795979"/>
                </a:lnTo>
                <a:lnTo>
                  <a:pt x="130001" y="757699"/>
                </a:lnTo>
                <a:lnTo>
                  <a:pt x="91720" y="714048"/>
                </a:lnTo>
                <a:lnTo>
                  <a:pt x="59465" y="665775"/>
                </a:lnTo>
                <a:lnTo>
                  <a:pt x="33786" y="613704"/>
                </a:lnTo>
                <a:lnTo>
                  <a:pt x="15124" y="558727"/>
                </a:lnTo>
                <a:lnTo>
                  <a:pt x="3797" y="501784"/>
                </a:lnTo>
                <a:lnTo>
                  <a:pt x="0" y="443850"/>
                </a:lnTo>
                <a:lnTo>
                  <a:pt x="3797" y="385916"/>
                </a:lnTo>
                <a:lnTo>
                  <a:pt x="15124" y="328973"/>
                </a:lnTo>
                <a:lnTo>
                  <a:pt x="33786" y="273996"/>
                </a:lnTo>
                <a:lnTo>
                  <a:pt x="59465" y="221925"/>
                </a:lnTo>
                <a:lnTo>
                  <a:pt x="91720" y="173651"/>
                </a:lnTo>
                <a:lnTo>
                  <a:pt x="130001" y="130001"/>
                </a:lnTo>
                <a:lnTo>
                  <a:pt x="173651" y="91720"/>
                </a:lnTo>
                <a:lnTo>
                  <a:pt x="221925" y="59465"/>
                </a:lnTo>
                <a:lnTo>
                  <a:pt x="273996" y="33786"/>
                </a:lnTo>
                <a:lnTo>
                  <a:pt x="328973" y="15124"/>
                </a:lnTo>
                <a:lnTo>
                  <a:pt x="385916" y="3797"/>
                </a:lnTo>
                <a:lnTo>
                  <a:pt x="443850" y="0"/>
                </a:lnTo>
                <a:lnTo>
                  <a:pt x="501784" y="3797"/>
                </a:lnTo>
                <a:lnTo>
                  <a:pt x="558727" y="15124"/>
                </a:lnTo>
                <a:lnTo>
                  <a:pt x="613704" y="33786"/>
                </a:lnTo>
                <a:lnTo>
                  <a:pt x="665775" y="59465"/>
                </a:lnTo>
                <a:lnTo>
                  <a:pt x="714048" y="91720"/>
                </a:lnTo>
                <a:lnTo>
                  <a:pt x="757699" y="130001"/>
                </a:lnTo>
                <a:lnTo>
                  <a:pt x="795979" y="173651"/>
                </a:lnTo>
                <a:lnTo>
                  <a:pt x="828235" y="221925"/>
                </a:lnTo>
                <a:lnTo>
                  <a:pt x="853913" y="273996"/>
                </a:lnTo>
                <a:lnTo>
                  <a:pt x="872576" y="328973"/>
                </a:lnTo>
                <a:lnTo>
                  <a:pt x="883902" y="385916"/>
                </a:lnTo>
                <a:close/>
              </a:path>
            </a:pathLst>
          </a:custGeom>
          <a:solidFill>
            <a:srgbClr val="595959"/>
          </a:solidFill>
          <a:ln/>
        </p:spPr>
      </p:sp>
      <p:sp>
        <p:nvSpPr>
          <p:cNvPr id="205" name="Shape 203"/>
          <p:cNvSpPr/>
          <p:nvPr/>
        </p:nvSpPr>
        <p:spPr>
          <a:xfrm>
            <a:off x="5318252" y="2495854"/>
            <a:ext cx="842711" cy="842711"/>
          </a:xfrm>
          <a:custGeom>
            <a:avLst/>
            <a:gdLst/>
            <a:ahLst/>
            <a:cxnLst/>
            <a:rect l="l" t="t" r="r" b="b"/>
            <a:pathLst>
              <a:path w="842711" h="842711">
                <a:moveTo>
                  <a:pt x="842711" y="421356"/>
                </a:moveTo>
                <a:lnTo>
                  <a:pt x="839106" y="476353"/>
                </a:lnTo>
                <a:lnTo>
                  <a:pt x="828354" y="530410"/>
                </a:lnTo>
                <a:lnTo>
                  <a:pt x="810637" y="582601"/>
                </a:lnTo>
                <a:lnTo>
                  <a:pt x="786260" y="632033"/>
                </a:lnTo>
                <a:lnTo>
                  <a:pt x="755639" y="677861"/>
                </a:lnTo>
                <a:lnTo>
                  <a:pt x="719299" y="719299"/>
                </a:lnTo>
                <a:lnTo>
                  <a:pt x="677861" y="755639"/>
                </a:lnTo>
                <a:lnTo>
                  <a:pt x="632033" y="786260"/>
                </a:lnTo>
                <a:lnTo>
                  <a:pt x="582601" y="810637"/>
                </a:lnTo>
                <a:lnTo>
                  <a:pt x="530410" y="828354"/>
                </a:lnTo>
                <a:lnTo>
                  <a:pt x="476353" y="839106"/>
                </a:lnTo>
                <a:lnTo>
                  <a:pt x="421356" y="842711"/>
                </a:lnTo>
                <a:lnTo>
                  <a:pt x="366358" y="839106"/>
                </a:lnTo>
                <a:lnTo>
                  <a:pt x="312301" y="828354"/>
                </a:lnTo>
                <a:lnTo>
                  <a:pt x="260110" y="810637"/>
                </a:lnTo>
                <a:lnTo>
                  <a:pt x="210678" y="786260"/>
                </a:lnTo>
                <a:lnTo>
                  <a:pt x="164851" y="755639"/>
                </a:lnTo>
                <a:lnTo>
                  <a:pt x="123412" y="719299"/>
                </a:lnTo>
                <a:lnTo>
                  <a:pt x="87072" y="677861"/>
                </a:lnTo>
                <a:lnTo>
                  <a:pt x="56451" y="632033"/>
                </a:lnTo>
                <a:lnTo>
                  <a:pt x="32074" y="582601"/>
                </a:lnTo>
                <a:lnTo>
                  <a:pt x="14357" y="530410"/>
                </a:lnTo>
                <a:lnTo>
                  <a:pt x="3605" y="476353"/>
                </a:lnTo>
                <a:lnTo>
                  <a:pt x="0" y="421356"/>
                </a:lnTo>
                <a:lnTo>
                  <a:pt x="3605" y="366358"/>
                </a:lnTo>
                <a:lnTo>
                  <a:pt x="14357" y="312301"/>
                </a:lnTo>
                <a:lnTo>
                  <a:pt x="32074" y="260110"/>
                </a:lnTo>
                <a:lnTo>
                  <a:pt x="56451" y="210678"/>
                </a:lnTo>
                <a:lnTo>
                  <a:pt x="87072" y="164851"/>
                </a:lnTo>
                <a:lnTo>
                  <a:pt x="123412" y="123412"/>
                </a:lnTo>
                <a:lnTo>
                  <a:pt x="164851" y="87072"/>
                </a:lnTo>
                <a:lnTo>
                  <a:pt x="210678" y="56451"/>
                </a:lnTo>
                <a:lnTo>
                  <a:pt x="260110" y="32074"/>
                </a:lnTo>
                <a:lnTo>
                  <a:pt x="312301" y="14357"/>
                </a:lnTo>
                <a:lnTo>
                  <a:pt x="366358" y="3605"/>
                </a:lnTo>
                <a:lnTo>
                  <a:pt x="421356" y="0"/>
                </a:lnTo>
                <a:lnTo>
                  <a:pt x="476353" y="3605"/>
                </a:lnTo>
                <a:lnTo>
                  <a:pt x="530410" y="14357"/>
                </a:lnTo>
                <a:lnTo>
                  <a:pt x="582601" y="32074"/>
                </a:lnTo>
                <a:lnTo>
                  <a:pt x="632033" y="56451"/>
                </a:lnTo>
                <a:lnTo>
                  <a:pt x="677861" y="87072"/>
                </a:lnTo>
                <a:lnTo>
                  <a:pt x="719299" y="123412"/>
                </a:lnTo>
                <a:lnTo>
                  <a:pt x="755639" y="164851"/>
                </a:lnTo>
                <a:lnTo>
                  <a:pt x="786260" y="210678"/>
                </a:lnTo>
                <a:lnTo>
                  <a:pt x="810637" y="260110"/>
                </a:lnTo>
                <a:lnTo>
                  <a:pt x="828354" y="312301"/>
                </a:lnTo>
                <a:lnTo>
                  <a:pt x="839106" y="366358"/>
                </a:lnTo>
                <a:close/>
              </a:path>
            </a:pathLst>
          </a:custGeom>
          <a:solidFill>
            <a:srgbClr val="606060"/>
          </a:solidFill>
          <a:ln/>
        </p:spPr>
      </p:sp>
      <p:sp>
        <p:nvSpPr>
          <p:cNvPr id="206" name="Shape 204"/>
          <p:cNvSpPr/>
          <p:nvPr/>
        </p:nvSpPr>
        <p:spPr>
          <a:xfrm>
            <a:off x="5334985" y="2511205"/>
            <a:ext cx="797723" cy="797723"/>
          </a:xfrm>
          <a:custGeom>
            <a:avLst/>
            <a:gdLst/>
            <a:ahLst/>
            <a:cxnLst/>
            <a:rect l="l" t="t" r="r" b="b"/>
            <a:pathLst>
              <a:path w="797723" h="797723">
                <a:moveTo>
                  <a:pt x="797723" y="398861"/>
                </a:moveTo>
                <a:lnTo>
                  <a:pt x="794310" y="450923"/>
                </a:lnTo>
                <a:lnTo>
                  <a:pt x="784132" y="502094"/>
                </a:lnTo>
                <a:lnTo>
                  <a:pt x="767361" y="551499"/>
                </a:lnTo>
                <a:lnTo>
                  <a:pt x="744285" y="598292"/>
                </a:lnTo>
                <a:lnTo>
                  <a:pt x="715299" y="641673"/>
                </a:lnTo>
                <a:lnTo>
                  <a:pt x="680899" y="680899"/>
                </a:lnTo>
                <a:lnTo>
                  <a:pt x="641673" y="715299"/>
                </a:lnTo>
                <a:lnTo>
                  <a:pt x="598292" y="744285"/>
                </a:lnTo>
                <a:lnTo>
                  <a:pt x="551499" y="767361"/>
                </a:lnTo>
                <a:lnTo>
                  <a:pt x="502094" y="784132"/>
                </a:lnTo>
                <a:lnTo>
                  <a:pt x="450923" y="794310"/>
                </a:lnTo>
                <a:lnTo>
                  <a:pt x="398861" y="797723"/>
                </a:lnTo>
                <a:lnTo>
                  <a:pt x="346799" y="794310"/>
                </a:lnTo>
                <a:lnTo>
                  <a:pt x="295628" y="784132"/>
                </a:lnTo>
                <a:lnTo>
                  <a:pt x="246224" y="767361"/>
                </a:lnTo>
                <a:lnTo>
                  <a:pt x="199431" y="744285"/>
                </a:lnTo>
                <a:lnTo>
                  <a:pt x="156050" y="715299"/>
                </a:lnTo>
                <a:lnTo>
                  <a:pt x="116824" y="680899"/>
                </a:lnTo>
                <a:lnTo>
                  <a:pt x="82423" y="641673"/>
                </a:lnTo>
                <a:lnTo>
                  <a:pt x="53437" y="598292"/>
                </a:lnTo>
                <a:lnTo>
                  <a:pt x="30362" y="551499"/>
                </a:lnTo>
                <a:lnTo>
                  <a:pt x="13591" y="502094"/>
                </a:lnTo>
                <a:lnTo>
                  <a:pt x="3412" y="450923"/>
                </a:lnTo>
                <a:lnTo>
                  <a:pt x="0" y="398861"/>
                </a:lnTo>
                <a:lnTo>
                  <a:pt x="3412" y="346799"/>
                </a:lnTo>
                <a:lnTo>
                  <a:pt x="13591" y="295628"/>
                </a:lnTo>
                <a:lnTo>
                  <a:pt x="30362" y="246224"/>
                </a:lnTo>
                <a:lnTo>
                  <a:pt x="53437" y="199431"/>
                </a:lnTo>
                <a:lnTo>
                  <a:pt x="82423" y="156050"/>
                </a:lnTo>
                <a:lnTo>
                  <a:pt x="116824" y="116824"/>
                </a:lnTo>
                <a:lnTo>
                  <a:pt x="156050" y="82423"/>
                </a:lnTo>
                <a:lnTo>
                  <a:pt x="199431" y="53437"/>
                </a:lnTo>
                <a:lnTo>
                  <a:pt x="246224" y="30362"/>
                </a:lnTo>
                <a:lnTo>
                  <a:pt x="295628" y="13591"/>
                </a:lnTo>
                <a:lnTo>
                  <a:pt x="346799" y="3412"/>
                </a:lnTo>
                <a:lnTo>
                  <a:pt x="398861" y="0"/>
                </a:lnTo>
                <a:lnTo>
                  <a:pt x="450923" y="3412"/>
                </a:lnTo>
                <a:lnTo>
                  <a:pt x="502094" y="13591"/>
                </a:lnTo>
                <a:lnTo>
                  <a:pt x="551499" y="30362"/>
                </a:lnTo>
                <a:lnTo>
                  <a:pt x="598292" y="53437"/>
                </a:lnTo>
                <a:lnTo>
                  <a:pt x="641673" y="82423"/>
                </a:lnTo>
                <a:lnTo>
                  <a:pt x="680899" y="116824"/>
                </a:lnTo>
                <a:lnTo>
                  <a:pt x="715299" y="156050"/>
                </a:lnTo>
                <a:lnTo>
                  <a:pt x="744285" y="199431"/>
                </a:lnTo>
                <a:lnTo>
                  <a:pt x="767361" y="246224"/>
                </a:lnTo>
                <a:lnTo>
                  <a:pt x="784132" y="295628"/>
                </a:lnTo>
                <a:lnTo>
                  <a:pt x="794310" y="346799"/>
                </a:lnTo>
                <a:close/>
              </a:path>
            </a:pathLst>
          </a:custGeom>
          <a:solidFill>
            <a:srgbClr val="666666"/>
          </a:solidFill>
          <a:ln/>
        </p:spPr>
      </p:sp>
      <p:sp>
        <p:nvSpPr>
          <p:cNvPr id="207" name="Shape 205"/>
          <p:cNvSpPr/>
          <p:nvPr/>
        </p:nvSpPr>
        <p:spPr>
          <a:xfrm>
            <a:off x="5351719" y="2526556"/>
            <a:ext cx="752734" cy="752734"/>
          </a:xfrm>
          <a:custGeom>
            <a:avLst/>
            <a:gdLst/>
            <a:ahLst/>
            <a:cxnLst/>
            <a:rect l="l" t="t" r="r" b="b"/>
            <a:pathLst>
              <a:path w="752734" h="752734">
                <a:moveTo>
                  <a:pt x="752734" y="376367"/>
                </a:moveTo>
                <a:lnTo>
                  <a:pt x="749514" y="425493"/>
                </a:lnTo>
                <a:lnTo>
                  <a:pt x="739910" y="473778"/>
                </a:lnTo>
                <a:lnTo>
                  <a:pt x="724085" y="520396"/>
                </a:lnTo>
                <a:lnTo>
                  <a:pt x="702310" y="564551"/>
                </a:lnTo>
                <a:lnTo>
                  <a:pt x="674959" y="605485"/>
                </a:lnTo>
                <a:lnTo>
                  <a:pt x="642499" y="642499"/>
                </a:lnTo>
                <a:lnTo>
                  <a:pt x="605485" y="674959"/>
                </a:lnTo>
                <a:lnTo>
                  <a:pt x="564551" y="702310"/>
                </a:lnTo>
                <a:lnTo>
                  <a:pt x="520396" y="724085"/>
                </a:lnTo>
                <a:lnTo>
                  <a:pt x="473778" y="739910"/>
                </a:lnTo>
                <a:lnTo>
                  <a:pt x="425493" y="749514"/>
                </a:lnTo>
                <a:lnTo>
                  <a:pt x="376367" y="752734"/>
                </a:lnTo>
                <a:lnTo>
                  <a:pt x="327241" y="749514"/>
                </a:lnTo>
                <a:lnTo>
                  <a:pt x="278956" y="739910"/>
                </a:lnTo>
                <a:lnTo>
                  <a:pt x="232338" y="724085"/>
                </a:lnTo>
                <a:lnTo>
                  <a:pt x="188184" y="702310"/>
                </a:lnTo>
                <a:lnTo>
                  <a:pt x="147249" y="674959"/>
                </a:lnTo>
                <a:lnTo>
                  <a:pt x="110235" y="642499"/>
                </a:lnTo>
                <a:lnTo>
                  <a:pt x="77775" y="605485"/>
                </a:lnTo>
                <a:lnTo>
                  <a:pt x="50424" y="564551"/>
                </a:lnTo>
                <a:lnTo>
                  <a:pt x="28649" y="520396"/>
                </a:lnTo>
                <a:lnTo>
                  <a:pt x="12824" y="473778"/>
                </a:lnTo>
                <a:lnTo>
                  <a:pt x="3220" y="425493"/>
                </a:lnTo>
                <a:lnTo>
                  <a:pt x="0" y="376367"/>
                </a:lnTo>
                <a:lnTo>
                  <a:pt x="3220" y="327241"/>
                </a:lnTo>
                <a:lnTo>
                  <a:pt x="12824" y="278956"/>
                </a:lnTo>
                <a:lnTo>
                  <a:pt x="28649" y="232338"/>
                </a:lnTo>
                <a:lnTo>
                  <a:pt x="50424" y="188184"/>
                </a:lnTo>
                <a:lnTo>
                  <a:pt x="77775" y="147249"/>
                </a:lnTo>
                <a:lnTo>
                  <a:pt x="110235" y="110235"/>
                </a:lnTo>
                <a:lnTo>
                  <a:pt x="147249" y="77775"/>
                </a:lnTo>
                <a:lnTo>
                  <a:pt x="188184" y="50424"/>
                </a:lnTo>
                <a:lnTo>
                  <a:pt x="232338" y="28649"/>
                </a:lnTo>
                <a:lnTo>
                  <a:pt x="278956" y="12824"/>
                </a:lnTo>
                <a:lnTo>
                  <a:pt x="327241" y="3220"/>
                </a:lnTo>
                <a:lnTo>
                  <a:pt x="376367" y="0"/>
                </a:lnTo>
                <a:lnTo>
                  <a:pt x="425493" y="3220"/>
                </a:lnTo>
                <a:lnTo>
                  <a:pt x="473778" y="12824"/>
                </a:lnTo>
                <a:lnTo>
                  <a:pt x="520396" y="28649"/>
                </a:lnTo>
                <a:lnTo>
                  <a:pt x="564551" y="50424"/>
                </a:lnTo>
                <a:lnTo>
                  <a:pt x="605485" y="77775"/>
                </a:lnTo>
                <a:lnTo>
                  <a:pt x="642499" y="110235"/>
                </a:lnTo>
                <a:lnTo>
                  <a:pt x="674959" y="147249"/>
                </a:lnTo>
                <a:lnTo>
                  <a:pt x="702310" y="188184"/>
                </a:lnTo>
                <a:lnTo>
                  <a:pt x="724085" y="232338"/>
                </a:lnTo>
                <a:lnTo>
                  <a:pt x="739910" y="278956"/>
                </a:lnTo>
                <a:lnTo>
                  <a:pt x="749514" y="327241"/>
                </a:lnTo>
                <a:close/>
              </a:path>
            </a:pathLst>
          </a:custGeom>
          <a:solidFill>
            <a:srgbClr val="6D6D6D"/>
          </a:solidFill>
          <a:ln/>
        </p:spPr>
      </p:sp>
      <p:sp>
        <p:nvSpPr>
          <p:cNvPr id="208" name="Shape 206"/>
          <p:cNvSpPr/>
          <p:nvPr/>
        </p:nvSpPr>
        <p:spPr>
          <a:xfrm>
            <a:off x="5368452" y="2541907"/>
            <a:ext cx="707746" cy="707746"/>
          </a:xfrm>
          <a:custGeom>
            <a:avLst/>
            <a:gdLst/>
            <a:ahLst/>
            <a:cxnLst/>
            <a:rect l="l" t="t" r="r" b="b"/>
            <a:pathLst>
              <a:path w="707746" h="707746">
                <a:moveTo>
                  <a:pt x="707746" y="353873"/>
                </a:moveTo>
                <a:lnTo>
                  <a:pt x="704718" y="400062"/>
                </a:lnTo>
                <a:lnTo>
                  <a:pt x="695688" y="445462"/>
                </a:lnTo>
                <a:lnTo>
                  <a:pt x="680809" y="489294"/>
                </a:lnTo>
                <a:lnTo>
                  <a:pt x="660336" y="530809"/>
                </a:lnTo>
                <a:lnTo>
                  <a:pt x="634619" y="569297"/>
                </a:lnTo>
                <a:lnTo>
                  <a:pt x="604099" y="604099"/>
                </a:lnTo>
                <a:lnTo>
                  <a:pt x="569297" y="634619"/>
                </a:lnTo>
                <a:lnTo>
                  <a:pt x="530809" y="660336"/>
                </a:lnTo>
                <a:lnTo>
                  <a:pt x="489294" y="680809"/>
                </a:lnTo>
                <a:lnTo>
                  <a:pt x="445462" y="695688"/>
                </a:lnTo>
                <a:lnTo>
                  <a:pt x="400062" y="704718"/>
                </a:lnTo>
                <a:lnTo>
                  <a:pt x="353873" y="707746"/>
                </a:lnTo>
                <a:lnTo>
                  <a:pt x="307683" y="704718"/>
                </a:lnTo>
                <a:lnTo>
                  <a:pt x="262284" y="695688"/>
                </a:lnTo>
                <a:lnTo>
                  <a:pt x="218452" y="680809"/>
                </a:lnTo>
                <a:lnTo>
                  <a:pt x="176936" y="660336"/>
                </a:lnTo>
                <a:lnTo>
                  <a:pt x="138449" y="634619"/>
                </a:lnTo>
                <a:lnTo>
                  <a:pt x="103647" y="604099"/>
                </a:lnTo>
                <a:lnTo>
                  <a:pt x="73127" y="569297"/>
                </a:lnTo>
                <a:lnTo>
                  <a:pt x="47410" y="530809"/>
                </a:lnTo>
                <a:lnTo>
                  <a:pt x="26937" y="489294"/>
                </a:lnTo>
                <a:lnTo>
                  <a:pt x="12058" y="445462"/>
                </a:lnTo>
                <a:lnTo>
                  <a:pt x="3027" y="400062"/>
                </a:lnTo>
                <a:lnTo>
                  <a:pt x="0" y="353873"/>
                </a:lnTo>
                <a:lnTo>
                  <a:pt x="3027" y="307683"/>
                </a:lnTo>
                <a:lnTo>
                  <a:pt x="12058" y="262284"/>
                </a:lnTo>
                <a:lnTo>
                  <a:pt x="26937" y="218452"/>
                </a:lnTo>
                <a:lnTo>
                  <a:pt x="47410" y="176936"/>
                </a:lnTo>
                <a:lnTo>
                  <a:pt x="73127" y="138449"/>
                </a:lnTo>
                <a:lnTo>
                  <a:pt x="103647" y="103647"/>
                </a:lnTo>
                <a:lnTo>
                  <a:pt x="138449" y="73127"/>
                </a:lnTo>
                <a:lnTo>
                  <a:pt x="176936" y="47410"/>
                </a:lnTo>
                <a:lnTo>
                  <a:pt x="218452" y="26937"/>
                </a:lnTo>
                <a:lnTo>
                  <a:pt x="262284" y="12058"/>
                </a:lnTo>
                <a:lnTo>
                  <a:pt x="307683" y="3027"/>
                </a:lnTo>
                <a:lnTo>
                  <a:pt x="353873" y="0"/>
                </a:lnTo>
                <a:lnTo>
                  <a:pt x="400062" y="3027"/>
                </a:lnTo>
                <a:lnTo>
                  <a:pt x="445462" y="12058"/>
                </a:lnTo>
                <a:lnTo>
                  <a:pt x="489294" y="26937"/>
                </a:lnTo>
                <a:lnTo>
                  <a:pt x="530809" y="47410"/>
                </a:lnTo>
                <a:lnTo>
                  <a:pt x="569297" y="73127"/>
                </a:lnTo>
                <a:lnTo>
                  <a:pt x="604099" y="103647"/>
                </a:lnTo>
                <a:lnTo>
                  <a:pt x="634619" y="138449"/>
                </a:lnTo>
                <a:lnTo>
                  <a:pt x="660336" y="176936"/>
                </a:lnTo>
                <a:lnTo>
                  <a:pt x="680809" y="218452"/>
                </a:lnTo>
                <a:lnTo>
                  <a:pt x="695688" y="262284"/>
                </a:lnTo>
                <a:lnTo>
                  <a:pt x="704718" y="307683"/>
                </a:lnTo>
                <a:close/>
              </a:path>
            </a:pathLst>
          </a:custGeom>
          <a:solidFill>
            <a:srgbClr val="747474"/>
          </a:solidFill>
          <a:ln/>
        </p:spPr>
      </p:sp>
      <p:sp>
        <p:nvSpPr>
          <p:cNvPr id="209" name="Shape 207"/>
          <p:cNvSpPr/>
          <p:nvPr/>
        </p:nvSpPr>
        <p:spPr>
          <a:xfrm>
            <a:off x="5385186" y="2557258"/>
            <a:ext cx="662757" cy="662757"/>
          </a:xfrm>
          <a:custGeom>
            <a:avLst/>
            <a:gdLst/>
            <a:ahLst/>
            <a:cxnLst/>
            <a:rect l="l" t="t" r="r" b="b"/>
            <a:pathLst>
              <a:path w="662757" h="662757">
                <a:moveTo>
                  <a:pt x="662757" y="331379"/>
                </a:moveTo>
                <a:lnTo>
                  <a:pt x="659922" y="374632"/>
                </a:lnTo>
                <a:lnTo>
                  <a:pt x="651466" y="417146"/>
                </a:lnTo>
                <a:lnTo>
                  <a:pt x="637532" y="458192"/>
                </a:lnTo>
                <a:lnTo>
                  <a:pt x="618361" y="497068"/>
                </a:lnTo>
                <a:lnTo>
                  <a:pt x="594279" y="533109"/>
                </a:lnTo>
                <a:lnTo>
                  <a:pt x="565699" y="565699"/>
                </a:lnTo>
                <a:lnTo>
                  <a:pt x="533109" y="594279"/>
                </a:lnTo>
                <a:lnTo>
                  <a:pt x="497068" y="618361"/>
                </a:lnTo>
                <a:lnTo>
                  <a:pt x="458192" y="637532"/>
                </a:lnTo>
                <a:lnTo>
                  <a:pt x="417146" y="651466"/>
                </a:lnTo>
                <a:lnTo>
                  <a:pt x="374632" y="659922"/>
                </a:lnTo>
                <a:lnTo>
                  <a:pt x="331379" y="662757"/>
                </a:lnTo>
                <a:lnTo>
                  <a:pt x="288125" y="659922"/>
                </a:lnTo>
                <a:lnTo>
                  <a:pt x="245611" y="651466"/>
                </a:lnTo>
                <a:lnTo>
                  <a:pt x="204565" y="637532"/>
                </a:lnTo>
                <a:lnTo>
                  <a:pt x="165689" y="618361"/>
                </a:lnTo>
                <a:lnTo>
                  <a:pt x="129648" y="594279"/>
                </a:lnTo>
                <a:lnTo>
                  <a:pt x="97059" y="565699"/>
                </a:lnTo>
                <a:lnTo>
                  <a:pt x="68478" y="533109"/>
                </a:lnTo>
                <a:lnTo>
                  <a:pt x="44396" y="497068"/>
                </a:lnTo>
                <a:lnTo>
                  <a:pt x="25225" y="458192"/>
                </a:lnTo>
                <a:lnTo>
                  <a:pt x="11291" y="417146"/>
                </a:lnTo>
                <a:lnTo>
                  <a:pt x="2835" y="374632"/>
                </a:lnTo>
                <a:lnTo>
                  <a:pt x="0" y="331379"/>
                </a:lnTo>
                <a:lnTo>
                  <a:pt x="2835" y="288125"/>
                </a:lnTo>
                <a:lnTo>
                  <a:pt x="11291" y="245611"/>
                </a:lnTo>
                <a:lnTo>
                  <a:pt x="25225" y="204565"/>
                </a:lnTo>
                <a:lnTo>
                  <a:pt x="44396" y="165689"/>
                </a:lnTo>
                <a:lnTo>
                  <a:pt x="68478" y="129648"/>
                </a:lnTo>
                <a:lnTo>
                  <a:pt x="97059" y="97059"/>
                </a:lnTo>
                <a:lnTo>
                  <a:pt x="129648" y="68478"/>
                </a:lnTo>
                <a:lnTo>
                  <a:pt x="165689" y="44396"/>
                </a:lnTo>
                <a:lnTo>
                  <a:pt x="204565" y="25225"/>
                </a:lnTo>
                <a:lnTo>
                  <a:pt x="245611" y="11291"/>
                </a:lnTo>
                <a:lnTo>
                  <a:pt x="288125" y="2835"/>
                </a:lnTo>
                <a:lnTo>
                  <a:pt x="331379" y="0"/>
                </a:lnTo>
                <a:lnTo>
                  <a:pt x="374632" y="2835"/>
                </a:lnTo>
                <a:lnTo>
                  <a:pt x="417146" y="11291"/>
                </a:lnTo>
                <a:lnTo>
                  <a:pt x="458192" y="25225"/>
                </a:lnTo>
                <a:lnTo>
                  <a:pt x="497068" y="44396"/>
                </a:lnTo>
                <a:lnTo>
                  <a:pt x="533109" y="68478"/>
                </a:lnTo>
                <a:lnTo>
                  <a:pt x="565699" y="97059"/>
                </a:lnTo>
                <a:lnTo>
                  <a:pt x="594279" y="129648"/>
                </a:lnTo>
                <a:lnTo>
                  <a:pt x="618361" y="165689"/>
                </a:lnTo>
                <a:lnTo>
                  <a:pt x="637532" y="204565"/>
                </a:lnTo>
                <a:lnTo>
                  <a:pt x="651466" y="245611"/>
                </a:lnTo>
                <a:lnTo>
                  <a:pt x="659922" y="288125"/>
                </a:lnTo>
                <a:close/>
              </a:path>
            </a:pathLst>
          </a:custGeom>
          <a:solidFill>
            <a:srgbClr val="7A7A7A"/>
          </a:solidFill>
          <a:ln/>
        </p:spPr>
      </p:sp>
      <p:sp>
        <p:nvSpPr>
          <p:cNvPr id="210" name="Shape 208"/>
          <p:cNvSpPr/>
          <p:nvPr/>
        </p:nvSpPr>
        <p:spPr>
          <a:xfrm>
            <a:off x="5401919" y="2572609"/>
            <a:ext cx="617769" cy="617769"/>
          </a:xfrm>
          <a:custGeom>
            <a:avLst/>
            <a:gdLst/>
            <a:ahLst/>
            <a:cxnLst/>
            <a:rect l="l" t="t" r="r" b="b"/>
            <a:pathLst>
              <a:path w="617769" h="617769">
                <a:moveTo>
                  <a:pt x="617769" y="308884"/>
                </a:moveTo>
                <a:lnTo>
                  <a:pt x="615126" y="349202"/>
                </a:lnTo>
                <a:lnTo>
                  <a:pt x="607244" y="388829"/>
                </a:lnTo>
                <a:lnTo>
                  <a:pt x="594256" y="427089"/>
                </a:lnTo>
                <a:lnTo>
                  <a:pt x="576386" y="463326"/>
                </a:lnTo>
                <a:lnTo>
                  <a:pt x="553939" y="496921"/>
                </a:lnTo>
                <a:lnTo>
                  <a:pt x="527299" y="527299"/>
                </a:lnTo>
                <a:lnTo>
                  <a:pt x="496921" y="553939"/>
                </a:lnTo>
                <a:lnTo>
                  <a:pt x="463326" y="576386"/>
                </a:lnTo>
                <a:lnTo>
                  <a:pt x="427089" y="594256"/>
                </a:lnTo>
                <a:lnTo>
                  <a:pt x="388829" y="607244"/>
                </a:lnTo>
                <a:lnTo>
                  <a:pt x="349202" y="615126"/>
                </a:lnTo>
                <a:lnTo>
                  <a:pt x="308884" y="617769"/>
                </a:lnTo>
                <a:lnTo>
                  <a:pt x="268567" y="615126"/>
                </a:lnTo>
                <a:lnTo>
                  <a:pt x="228939" y="607244"/>
                </a:lnTo>
                <a:lnTo>
                  <a:pt x="190679" y="594256"/>
                </a:lnTo>
                <a:lnTo>
                  <a:pt x="154442" y="576386"/>
                </a:lnTo>
                <a:lnTo>
                  <a:pt x="120847" y="553939"/>
                </a:lnTo>
                <a:lnTo>
                  <a:pt x="90470" y="527299"/>
                </a:lnTo>
                <a:lnTo>
                  <a:pt x="63830" y="496921"/>
                </a:lnTo>
                <a:lnTo>
                  <a:pt x="41383" y="463326"/>
                </a:lnTo>
                <a:lnTo>
                  <a:pt x="23512" y="427089"/>
                </a:lnTo>
                <a:lnTo>
                  <a:pt x="10525" y="388829"/>
                </a:lnTo>
                <a:lnTo>
                  <a:pt x="2643" y="349202"/>
                </a:lnTo>
                <a:lnTo>
                  <a:pt x="0" y="308884"/>
                </a:lnTo>
                <a:lnTo>
                  <a:pt x="2643" y="268567"/>
                </a:lnTo>
                <a:lnTo>
                  <a:pt x="10525" y="228939"/>
                </a:lnTo>
                <a:lnTo>
                  <a:pt x="23512" y="190679"/>
                </a:lnTo>
                <a:lnTo>
                  <a:pt x="41383" y="154442"/>
                </a:lnTo>
                <a:lnTo>
                  <a:pt x="63830" y="120847"/>
                </a:lnTo>
                <a:lnTo>
                  <a:pt x="90470" y="90470"/>
                </a:lnTo>
                <a:lnTo>
                  <a:pt x="120847" y="63830"/>
                </a:lnTo>
                <a:lnTo>
                  <a:pt x="154442" y="41383"/>
                </a:lnTo>
                <a:lnTo>
                  <a:pt x="190679" y="23512"/>
                </a:lnTo>
                <a:lnTo>
                  <a:pt x="228939" y="10525"/>
                </a:lnTo>
                <a:lnTo>
                  <a:pt x="268567" y="2643"/>
                </a:lnTo>
                <a:lnTo>
                  <a:pt x="308884" y="0"/>
                </a:lnTo>
                <a:lnTo>
                  <a:pt x="349202" y="2643"/>
                </a:lnTo>
                <a:lnTo>
                  <a:pt x="388829" y="10525"/>
                </a:lnTo>
                <a:lnTo>
                  <a:pt x="427089" y="23512"/>
                </a:lnTo>
                <a:lnTo>
                  <a:pt x="463326" y="41383"/>
                </a:lnTo>
                <a:lnTo>
                  <a:pt x="496921" y="63830"/>
                </a:lnTo>
                <a:lnTo>
                  <a:pt x="527299" y="90470"/>
                </a:lnTo>
                <a:lnTo>
                  <a:pt x="553939" y="120847"/>
                </a:lnTo>
                <a:lnTo>
                  <a:pt x="576386" y="154442"/>
                </a:lnTo>
                <a:lnTo>
                  <a:pt x="594256" y="190679"/>
                </a:lnTo>
                <a:lnTo>
                  <a:pt x="607244" y="228939"/>
                </a:lnTo>
                <a:lnTo>
                  <a:pt x="615126" y="268567"/>
                </a:lnTo>
                <a:close/>
              </a:path>
            </a:pathLst>
          </a:custGeom>
          <a:solidFill>
            <a:srgbClr val="818181"/>
          </a:solidFill>
          <a:ln/>
        </p:spPr>
      </p:sp>
      <p:sp>
        <p:nvSpPr>
          <p:cNvPr id="211" name="Shape 209"/>
          <p:cNvSpPr/>
          <p:nvPr/>
        </p:nvSpPr>
        <p:spPr>
          <a:xfrm>
            <a:off x="5418653" y="2587960"/>
            <a:ext cx="572780" cy="572780"/>
          </a:xfrm>
          <a:custGeom>
            <a:avLst/>
            <a:gdLst/>
            <a:ahLst/>
            <a:cxnLst/>
            <a:rect l="l" t="t" r="r" b="b"/>
            <a:pathLst>
              <a:path w="572780" h="572780">
                <a:moveTo>
                  <a:pt x="572780" y="286390"/>
                </a:moveTo>
                <a:lnTo>
                  <a:pt x="570330" y="323771"/>
                </a:lnTo>
                <a:lnTo>
                  <a:pt x="563022" y="360513"/>
                </a:lnTo>
                <a:lnTo>
                  <a:pt x="550980" y="395987"/>
                </a:lnTo>
                <a:lnTo>
                  <a:pt x="534411" y="429585"/>
                </a:lnTo>
                <a:lnTo>
                  <a:pt x="513599" y="460733"/>
                </a:lnTo>
                <a:lnTo>
                  <a:pt x="488898" y="488898"/>
                </a:lnTo>
                <a:lnTo>
                  <a:pt x="460733" y="513599"/>
                </a:lnTo>
                <a:lnTo>
                  <a:pt x="429585" y="534411"/>
                </a:lnTo>
                <a:lnTo>
                  <a:pt x="395987" y="550980"/>
                </a:lnTo>
                <a:lnTo>
                  <a:pt x="360513" y="563022"/>
                </a:lnTo>
                <a:lnTo>
                  <a:pt x="323771" y="570330"/>
                </a:lnTo>
                <a:lnTo>
                  <a:pt x="286390" y="572780"/>
                </a:lnTo>
                <a:lnTo>
                  <a:pt x="249009" y="570330"/>
                </a:lnTo>
                <a:lnTo>
                  <a:pt x="212267" y="563022"/>
                </a:lnTo>
                <a:lnTo>
                  <a:pt x="176793" y="550980"/>
                </a:lnTo>
                <a:lnTo>
                  <a:pt x="143195" y="534411"/>
                </a:lnTo>
                <a:lnTo>
                  <a:pt x="112047" y="513599"/>
                </a:lnTo>
                <a:lnTo>
                  <a:pt x="83882" y="488898"/>
                </a:lnTo>
                <a:lnTo>
                  <a:pt x="59182" y="460733"/>
                </a:lnTo>
                <a:lnTo>
                  <a:pt x="38369" y="429585"/>
                </a:lnTo>
                <a:lnTo>
                  <a:pt x="21800" y="395987"/>
                </a:lnTo>
                <a:lnTo>
                  <a:pt x="9759" y="360513"/>
                </a:lnTo>
                <a:lnTo>
                  <a:pt x="2450" y="323771"/>
                </a:lnTo>
                <a:lnTo>
                  <a:pt x="0" y="286390"/>
                </a:lnTo>
                <a:lnTo>
                  <a:pt x="2450" y="249009"/>
                </a:lnTo>
                <a:lnTo>
                  <a:pt x="9759" y="212267"/>
                </a:lnTo>
                <a:lnTo>
                  <a:pt x="21800" y="176793"/>
                </a:lnTo>
                <a:lnTo>
                  <a:pt x="38369" y="143195"/>
                </a:lnTo>
                <a:lnTo>
                  <a:pt x="59182" y="112047"/>
                </a:lnTo>
                <a:lnTo>
                  <a:pt x="83882" y="83882"/>
                </a:lnTo>
                <a:lnTo>
                  <a:pt x="112047" y="59182"/>
                </a:lnTo>
                <a:lnTo>
                  <a:pt x="143195" y="38369"/>
                </a:lnTo>
                <a:lnTo>
                  <a:pt x="176793" y="21800"/>
                </a:lnTo>
                <a:lnTo>
                  <a:pt x="212267" y="9759"/>
                </a:lnTo>
                <a:lnTo>
                  <a:pt x="249009" y="2450"/>
                </a:lnTo>
                <a:lnTo>
                  <a:pt x="286390" y="0"/>
                </a:lnTo>
                <a:lnTo>
                  <a:pt x="323771" y="2450"/>
                </a:lnTo>
                <a:lnTo>
                  <a:pt x="360513" y="9759"/>
                </a:lnTo>
                <a:lnTo>
                  <a:pt x="395987" y="21800"/>
                </a:lnTo>
                <a:lnTo>
                  <a:pt x="429585" y="38369"/>
                </a:lnTo>
                <a:lnTo>
                  <a:pt x="460733" y="59182"/>
                </a:lnTo>
                <a:lnTo>
                  <a:pt x="488898" y="83882"/>
                </a:lnTo>
                <a:lnTo>
                  <a:pt x="513599" y="112047"/>
                </a:lnTo>
                <a:lnTo>
                  <a:pt x="534411" y="143195"/>
                </a:lnTo>
                <a:lnTo>
                  <a:pt x="550980" y="176793"/>
                </a:lnTo>
                <a:lnTo>
                  <a:pt x="563022" y="212267"/>
                </a:lnTo>
                <a:lnTo>
                  <a:pt x="570330" y="249009"/>
                </a:lnTo>
                <a:close/>
              </a:path>
            </a:pathLst>
          </a:custGeom>
          <a:solidFill>
            <a:srgbClr val="878787"/>
          </a:solidFill>
          <a:ln/>
        </p:spPr>
      </p:sp>
      <p:sp>
        <p:nvSpPr>
          <p:cNvPr id="212" name="Shape 210"/>
          <p:cNvSpPr/>
          <p:nvPr/>
        </p:nvSpPr>
        <p:spPr>
          <a:xfrm>
            <a:off x="5435386" y="2603311"/>
            <a:ext cx="527792" cy="527792"/>
          </a:xfrm>
          <a:custGeom>
            <a:avLst/>
            <a:gdLst/>
            <a:ahLst/>
            <a:cxnLst/>
            <a:rect l="l" t="t" r="r" b="b"/>
            <a:pathLst>
              <a:path w="527792" h="527792">
                <a:moveTo>
                  <a:pt x="527792" y="263896"/>
                </a:moveTo>
                <a:lnTo>
                  <a:pt x="525534" y="298341"/>
                </a:lnTo>
                <a:lnTo>
                  <a:pt x="518800" y="332197"/>
                </a:lnTo>
                <a:lnTo>
                  <a:pt x="507704" y="364884"/>
                </a:lnTo>
                <a:lnTo>
                  <a:pt x="492436" y="395844"/>
                </a:lnTo>
                <a:lnTo>
                  <a:pt x="473258" y="424545"/>
                </a:lnTo>
                <a:lnTo>
                  <a:pt x="450498" y="450498"/>
                </a:lnTo>
                <a:lnTo>
                  <a:pt x="424545" y="473258"/>
                </a:lnTo>
                <a:lnTo>
                  <a:pt x="395844" y="492436"/>
                </a:lnTo>
                <a:lnTo>
                  <a:pt x="364884" y="507704"/>
                </a:lnTo>
                <a:lnTo>
                  <a:pt x="332197" y="518800"/>
                </a:lnTo>
                <a:lnTo>
                  <a:pt x="298341" y="525534"/>
                </a:lnTo>
                <a:lnTo>
                  <a:pt x="263896" y="527792"/>
                </a:lnTo>
                <a:lnTo>
                  <a:pt x="229451" y="525534"/>
                </a:lnTo>
                <a:lnTo>
                  <a:pt x="195595" y="518800"/>
                </a:lnTo>
                <a:lnTo>
                  <a:pt x="162907" y="507704"/>
                </a:lnTo>
                <a:lnTo>
                  <a:pt x="131948" y="492436"/>
                </a:lnTo>
                <a:lnTo>
                  <a:pt x="103246" y="473258"/>
                </a:lnTo>
                <a:lnTo>
                  <a:pt x="77293" y="450498"/>
                </a:lnTo>
                <a:lnTo>
                  <a:pt x="54533" y="424545"/>
                </a:lnTo>
                <a:lnTo>
                  <a:pt x="35355" y="395844"/>
                </a:lnTo>
                <a:lnTo>
                  <a:pt x="20088" y="364884"/>
                </a:lnTo>
                <a:lnTo>
                  <a:pt x="8992" y="332197"/>
                </a:lnTo>
                <a:lnTo>
                  <a:pt x="2258" y="298341"/>
                </a:lnTo>
                <a:lnTo>
                  <a:pt x="0" y="263896"/>
                </a:lnTo>
                <a:lnTo>
                  <a:pt x="2258" y="229451"/>
                </a:lnTo>
                <a:lnTo>
                  <a:pt x="8992" y="195595"/>
                </a:lnTo>
                <a:lnTo>
                  <a:pt x="20088" y="162907"/>
                </a:lnTo>
                <a:lnTo>
                  <a:pt x="35355" y="131948"/>
                </a:lnTo>
                <a:lnTo>
                  <a:pt x="54533" y="103246"/>
                </a:lnTo>
                <a:lnTo>
                  <a:pt x="77293" y="77293"/>
                </a:lnTo>
                <a:lnTo>
                  <a:pt x="103246" y="54533"/>
                </a:lnTo>
                <a:lnTo>
                  <a:pt x="131948" y="35355"/>
                </a:lnTo>
                <a:lnTo>
                  <a:pt x="162907" y="20088"/>
                </a:lnTo>
                <a:lnTo>
                  <a:pt x="195595" y="8992"/>
                </a:lnTo>
                <a:lnTo>
                  <a:pt x="229451" y="2258"/>
                </a:lnTo>
                <a:lnTo>
                  <a:pt x="263896" y="0"/>
                </a:lnTo>
                <a:lnTo>
                  <a:pt x="298341" y="2258"/>
                </a:lnTo>
                <a:lnTo>
                  <a:pt x="332197" y="8992"/>
                </a:lnTo>
                <a:lnTo>
                  <a:pt x="364884" y="20088"/>
                </a:lnTo>
                <a:lnTo>
                  <a:pt x="395844" y="35355"/>
                </a:lnTo>
                <a:lnTo>
                  <a:pt x="424545" y="54533"/>
                </a:lnTo>
                <a:lnTo>
                  <a:pt x="450498" y="77293"/>
                </a:lnTo>
                <a:lnTo>
                  <a:pt x="473258" y="103246"/>
                </a:lnTo>
                <a:lnTo>
                  <a:pt x="492436" y="131948"/>
                </a:lnTo>
                <a:lnTo>
                  <a:pt x="507704" y="162907"/>
                </a:lnTo>
                <a:lnTo>
                  <a:pt x="518800" y="195595"/>
                </a:lnTo>
                <a:lnTo>
                  <a:pt x="525534" y="229451"/>
                </a:lnTo>
                <a:close/>
              </a:path>
            </a:pathLst>
          </a:custGeom>
          <a:solidFill>
            <a:srgbClr val="8E8E8E"/>
          </a:solidFill>
          <a:ln/>
        </p:spPr>
      </p:sp>
      <p:sp>
        <p:nvSpPr>
          <p:cNvPr id="213" name="Shape 211"/>
          <p:cNvSpPr/>
          <p:nvPr/>
        </p:nvSpPr>
        <p:spPr>
          <a:xfrm>
            <a:off x="5452120" y="2618662"/>
            <a:ext cx="482803" cy="482803"/>
          </a:xfrm>
          <a:custGeom>
            <a:avLst/>
            <a:gdLst/>
            <a:ahLst/>
            <a:cxnLst/>
            <a:rect l="l" t="t" r="r" b="b"/>
            <a:pathLst>
              <a:path w="482803" h="482803">
                <a:moveTo>
                  <a:pt x="482803" y="241402"/>
                </a:moveTo>
                <a:lnTo>
                  <a:pt x="480738" y="272911"/>
                </a:lnTo>
                <a:lnTo>
                  <a:pt x="474578" y="303881"/>
                </a:lnTo>
                <a:lnTo>
                  <a:pt x="464428" y="333782"/>
                </a:lnTo>
                <a:lnTo>
                  <a:pt x="450462" y="362102"/>
                </a:lnTo>
                <a:lnTo>
                  <a:pt x="432918" y="388358"/>
                </a:lnTo>
                <a:lnTo>
                  <a:pt x="412098" y="412098"/>
                </a:lnTo>
                <a:lnTo>
                  <a:pt x="388358" y="432918"/>
                </a:lnTo>
                <a:lnTo>
                  <a:pt x="362102" y="450462"/>
                </a:lnTo>
                <a:lnTo>
                  <a:pt x="333782" y="464428"/>
                </a:lnTo>
                <a:lnTo>
                  <a:pt x="303881" y="474578"/>
                </a:lnTo>
                <a:lnTo>
                  <a:pt x="272911" y="480738"/>
                </a:lnTo>
                <a:lnTo>
                  <a:pt x="241402" y="482803"/>
                </a:lnTo>
                <a:lnTo>
                  <a:pt x="209892" y="480738"/>
                </a:lnTo>
                <a:lnTo>
                  <a:pt x="178922" y="474578"/>
                </a:lnTo>
                <a:lnTo>
                  <a:pt x="149021" y="464428"/>
                </a:lnTo>
                <a:lnTo>
                  <a:pt x="120701" y="450462"/>
                </a:lnTo>
                <a:lnTo>
                  <a:pt x="94446" y="432918"/>
                </a:lnTo>
                <a:lnTo>
                  <a:pt x="70705" y="412098"/>
                </a:lnTo>
                <a:lnTo>
                  <a:pt x="49885" y="388358"/>
                </a:lnTo>
                <a:lnTo>
                  <a:pt x="32342" y="362102"/>
                </a:lnTo>
                <a:lnTo>
                  <a:pt x="18376" y="333782"/>
                </a:lnTo>
                <a:lnTo>
                  <a:pt x="8226" y="303881"/>
                </a:lnTo>
                <a:lnTo>
                  <a:pt x="2065" y="272911"/>
                </a:lnTo>
                <a:lnTo>
                  <a:pt x="0" y="241402"/>
                </a:lnTo>
                <a:lnTo>
                  <a:pt x="2065" y="209892"/>
                </a:lnTo>
                <a:lnTo>
                  <a:pt x="8226" y="178922"/>
                </a:lnTo>
                <a:lnTo>
                  <a:pt x="18376" y="149021"/>
                </a:lnTo>
                <a:lnTo>
                  <a:pt x="32342" y="120701"/>
                </a:lnTo>
                <a:lnTo>
                  <a:pt x="49885" y="94446"/>
                </a:lnTo>
                <a:lnTo>
                  <a:pt x="70705" y="70705"/>
                </a:lnTo>
                <a:lnTo>
                  <a:pt x="94446" y="49885"/>
                </a:lnTo>
                <a:lnTo>
                  <a:pt x="120701" y="32342"/>
                </a:lnTo>
                <a:lnTo>
                  <a:pt x="149021" y="18376"/>
                </a:lnTo>
                <a:lnTo>
                  <a:pt x="178922" y="8226"/>
                </a:lnTo>
                <a:lnTo>
                  <a:pt x="209892" y="2065"/>
                </a:lnTo>
                <a:lnTo>
                  <a:pt x="241402" y="0"/>
                </a:lnTo>
                <a:lnTo>
                  <a:pt x="272911" y="2065"/>
                </a:lnTo>
                <a:lnTo>
                  <a:pt x="303881" y="8226"/>
                </a:lnTo>
                <a:lnTo>
                  <a:pt x="333782" y="18376"/>
                </a:lnTo>
                <a:lnTo>
                  <a:pt x="362102" y="32342"/>
                </a:lnTo>
                <a:lnTo>
                  <a:pt x="388358" y="49885"/>
                </a:lnTo>
                <a:lnTo>
                  <a:pt x="412098" y="70705"/>
                </a:lnTo>
                <a:lnTo>
                  <a:pt x="432918" y="94446"/>
                </a:lnTo>
                <a:lnTo>
                  <a:pt x="450462" y="120701"/>
                </a:lnTo>
                <a:lnTo>
                  <a:pt x="464428" y="149021"/>
                </a:lnTo>
                <a:lnTo>
                  <a:pt x="474578" y="178922"/>
                </a:lnTo>
                <a:lnTo>
                  <a:pt x="480738" y="209892"/>
                </a:lnTo>
                <a:close/>
              </a:path>
            </a:pathLst>
          </a:custGeom>
          <a:solidFill>
            <a:srgbClr val="959595"/>
          </a:solidFill>
          <a:ln/>
        </p:spPr>
      </p:sp>
      <p:sp>
        <p:nvSpPr>
          <p:cNvPr id="214" name="Shape 212"/>
          <p:cNvSpPr/>
          <p:nvPr/>
        </p:nvSpPr>
        <p:spPr>
          <a:xfrm>
            <a:off x="5468853" y="2634013"/>
            <a:ext cx="437815" cy="437815"/>
          </a:xfrm>
          <a:custGeom>
            <a:avLst/>
            <a:gdLst/>
            <a:ahLst/>
            <a:cxnLst/>
            <a:rect l="l" t="t" r="r" b="b"/>
            <a:pathLst>
              <a:path w="437815" h="437815">
                <a:moveTo>
                  <a:pt x="437815" y="218907"/>
                </a:moveTo>
                <a:lnTo>
                  <a:pt x="435942" y="247481"/>
                </a:lnTo>
                <a:lnTo>
                  <a:pt x="430356" y="275565"/>
                </a:lnTo>
                <a:lnTo>
                  <a:pt x="421151" y="302680"/>
                </a:lnTo>
                <a:lnTo>
                  <a:pt x="408487" y="328361"/>
                </a:lnTo>
                <a:lnTo>
                  <a:pt x="392578" y="352170"/>
                </a:lnTo>
                <a:lnTo>
                  <a:pt x="373698" y="373698"/>
                </a:lnTo>
                <a:lnTo>
                  <a:pt x="352170" y="392578"/>
                </a:lnTo>
                <a:lnTo>
                  <a:pt x="328361" y="408487"/>
                </a:lnTo>
                <a:lnTo>
                  <a:pt x="302680" y="421151"/>
                </a:lnTo>
                <a:lnTo>
                  <a:pt x="275565" y="430356"/>
                </a:lnTo>
                <a:lnTo>
                  <a:pt x="247481" y="435942"/>
                </a:lnTo>
                <a:lnTo>
                  <a:pt x="218907" y="437815"/>
                </a:lnTo>
                <a:lnTo>
                  <a:pt x="190334" y="435942"/>
                </a:lnTo>
                <a:lnTo>
                  <a:pt x="162250" y="430356"/>
                </a:lnTo>
                <a:lnTo>
                  <a:pt x="135135" y="421151"/>
                </a:lnTo>
                <a:lnTo>
                  <a:pt x="109454" y="408487"/>
                </a:lnTo>
                <a:lnTo>
                  <a:pt x="85645" y="392578"/>
                </a:lnTo>
                <a:lnTo>
                  <a:pt x="64116" y="373698"/>
                </a:lnTo>
                <a:lnTo>
                  <a:pt x="45236" y="352170"/>
                </a:lnTo>
                <a:lnTo>
                  <a:pt x="29328" y="328361"/>
                </a:lnTo>
                <a:lnTo>
                  <a:pt x="16663" y="302680"/>
                </a:lnTo>
                <a:lnTo>
                  <a:pt x="7459" y="275565"/>
                </a:lnTo>
                <a:lnTo>
                  <a:pt x="1873" y="247481"/>
                </a:lnTo>
                <a:lnTo>
                  <a:pt x="0" y="218907"/>
                </a:lnTo>
                <a:lnTo>
                  <a:pt x="1873" y="190334"/>
                </a:lnTo>
                <a:lnTo>
                  <a:pt x="7459" y="162250"/>
                </a:lnTo>
                <a:lnTo>
                  <a:pt x="16663" y="135135"/>
                </a:lnTo>
                <a:lnTo>
                  <a:pt x="29328" y="109454"/>
                </a:lnTo>
                <a:lnTo>
                  <a:pt x="45236" y="85645"/>
                </a:lnTo>
                <a:lnTo>
                  <a:pt x="64116" y="64116"/>
                </a:lnTo>
                <a:lnTo>
                  <a:pt x="85645" y="45236"/>
                </a:lnTo>
                <a:lnTo>
                  <a:pt x="109454" y="29328"/>
                </a:lnTo>
                <a:lnTo>
                  <a:pt x="135135" y="16663"/>
                </a:lnTo>
                <a:lnTo>
                  <a:pt x="162250" y="7459"/>
                </a:lnTo>
                <a:lnTo>
                  <a:pt x="190334" y="1873"/>
                </a:lnTo>
                <a:lnTo>
                  <a:pt x="218907" y="0"/>
                </a:lnTo>
                <a:lnTo>
                  <a:pt x="247481" y="1873"/>
                </a:lnTo>
                <a:lnTo>
                  <a:pt x="275565" y="7459"/>
                </a:lnTo>
                <a:lnTo>
                  <a:pt x="302680" y="16663"/>
                </a:lnTo>
                <a:lnTo>
                  <a:pt x="328361" y="29328"/>
                </a:lnTo>
                <a:lnTo>
                  <a:pt x="352170" y="45236"/>
                </a:lnTo>
                <a:lnTo>
                  <a:pt x="373698" y="64116"/>
                </a:lnTo>
                <a:lnTo>
                  <a:pt x="392578" y="85645"/>
                </a:lnTo>
                <a:lnTo>
                  <a:pt x="408487" y="109454"/>
                </a:lnTo>
                <a:lnTo>
                  <a:pt x="421151" y="135135"/>
                </a:lnTo>
                <a:lnTo>
                  <a:pt x="430356" y="162250"/>
                </a:lnTo>
                <a:lnTo>
                  <a:pt x="435942" y="190334"/>
                </a:lnTo>
                <a:close/>
              </a:path>
            </a:pathLst>
          </a:custGeom>
          <a:solidFill>
            <a:srgbClr val="9B9B9B"/>
          </a:solidFill>
          <a:ln/>
        </p:spPr>
      </p:sp>
      <p:sp>
        <p:nvSpPr>
          <p:cNvPr id="215" name="Shape 213"/>
          <p:cNvSpPr/>
          <p:nvPr/>
        </p:nvSpPr>
        <p:spPr>
          <a:xfrm>
            <a:off x="5485587" y="2649364"/>
            <a:ext cx="392826" cy="392826"/>
          </a:xfrm>
          <a:custGeom>
            <a:avLst/>
            <a:gdLst/>
            <a:ahLst/>
            <a:cxnLst/>
            <a:rect l="l" t="t" r="r" b="b"/>
            <a:pathLst>
              <a:path w="392826" h="392826">
                <a:moveTo>
                  <a:pt x="392826" y="196413"/>
                </a:moveTo>
                <a:lnTo>
                  <a:pt x="391146" y="222050"/>
                </a:lnTo>
                <a:lnTo>
                  <a:pt x="386134" y="247249"/>
                </a:lnTo>
                <a:lnTo>
                  <a:pt x="377875" y="271577"/>
                </a:lnTo>
                <a:lnTo>
                  <a:pt x="366512" y="294620"/>
                </a:lnTo>
                <a:lnTo>
                  <a:pt x="352238" y="315982"/>
                </a:lnTo>
                <a:lnTo>
                  <a:pt x="335298" y="335298"/>
                </a:lnTo>
                <a:lnTo>
                  <a:pt x="315982" y="352238"/>
                </a:lnTo>
                <a:lnTo>
                  <a:pt x="294620" y="366512"/>
                </a:lnTo>
                <a:lnTo>
                  <a:pt x="271577" y="377875"/>
                </a:lnTo>
                <a:lnTo>
                  <a:pt x="247249" y="386134"/>
                </a:lnTo>
                <a:lnTo>
                  <a:pt x="222050" y="391146"/>
                </a:lnTo>
                <a:lnTo>
                  <a:pt x="196413" y="392826"/>
                </a:lnTo>
                <a:lnTo>
                  <a:pt x="170776" y="391146"/>
                </a:lnTo>
                <a:lnTo>
                  <a:pt x="145578" y="386134"/>
                </a:lnTo>
                <a:lnTo>
                  <a:pt x="121249" y="377875"/>
                </a:lnTo>
                <a:lnTo>
                  <a:pt x="98207" y="366512"/>
                </a:lnTo>
                <a:lnTo>
                  <a:pt x="76844" y="352238"/>
                </a:lnTo>
                <a:lnTo>
                  <a:pt x="57528" y="335298"/>
                </a:lnTo>
                <a:lnTo>
                  <a:pt x="40588" y="315982"/>
                </a:lnTo>
                <a:lnTo>
                  <a:pt x="26314" y="294620"/>
                </a:lnTo>
                <a:lnTo>
                  <a:pt x="14951" y="271577"/>
                </a:lnTo>
                <a:lnTo>
                  <a:pt x="6693" y="247249"/>
                </a:lnTo>
                <a:lnTo>
                  <a:pt x="1680" y="222050"/>
                </a:lnTo>
                <a:lnTo>
                  <a:pt x="0" y="196413"/>
                </a:lnTo>
                <a:lnTo>
                  <a:pt x="1680" y="170776"/>
                </a:lnTo>
                <a:lnTo>
                  <a:pt x="6693" y="145578"/>
                </a:lnTo>
                <a:lnTo>
                  <a:pt x="14951" y="121249"/>
                </a:lnTo>
                <a:lnTo>
                  <a:pt x="26314" y="98207"/>
                </a:lnTo>
                <a:lnTo>
                  <a:pt x="40588" y="76844"/>
                </a:lnTo>
                <a:lnTo>
                  <a:pt x="57528" y="57528"/>
                </a:lnTo>
                <a:lnTo>
                  <a:pt x="76844" y="40588"/>
                </a:lnTo>
                <a:lnTo>
                  <a:pt x="98207" y="26314"/>
                </a:lnTo>
                <a:lnTo>
                  <a:pt x="121249" y="14951"/>
                </a:lnTo>
                <a:lnTo>
                  <a:pt x="145578" y="6693"/>
                </a:lnTo>
                <a:lnTo>
                  <a:pt x="170776" y="1680"/>
                </a:lnTo>
                <a:lnTo>
                  <a:pt x="196413" y="0"/>
                </a:lnTo>
                <a:lnTo>
                  <a:pt x="222050" y="1680"/>
                </a:lnTo>
                <a:lnTo>
                  <a:pt x="247249" y="6693"/>
                </a:lnTo>
                <a:lnTo>
                  <a:pt x="271577" y="14951"/>
                </a:lnTo>
                <a:lnTo>
                  <a:pt x="294620" y="26314"/>
                </a:lnTo>
                <a:lnTo>
                  <a:pt x="315982" y="40588"/>
                </a:lnTo>
                <a:lnTo>
                  <a:pt x="335298" y="57528"/>
                </a:lnTo>
                <a:lnTo>
                  <a:pt x="352238" y="76844"/>
                </a:lnTo>
                <a:lnTo>
                  <a:pt x="366512" y="98207"/>
                </a:lnTo>
                <a:lnTo>
                  <a:pt x="377875" y="121249"/>
                </a:lnTo>
                <a:lnTo>
                  <a:pt x="386134" y="145578"/>
                </a:lnTo>
                <a:lnTo>
                  <a:pt x="391146" y="170776"/>
                </a:lnTo>
                <a:close/>
              </a:path>
            </a:pathLst>
          </a:custGeom>
          <a:solidFill>
            <a:srgbClr val="A2A2A2"/>
          </a:solidFill>
          <a:ln/>
        </p:spPr>
      </p:sp>
      <p:sp>
        <p:nvSpPr>
          <p:cNvPr id="216" name="Shape 214"/>
          <p:cNvSpPr/>
          <p:nvPr/>
        </p:nvSpPr>
        <p:spPr>
          <a:xfrm>
            <a:off x="5502320" y="2664715"/>
            <a:ext cx="347838" cy="347838"/>
          </a:xfrm>
          <a:custGeom>
            <a:avLst/>
            <a:gdLst/>
            <a:ahLst/>
            <a:cxnLst/>
            <a:rect l="l" t="t" r="r" b="b"/>
            <a:pathLst>
              <a:path w="347838" h="347838">
                <a:moveTo>
                  <a:pt x="347838" y="173919"/>
                </a:moveTo>
                <a:lnTo>
                  <a:pt x="346350" y="196620"/>
                </a:lnTo>
                <a:lnTo>
                  <a:pt x="341912" y="218932"/>
                </a:lnTo>
                <a:lnTo>
                  <a:pt x="334599" y="240475"/>
                </a:lnTo>
                <a:lnTo>
                  <a:pt x="324537" y="260878"/>
                </a:lnTo>
                <a:lnTo>
                  <a:pt x="311898" y="279794"/>
                </a:lnTo>
                <a:lnTo>
                  <a:pt x="296898" y="296898"/>
                </a:lnTo>
                <a:lnTo>
                  <a:pt x="279794" y="311898"/>
                </a:lnTo>
                <a:lnTo>
                  <a:pt x="260878" y="324537"/>
                </a:lnTo>
                <a:lnTo>
                  <a:pt x="240475" y="334599"/>
                </a:lnTo>
                <a:lnTo>
                  <a:pt x="218932" y="341912"/>
                </a:lnTo>
                <a:lnTo>
                  <a:pt x="196620" y="346350"/>
                </a:lnTo>
                <a:lnTo>
                  <a:pt x="173919" y="347838"/>
                </a:lnTo>
                <a:lnTo>
                  <a:pt x="151218" y="346350"/>
                </a:lnTo>
                <a:lnTo>
                  <a:pt x="128905" y="341912"/>
                </a:lnTo>
                <a:lnTo>
                  <a:pt x="107363" y="334599"/>
                </a:lnTo>
                <a:lnTo>
                  <a:pt x="86959" y="324537"/>
                </a:lnTo>
                <a:lnTo>
                  <a:pt x="68044" y="311898"/>
                </a:lnTo>
                <a:lnTo>
                  <a:pt x="50940" y="296898"/>
                </a:lnTo>
                <a:lnTo>
                  <a:pt x="35940" y="279794"/>
                </a:lnTo>
                <a:lnTo>
                  <a:pt x="23301" y="260878"/>
                </a:lnTo>
                <a:lnTo>
                  <a:pt x="13239" y="240475"/>
                </a:lnTo>
                <a:lnTo>
                  <a:pt x="5926" y="218932"/>
                </a:lnTo>
                <a:lnTo>
                  <a:pt x="1488" y="196620"/>
                </a:lnTo>
                <a:lnTo>
                  <a:pt x="0" y="173919"/>
                </a:lnTo>
                <a:lnTo>
                  <a:pt x="1488" y="151218"/>
                </a:lnTo>
                <a:lnTo>
                  <a:pt x="5926" y="128905"/>
                </a:lnTo>
                <a:lnTo>
                  <a:pt x="13239" y="107363"/>
                </a:lnTo>
                <a:lnTo>
                  <a:pt x="23301" y="86959"/>
                </a:lnTo>
                <a:lnTo>
                  <a:pt x="35940" y="68044"/>
                </a:lnTo>
                <a:lnTo>
                  <a:pt x="50940" y="50940"/>
                </a:lnTo>
                <a:lnTo>
                  <a:pt x="68044" y="35940"/>
                </a:lnTo>
                <a:lnTo>
                  <a:pt x="86959" y="23301"/>
                </a:lnTo>
                <a:lnTo>
                  <a:pt x="107363" y="13239"/>
                </a:lnTo>
                <a:lnTo>
                  <a:pt x="128905" y="5926"/>
                </a:lnTo>
                <a:lnTo>
                  <a:pt x="151218" y="1488"/>
                </a:lnTo>
                <a:lnTo>
                  <a:pt x="173919" y="0"/>
                </a:lnTo>
                <a:lnTo>
                  <a:pt x="196620" y="1488"/>
                </a:lnTo>
                <a:lnTo>
                  <a:pt x="218932" y="5926"/>
                </a:lnTo>
                <a:lnTo>
                  <a:pt x="240475" y="13239"/>
                </a:lnTo>
                <a:lnTo>
                  <a:pt x="260878" y="23301"/>
                </a:lnTo>
                <a:lnTo>
                  <a:pt x="279794" y="35940"/>
                </a:lnTo>
                <a:lnTo>
                  <a:pt x="296898" y="50940"/>
                </a:lnTo>
                <a:lnTo>
                  <a:pt x="311898" y="68044"/>
                </a:lnTo>
                <a:lnTo>
                  <a:pt x="324537" y="86959"/>
                </a:lnTo>
                <a:lnTo>
                  <a:pt x="334599" y="107363"/>
                </a:lnTo>
                <a:lnTo>
                  <a:pt x="341912" y="128905"/>
                </a:lnTo>
                <a:lnTo>
                  <a:pt x="346350" y="151218"/>
                </a:lnTo>
                <a:close/>
              </a:path>
            </a:pathLst>
          </a:custGeom>
          <a:solidFill>
            <a:srgbClr val="A9A9A9"/>
          </a:solidFill>
          <a:ln/>
        </p:spPr>
      </p:sp>
      <p:sp>
        <p:nvSpPr>
          <p:cNvPr id="217" name="Shape 215"/>
          <p:cNvSpPr/>
          <p:nvPr/>
        </p:nvSpPr>
        <p:spPr>
          <a:xfrm>
            <a:off x="5519054" y="2680065"/>
            <a:ext cx="302849" cy="302849"/>
          </a:xfrm>
          <a:custGeom>
            <a:avLst/>
            <a:gdLst/>
            <a:ahLst/>
            <a:cxnLst/>
            <a:rect l="l" t="t" r="r" b="b"/>
            <a:pathLst>
              <a:path w="302849" h="302849">
                <a:moveTo>
                  <a:pt x="302849" y="151425"/>
                </a:moveTo>
                <a:lnTo>
                  <a:pt x="301554" y="171190"/>
                </a:lnTo>
                <a:lnTo>
                  <a:pt x="297690" y="190616"/>
                </a:lnTo>
                <a:lnTo>
                  <a:pt x="291323" y="209372"/>
                </a:lnTo>
                <a:lnTo>
                  <a:pt x="282562" y="227137"/>
                </a:lnTo>
                <a:lnTo>
                  <a:pt x="271558" y="243606"/>
                </a:lnTo>
                <a:lnTo>
                  <a:pt x="258498" y="258498"/>
                </a:lnTo>
                <a:lnTo>
                  <a:pt x="243606" y="271558"/>
                </a:lnTo>
                <a:lnTo>
                  <a:pt x="227137" y="282562"/>
                </a:lnTo>
                <a:lnTo>
                  <a:pt x="209372" y="291323"/>
                </a:lnTo>
                <a:lnTo>
                  <a:pt x="190616" y="297690"/>
                </a:lnTo>
                <a:lnTo>
                  <a:pt x="171190" y="301554"/>
                </a:lnTo>
                <a:lnTo>
                  <a:pt x="151425" y="302849"/>
                </a:lnTo>
                <a:lnTo>
                  <a:pt x="131660" y="301554"/>
                </a:lnTo>
                <a:lnTo>
                  <a:pt x="112233" y="297690"/>
                </a:lnTo>
                <a:lnTo>
                  <a:pt x="93477" y="291323"/>
                </a:lnTo>
                <a:lnTo>
                  <a:pt x="75712" y="282562"/>
                </a:lnTo>
                <a:lnTo>
                  <a:pt x="59243" y="271558"/>
                </a:lnTo>
                <a:lnTo>
                  <a:pt x="44351" y="258498"/>
                </a:lnTo>
                <a:lnTo>
                  <a:pt x="31291" y="243606"/>
                </a:lnTo>
                <a:lnTo>
                  <a:pt x="20287" y="227137"/>
                </a:lnTo>
                <a:lnTo>
                  <a:pt x="11527" y="209372"/>
                </a:lnTo>
                <a:lnTo>
                  <a:pt x="5160" y="190616"/>
                </a:lnTo>
                <a:lnTo>
                  <a:pt x="1295" y="171190"/>
                </a:lnTo>
                <a:lnTo>
                  <a:pt x="0" y="151425"/>
                </a:lnTo>
                <a:lnTo>
                  <a:pt x="1295" y="131660"/>
                </a:lnTo>
                <a:lnTo>
                  <a:pt x="5160" y="112233"/>
                </a:lnTo>
                <a:lnTo>
                  <a:pt x="11527" y="93477"/>
                </a:lnTo>
                <a:lnTo>
                  <a:pt x="20287" y="75712"/>
                </a:lnTo>
                <a:lnTo>
                  <a:pt x="31291" y="59243"/>
                </a:lnTo>
                <a:lnTo>
                  <a:pt x="44351" y="44351"/>
                </a:lnTo>
                <a:lnTo>
                  <a:pt x="59243" y="31291"/>
                </a:lnTo>
                <a:lnTo>
                  <a:pt x="75712" y="20287"/>
                </a:lnTo>
                <a:lnTo>
                  <a:pt x="93477" y="11527"/>
                </a:lnTo>
                <a:lnTo>
                  <a:pt x="112233" y="5160"/>
                </a:lnTo>
                <a:lnTo>
                  <a:pt x="131660" y="1295"/>
                </a:lnTo>
                <a:lnTo>
                  <a:pt x="151425" y="0"/>
                </a:lnTo>
                <a:lnTo>
                  <a:pt x="171190" y="1295"/>
                </a:lnTo>
                <a:lnTo>
                  <a:pt x="190616" y="5160"/>
                </a:lnTo>
                <a:lnTo>
                  <a:pt x="209372" y="11527"/>
                </a:lnTo>
                <a:lnTo>
                  <a:pt x="227137" y="20287"/>
                </a:lnTo>
                <a:lnTo>
                  <a:pt x="243606" y="31291"/>
                </a:lnTo>
                <a:lnTo>
                  <a:pt x="258498" y="44351"/>
                </a:lnTo>
                <a:lnTo>
                  <a:pt x="271558" y="59243"/>
                </a:lnTo>
                <a:lnTo>
                  <a:pt x="282562" y="75712"/>
                </a:lnTo>
                <a:lnTo>
                  <a:pt x="291323" y="93477"/>
                </a:lnTo>
                <a:lnTo>
                  <a:pt x="297690" y="112233"/>
                </a:lnTo>
                <a:lnTo>
                  <a:pt x="301554" y="131660"/>
                </a:lnTo>
                <a:close/>
              </a:path>
            </a:pathLst>
          </a:custGeom>
          <a:solidFill>
            <a:srgbClr val="AFAFAF"/>
          </a:solidFill>
          <a:ln/>
        </p:spPr>
      </p:sp>
      <p:sp>
        <p:nvSpPr>
          <p:cNvPr id="218" name="Shape 216"/>
          <p:cNvSpPr/>
          <p:nvPr/>
        </p:nvSpPr>
        <p:spPr>
          <a:xfrm>
            <a:off x="5535787" y="2695416"/>
            <a:ext cx="257861" cy="257861"/>
          </a:xfrm>
          <a:custGeom>
            <a:avLst/>
            <a:gdLst/>
            <a:ahLst/>
            <a:cxnLst/>
            <a:rect l="l" t="t" r="r" b="b"/>
            <a:pathLst>
              <a:path w="257861" h="257861">
                <a:moveTo>
                  <a:pt x="257861" y="128930"/>
                </a:moveTo>
                <a:lnTo>
                  <a:pt x="256758" y="145759"/>
                </a:lnTo>
                <a:lnTo>
                  <a:pt x="253468" y="162300"/>
                </a:lnTo>
                <a:lnTo>
                  <a:pt x="248047" y="178270"/>
                </a:lnTo>
                <a:lnTo>
                  <a:pt x="240587" y="193396"/>
                </a:lnTo>
                <a:lnTo>
                  <a:pt x="231218" y="207418"/>
                </a:lnTo>
                <a:lnTo>
                  <a:pt x="220098" y="220098"/>
                </a:lnTo>
                <a:lnTo>
                  <a:pt x="207418" y="231218"/>
                </a:lnTo>
                <a:lnTo>
                  <a:pt x="193396" y="240587"/>
                </a:lnTo>
                <a:lnTo>
                  <a:pt x="178270" y="248047"/>
                </a:lnTo>
                <a:lnTo>
                  <a:pt x="162300" y="253468"/>
                </a:lnTo>
                <a:lnTo>
                  <a:pt x="145759" y="256758"/>
                </a:lnTo>
                <a:lnTo>
                  <a:pt x="128930" y="257861"/>
                </a:lnTo>
                <a:lnTo>
                  <a:pt x="112102" y="256758"/>
                </a:lnTo>
                <a:lnTo>
                  <a:pt x="95561" y="253468"/>
                </a:lnTo>
                <a:lnTo>
                  <a:pt x="79591" y="248047"/>
                </a:lnTo>
                <a:lnTo>
                  <a:pt x="64465" y="240587"/>
                </a:lnTo>
                <a:lnTo>
                  <a:pt x="50443" y="231218"/>
                </a:lnTo>
                <a:lnTo>
                  <a:pt x="37763" y="220098"/>
                </a:lnTo>
                <a:lnTo>
                  <a:pt x="26643" y="207418"/>
                </a:lnTo>
                <a:lnTo>
                  <a:pt x="17273" y="193396"/>
                </a:lnTo>
                <a:lnTo>
                  <a:pt x="9814" y="178270"/>
                </a:lnTo>
                <a:lnTo>
                  <a:pt x="4393" y="162300"/>
                </a:lnTo>
                <a:lnTo>
                  <a:pt x="1103" y="145759"/>
                </a:lnTo>
                <a:lnTo>
                  <a:pt x="0" y="128930"/>
                </a:lnTo>
                <a:lnTo>
                  <a:pt x="1103" y="112102"/>
                </a:lnTo>
                <a:lnTo>
                  <a:pt x="4393" y="95561"/>
                </a:lnTo>
                <a:lnTo>
                  <a:pt x="9814" y="79591"/>
                </a:lnTo>
                <a:lnTo>
                  <a:pt x="17273" y="64465"/>
                </a:lnTo>
                <a:lnTo>
                  <a:pt x="26643" y="50443"/>
                </a:lnTo>
                <a:lnTo>
                  <a:pt x="37763" y="37763"/>
                </a:lnTo>
                <a:lnTo>
                  <a:pt x="50443" y="26643"/>
                </a:lnTo>
                <a:lnTo>
                  <a:pt x="64465" y="17273"/>
                </a:lnTo>
                <a:lnTo>
                  <a:pt x="79591" y="9814"/>
                </a:lnTo>
                <a:lnTo>
                  <a:pt x="95561" y="4393"/>
                </a:lnTo>
                <a:lnTo>
                  <a:pt x="112102" y="1103"/>
                </a:lnTo>
                <a:lnTo>
                  <a:pt x="128930" y="0"/>
                </a:lnTo>
                <a:lnTo>
                  <a:pt x="145759" y="1103"/>
                </a:lnTo>
                <a:lnTo>
                  <a:pt x="162300" y="4393"/>
                </a:lnTo>
                <a:lnTo>
                  <a:pt x="178270" y="9814"/>
                </a:lnTo>
                <a:lnTo>
                  <a:pt x="193396" y="17273"/>
                </a:lnTo>
                <a:lnTo>
                  <a:pt x="207418" y="26643"/>
                </a:lnTo>
                <a:lnTo>
                  <a:pt x="220098" y="37763"/>
                </a:lnTo>
                <a:lnTo>
                  <a:pt x="231218" y="50443"/>
                </a:lnTo>
                <a:lnTo>
                  <a:pt x="240587" y="64465"/>
                </a:lnTo>
                <a:lnTo>
                  <a:pt x="248047" y="79591"/>
                </a:lnTo>
                <a:lnTo>
                  <a:pt x="253468" y="95561"/>
                </a:lnTo>
                <a:lnTo>
                  <a:pt x="256758" y="112102"/>
                </a:lnTo>
                <a:close/>
              </a:path>
            </a:pathLst>
          </a:custGeom>
          <a:solidFill>
            <a:srgbClr val="B6B6B6"/>
          </a:solidFill>
          <a:ln/>
        </p:spPr>
      </p:sp>
      <p:sp>
        <p:nvSpPr>
          <p:cNvPr id="219" name="Shape 217"/>
          <p:cNvSpPr/>
          <p:nvPr/>
        </p:nvSpPr>
        <p:spPr>
          <a:xfrm>
            <a:off x="5552521" y="2710767"/>
            <a:ext cx="212872" cy="212872"/>
          </a:xfrm>
          <a:custGeom>
            <a:avLst/>
            <a:gdLst/>
            <a:ahLst/>
            <a:cxnLst/>
            <a:rect l="l" t="t" r="r" b="b"/>
            <a:pathLst>
              <a:path w="212872" h="212872">
                <a:moveTo>
                  <a:pt x="212872" y="106436"/>
                </a:moveTo>
                <a:lnTo>
                  <a:pt x="211962" y="120329"/>
                </a:lnTo>
                <a:lnTo>
                  <a:pt x="209246" y="133984"/>
                </a:lnTo>
                <a:lnTo>
                  <a:pt x="204770" y="147168"/>
                </a:lnTo>
                <a:lnTo>
                  <a:pt x="198613" y="159654"/>
                </a:lnTo>
                <a:lnTo>
                  <a:pt x="190878" y="171230"/>
                </a:lnTo>
                <a:lnTo>
                  <a:pt x="181698" y="181698"/>
                </a:lnTo>
                <a:lnTo>
                  <a:pt x="171230" y="190878"/>
                </a:lnTo>
                <a:lnTo>
                  <a:pt x="159654" y="198613"/>
                </a:lnTo>
                <a:lnTo>
                  <a:pt x="147168" y="204770"/>
                </a:lnTo>
                <a:lnTo>
                  <a:pt x="133984" y="209246"/>
                </a:lnTo>
                <a:lnTo>
                  <a:pt x="120329" y="211962"/>
                </a:lnTo>
                <a:lnTo>
                  <a:pt x="106436" y="212872"/>
                </a:lnTo>
                <a:lnTo>
                  <a:pt x="92543" y="211962"/>
                </a:lnTo>
                <a:lnTo>
                  <a:pt x="78888" y="209246"/>
                </a:lnTo>
                <a:lnTo>
                  <a:pt x="65705" y="204770"/>
                </a:lnTo>
                <a:lnTo>
                  <a:pt x="53218" y="198613"/>
                </a:lnTo>
                <a:lnTo>
                  <a:pt x="41642" y="190878"/>
                </a:lnTo>
                <a:lnTo>
                  <a:pt x="31174" y="181698"/>
                </a:lnTo>
                <a:lnTo>
                  <a:pt x="21995" y="171230"/>
                </a:lnTo>
                <a:lnTo>
                  <a:pt x="14260" y="159654"/>
                </a:lnTo>
                <a:lnTo>
                  <a:pt x="8102" y="147168"/>
                </a:lnTo>
                <a:lnTo>
                  <a:pt x="3627" y="133984"/>
                </a:lnTo>
                <a:lnTo>
                  <a:pt x="911" y="120329"/>
                </a:lnTo>
                <a:lnTo>
                  <a:pt x="0" y="106436"/>
                </a:lnTo>
                <a:lnTo>
                  <a:pt x="911" y="92543"/>
                </a:lnTo>
                <a:lnTo>
                  <a:pt x="3627" y="78888"/>
                </a:lnTo>
                <a:lnTo>
                  <a:pt x="8102" y="65705"/>
                </a:lnTo>
                <a:lnTo>
                  <a:pt x="14260" y="53218"/>
                </a:lnTo>
                <a:lnTo>
                  <a:pt x="21995" y="41642"/>
                </a:lnTo>
                <a:lnTo>
                  <a:pt x="31174" y="31174"/>
                </a:lnTo>
                <a:lnTo>
                  <a:pt x="41642" y="21995"/>
                </a:lnTo>
                <a:lnTo>
                  <a:pt x="53218" y="14260"/>
                </a:lnTo>
                <a:lnTo>
                  <a:pt x="65705" y="8102"/>
                </a:lnTo>
                <a:lnTo>
                  <a:pt x="78888" y="3627"/>
                </a:lnTo>
                <a:lnTo>
                  <a:pt x="92543" y="911"/>
                </a:lnTo>
                <a:lnTo>
                  <a:pt x="106436" y="0"/>
                </a:lnTo>
                <a:lnTo>
                  <a:pt x="120329" y="911"/>
                </a:lnTo>
                <a:lnTo>
                  <a:pt x="133984" y="3627"/>
                </a:lnTo>
                <a:lnTo>
                  <a:pt x="147168" y="8102"/>
                </a:lnTo>
                <a:lnTo>
                  <a:pt x="159654" y="14260"/>
                </a:lnTo>
                <a:lnTo>
                  <a:pt x="171230" y="21995"/>
                </a:lnTo>
                <a:lnTo>
                  <a:pt x="181698" y="31174"/>
                </a:lnTo>
                <a:lnTo>
                  <a:pt x="190878" y="41642"/>
                </a:lnTo>
                <a:lnTo>
                  <a:pt x="198613" y="53218"/>
                </a:lnTo>
                <a:lnTo>
                  <a:pt x="204770" y="65705"/>
                </a:lnTo>
                <a:lnTo>
                  <a:pt x="209246" y="78888"/>
                </a:lnTo>
                <a:lnTo>
                  <a:pt x="211962" y="92543"/>
                </a:lnTo>
                <a:close/>
              </a:path>
            </a:pathLst>
          </a:custGeom>
          <a:solidFill>
            <a:srgbClr val="BCBCBC"/>
          </a:solidFill>
          <a:ln/>
        </p:spPr>
      </p:sp>
      <p:sp>
        <p:nvSpPr>
          <p:cNvPr id="220" name="Shape 218"/>
          <p:cNvSpPr/>
          <p:nvPr/>
        </p:nvSpPr>
        <p:spPr>
          <a:xfrm>
            <a:off x="5569254" y="2726118"/>
            <a:ext cx="167884" cy="167884"/>
          </a:xfrm>
          <a:custGeom>
            <a:avLst/>
            <a:gdLst/>
            <a:ahLst/>
            <a:cxnLst/>
            <a:rect l="l" t="t" r="r" b="b"/>
            <a:pathLst>
              <a:path w="167884" h="167884">
                <a:moveTo>
                  <a:pt x="167884" y="83942"/>
                </a:moveTo>
                <a:lnTo>
                  <a:pt x="167166" y="94899"/>
                </a:lnTo>
                <a:lnTo>
                  <a:pt x="165024" y="105668"/>
                </a:lnTo>
                <a:lnTo>
                  <a:pt x="161494" y="116065"/>
                </a:lnTo>
                <a:lnTo>
                  <a:pt x="156638" y="125913"/>
                </a:lnTo>
                <a:lnTo>
                  <a:pt x="150538" y="135043"/>
                </a:lnTo>
                <a:lnTo>
                  <a:pt x="143298" y="143298"/>
                </a:lnTo>
                <a:lnTo>
                  <a:pt x="135043" y="150538"/>
                </a:lnTo>
                <a:lnTo>
                  <a:pt x="125913" y="156638"/>
                </a:lnTo>
                <a:lnTo>
                  <a:pt x="116065" y="161494"/>
                </a:lnTo>
                <a:lnTo>
                  <a:pt x="105668" y="165024"/>
                </a:lnTo>
                <a:lnTo>
                  <a:pt x="94899" y="167166"/>
                </a:lnTo>
                <a:lnTo>
                  <a:pt x="83942" y="167884"/>
                </a:lnTo>
                <a:lnTo>
                  <a:pt x="72985" y="167166"/>
                </a:lnTo>
                <a:lnTo>
                  <a:pt x="62216" y="165024"/>
                </a:lnTo>
                <a:lnTo>
                  <a:pt x="51819" y="161494"/>
                </a:lnTo>
                <a:lnTo>
                  <a:pt x="41971" y="156638"/>
                </a:lnTo>
                <a:lnTo>
                  <a:pt x="32841" y="150538"/>
                </a:lnTo>
                <a:lnTo>
                  <a:pt x="24586" y="143298"/>
                </a:lnTo>
                <a:lnTo>
                  <a:pt x="17346" y="135043"/>
                </a:lnTo>
                <a:lnTo>
                  <a:pt x="11246" y="125913"/>
                </a:lnTo>
                <a:lnTo>
                  <a:pt x="6390" y="116065"/>
                </a:lnTo>
                <a:lnTo>
                  <a:pt x="2860" y="105668"/>
                </a:lnTo>
                <a:lnTo>
                  <a:pt x="718" y="94899"/>
                </a:lnTo>
                <a:lnTo>
                  <a:pt x="0" y="83942"/>
                </a:lnTo>
                <a:lnTo>
                  <a:pt x="718" y="72985"/>
                </a:lnTo>
                <a:lnTo>
                  <a:pt x="2860" y="62216"/>
                </a:lnTo>
                <a:lnTo>
                  <a:pt x="6390" y="51819"/>
                </a:lnTo>
                <a:lnTo>
                  <a:pt x="11246" y="41971"/>
                </a:lnTo>
                <a:lnTo>
                  <a:pt x="17346" y="32841"/>
                </a:lnTo>
                <a:lnTo>
                  <a:pt x="24586" y="24586"/>
                </a:lnTo>
                <a:lnTo>
                  <a:pt x="32841" y="17346"/>
                </a:lnTo>
                <a:lnTo>
                  <a:pt x="41971" y="11246"/>
                </a:lnTo>
                <a:lnTo>
                  <a:pt x="51819" y="6390"/>
                </a:lnTo>
                <a:lnTo>
                  <a:pt x="62216" y="2860"/>
                </a:lnTo>
                <a:lnTo>
                  <a:pt x="72985" y="718"/>
                </a:lnTo>
                <a:lnTo>
                  <a:pt x="83942" y="0"/>
                </a:lnTo>
                <a:lnTo>
                  <a:pt x="94899" y="718"/>
                </a:lnTo>
                <a:lnTo>
                  <a:pt x="105668" y="2860"/>
                </a:lnTo>
                <a:lnTo>
                  <a:pt x="116065" y="6390"/>
                </a:lnTo>
                <a:lnTo>
                  <a:pt x="125913" y="11246"/>
                </a:lnTo>
                <a:lnTo>
                  <a:pt x="135043" y="17346"/>
                </a:lnTo>
                <a:lnTo>
                  <a:pt x="143298" y="24586"/>
                </a:lnTo>
                <a:lnTo>
                  <a:pt x="150538" y="32841"/>
                </a:lnTo>
                <a:lnTo>
                  <a:pt x="156638" y="41971"/>
                </a:lnTo>
                <a:lnTo>
                  <a:pt x="161494" y="51819"/>
                </a:lnTo>
                <a:lnTo>
                  <a:pt x="165024" y="62216"/>
                </a:lnTo>
                <a:lnTo>
                  <a:pt x="167166" y="72985"/>
                </a:lnTo>
                <a:close/>
              </a:path>
            </a:pathLst>
          </a:custGeom>
          <a:solidFill>
            <a:srgbClr val="C3C3C3"/>
          </a:solidFill>
          <a:ln/>
        </p:spPr>
      </p:sp>
      <p:sp>
        <p:nvSpPr>
          <p:cNvPr id="221" name="Shape 219"/>
          <p:cNvSpPr/>
          <p:nvPr/>
        </p:nvSpPr>
        <p:spPr>
          <a:xfrm>
            <a:off x="5284785" y="2465152"/>
            <a:ext cx="932688" cy="932688"/>
          </a:xfrm>
          <a:custGeom>
            <a:avLst/>
            <a:gdLst/>
            <a:ahLst/>
            <a:cxnLst/>
            <a:rect l="l" t="t" r="r" b="b"/>
            <a:pathLst>
              <a:path w="932688" h="932688">
                <a:moveTo>
                  <a:pt x="932688" y="466344"/>
                </a:moveTo>
                <a:lnTo>
                  <a:pt x="928698" y="527214"/>
                </a:lnTo>
                <a:lnTo>
                  <a:pt x="916798" y="587043"/>
                </a:lnTo>
                <a:lnTo>
                  <a:pt x="897190" y="644806"/>
                </a:lnTo>
                <a:lnTo>
                  <a:pt x="870210" y="699516"/>
                </a:lnTo>
                <a:lnTo>
                  <a:pt x="836320" y="750236"/>
                </a:lnTo>
                <a:lnTo>
                  <a:pt x="796099" y="796099"/>
                </a:lnTo>
                <a:lnTo>
                  <a:pt x="750236" y="836320"/>
                </a:lnTo>
                <a:lnTo>
                  <a:pt x="699516" y="870210"/>
                </a:lnTo>
                <a:lnTo>
                  <a:pt x="644806" y="897190"/>
                </a:lnTo>
                <a:lnTo>
                  <a:pt x="587043" y="916798"/>
                </a:lnTo>
                <a:lnTo>
                  <a:pt x="527214" y="928698"/>
                </a:lnTo>
                <a:lnTo>
                  <a:pt x="466344" y="932688"/>
                </a:lnTo>
                <a:lnTo>
                  <a:pt x="405474" y="928698"/>
                </a:lnTo>
                <a:lnTo>
                  <a:pt x="345645" y="916798"/>
                </a:lnTo>
                <a:lnTo>
                  <a:pt x="287882" y="897190"/>
                </a:lnTo>
                <a:lnTo>
                  <a:pt x="233172" y="870210"/>
                </a:lnTo>
                <a:lnTo>
                  <a:pt x="182452" y="836320"/>
                </a:lnTo>
                <a:lnTo>
                  <a:pt x="136589" y="796099"/>
                </a:lnTo>
                <a:lnTo>
                  <a:pt x="96368" y="750236"/>
                </a:lnTo>
                <a:lnTo>
                  <a:pt x="62478" y="699516"/>
                </a:lnTo>
                <a:lnTo>
                  <a:pt x="35498" y="644806"/>
                </a:lnTo>
                <a:lnTo>
                  <a:pt x="15890" y="587043"/>
                </a:lnTo>
                <a:lnTo>
                  <a:pt x="3990" y="527214"/>
                </a:lnTo>
                <a:lnTo>
                  <a:pt x="0" y="466344"/>
                </a:lnTo>
                <a:lnTo>
                  <a:pt x="3990" y="405474"/>
                </a:lnTo>
                <a:lnTo>
                  <a:pt x="15890" y="345645"/>
                </a:lnTo>
                <a:lnTo>
                  <a:pt x="35498" y="287882"/>
                </a:lnTo>
                <a:lnTo>
                  <a:pt x="62478" y="233172"/>
                </a:lnTo>
                <a:lnTo>
                  <a:pt x="96368" y="182452"/>
                </a:lnTo>
                <a:lnTo>
                  <a:pt x="136589" y="136589"/>
                </a:lnTo>
                <a:lnTo>
                  <a:pt x="182452" y="96368"/>
                </a:lnTo>
                <a:lnTo>
                  <a:pt x="233172" y="62478"/>
                </a:lnTo>
                <a:lnTo>
                  <a:pt x="287882" y="35498"/>
                </a:lnTo>
                <a:lnTo>
                  <a:pt x="345645" y="15890"/>
                </a:lnTo>
                <a:lnTo>
                  <a:pt x="405474" y="3990"/>
                </a:lnTo>
                <a:lnTo>
                  <a:pt x="466344" y="0"/>
                </a:lnTo>
                <a:lnTo>
                  <a:pt x="527214" y="3990"/>
                </a:lnTo>
                <a:lnTo>
                  <a:pt x="587043" y="15890"/>
                </a:lnTo>
                <a:lnTo>
                  <a:pt x="644806" y="35498"/>
                </a:lnTo>
                <a:lnTo>
                  <a:pt x="699516" y="62478"/>
                </a:lnTo>
                <a:lnTo>
                  <a:pt x="750236" y="96368"/>
                </a:lnTo>
                <a:lnTo>
                  <a:pt x="796099" y="136589"/>
                </a:lnTo>
                <a:lnTo>
                  <a:pt x="836320" y="182452"/>
                </a:lnTo>
                <a:lnTo>
                  <a:pt x="870210" y="233172"/>
                </a:lnTo>
                <a:lnTo>
                  <a:pt x="897190" y="287882"/>
                </a:lnTo>
                <a:lnTo>
                  <a:pt x="916798" y="345645"/>
                </a:lnTo>
                <a:lnTo>
                  <a:pt x="928698" y="405474"/>
                </a:lnTo>
                <a:close/>
              </a:path>
            </a:pathLst>
          </a:custGeom>
          <a:ln w="12700">
            <a:solidFill>
              <a:srgbClr val="000000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6080519" y="2861845"/>
            <a:ext cx="176704" cy="34439"/>
          </a:xfrm>
          <a:custGeom>
            <a:avLst/>
            <a:gdLst/>
            <a:ahLst/>
            <a:cxnLst/>
            <a:rect l="l" t="t" r="r" b="b"/>
            <a:pathLst>
              <a:path w="176704" h="34439">
                <a:moveTo>
                  <a:pt x="0" y="21175"/>
                </a:moveTo>
                <a:lnTo>
                  <a:pt x="1416" y="0"/>
                </a:lnTo>
                <a:lnTo>
                  <a:pt x="176704" y="13265"/>
                </a:lnTo>
                <a:lnTo>
                  <a:pt x="175288" y="34439"/>
                </a:lnTo>
                <a:close/>
              </a:path>
            </a:pathLst>
          </a:custGeom>
          <a:solidFill>
            <a:srgbClr val="DBDBDB"/>
          </a:solidFill>
          <a:ln w="6350">
            <a:solidFill>
              <a:srgbClr val="DBDBDB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6081935" y="2842276"/>
            <a:ext cx="179322" cy="32834"/>
          </a:xfrm>
          <a:custGeom>
            <a:avLst/>
            <a:gdLst/>
            <a:ahLst/>
            <a:cxnLst/>
            <a:rect l="l" t="t" r="r" b="b"/>
            <a:pathLst>
              <a:path w="179322" h="32834">
                <a:moveTo>
                  <a:pt x="0" y="19569"/>
                </a:moveTo>
                <a:lnTo>
                  <a:pt x="4034" y="0"/>
                </a:lnTo>
                <a:lnTo>
                  <a:pt x="179322" y="13265"/>
                </a:lnTo>
                <a:lnTo>
                  <a:pt x="175288" y="32834"/>
                </a:lnTo>
                <a:close/>
              </a:path>
            </a:pathLst>
          </a:custGeom>
          <a:solidFill>
            <a:srgbClr val="E8E8E8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6085969" y="2827291"/>
            <a:ext cx="181325" cy="28249"/>
          </a:xfrm>
          <a:custGeom>
            <a:avLst/>
            <a:gdLst/>
            <a:ahLst/>
            <a:cxnLst/>
            <a:rect l="l" t="t" r="r" b="b"/>
            <a:pathLst>
              <a:path w="181325" h="28249">
                <a:moveTo>
                  <a:pt x="0" y="14985"/>
                </a:moveTo>
                <a:lnTo>
                  <a:pt x="6037" y="0"/>
                </a:lnTo>
                <a:lnTo>
                  <a:pt x="181325" y="13265"/>
                </a:lnTo>
                <a:lnTo>
                  <a:pt x="175288" y="28249"/>
                </a:lnTo>
                <a:close/>
              </a:path>
            </a:pathLst>
          </a:custGeom>
          <a:solidFill>
            <a:srgbClr val="EDEDED"/>
          </a:solidFill>
          <a:ln w="6350">
            <a:solidFill>
              <a:srgbClr val="EDEDED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6092006" y="2819173"/>
            <a:ext cx="182409" cy="21383"/>
          </a:xfrm>
          <a:custGeom>
            <a:avLst/>
            <a:gdLst/>
            <a:ahLst/>
            <a:cxnLst/>
            <a:rect l="l" t="t" r="r" b="b"/>
            <a:pathLst>
              <a:path w="182409" h="21383">
                <a:moveTo>
                  <a:pt x="0" y="8119"/>
                </a:moveTo>
                <a:lnTo>
                  <a:pt x="7121" y="0"/>
                </a:lnTo>
                <a:lnTo>
                  <a:pt x="182409" y="13265"/>
                </a:lnTo>
                <a:lnTo>
                  <a:pt x="175288" y="21383"/>
                </a:lnTo>
                <a:close/>
              </a:path>
            </a:pathLst>
          </a:custGeom>
          <a:solidFill>
            <a:srgbClr val="E9E9E9"/>
          </a:solidFill>
          <a:ln w="6350">
            <a:solidFill>
              <a:srgbClr val="E9E9E9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6099127" y="2819156"/>
            <a:ext cx="182409" cy="13281"/>
          </a:xfrm>
          <a:custGeom>
            <a:avLst/>
            <a:gdLst/>
            <a:ahLst/>
            <a:cxnLst/>
            <a:rect l="l" t="t" r="r" b="b"/>
            <a:pathLst>
              <a:path w="182409" h="13281">
                <a:moveTo>
                  <a:pt x="0" y="17"/>
                </a:moveTo>
                <a:lnTo>
                  <a:pt x="7121" y="0"/>
                </a:lnTo>
                <a:lnTo>
                  <a:pt x="182409" y="13265"/>
                </a:lnTo>
                <a:lnTo>
                  <a:pt x="175288" y="13281"/>
                </a:lnTo>
                <a:close/>
              </a:path>
            </a:pathLst>
          </a:custGeom>
          <a:solidFill>
            <a:srgbClr val="DCDCDC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6085969" y="2917537"/>
            <a:ext cx="181325" cy="21352"/>
          </a:xfrm>
          <a:custGeom>
            <a:avLst/>
            <a:gdLst/>
            <a:ahLst/>
            <a:cxnLst/>
            <a:rect l="l" t="t" r="r" b="b"/>
            <a:pathLst>
              <a:path w="181325" h="21352">
                <a:moveTo>
                  <a:pt x="6037" y="8088"/>
                </a:moveTo>
                <a:lnTo>
                  <a:pt x="0" y="0"/>
                </a:lnTo>
                <a:lnTo>
                  <a:pt x="175288" y="13265"/>
                </a:lnTo>
                <a:lnTo>
                  <a:pt x="181325" y="21352"/>
                </a:lnTo>
                <a:close/>
              </a:path>
            </a:pathLst>
          </a:custGeom>
          <a:solidFill>
            <a:srgbClr val="B1B1B1"/>
          </a:solidFill>
          <a:ln w="6350">
            <a:solidFill>
              <a:srgbClr val="B1B1B1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6081935" y="2902577"/>
            <a:ext cx="179322" cy="28226"/>
          </a:xfrm>
          <a:custGeom>
            <a:avLst/>
            <a:gdLst/>
            <a:ahLst/>
            <a:cxnLst/>
            <a:rect l="l" t="t" r="r" b="b"/>
            <a:pathLst>
              <a:path w="179322" h="28226">
                <a:moveTo>
                  <a:pt x="4034" y="14961"/>
                </a:moveTo>
                <a:lnTo>
                  <a:pt x="0" y="0"/>
                </a:lnTo>
                <a:lnTo>
                  <a:pt x="175288" y="13265"/>
                </a:lnTo>
                <a:lnTo>
                  <a:pt x="179322" y="28226"/>
                </a:lnTo>
                <a:close/>
              </a:path>
            </a:pathLst>
          </a:custGeom>
          <a:solidFill>
            <a:srgbClr val="B1B1B1"/>
          </a:solidFill>
          <a:ln w="6350">
            <a:solidFill>
              <a:srgbClr val="B1B1B1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6080519" y="2883020"/>
            <a:ext cx="176704" cy="32821"/>
          </a:xfrm>
          <a:custGeom>
            <a:avLst/>
            <a:gdLst/>
            <a:ahLst/>
            <a:cxnLst/>
            <a:rect l="l" t="t" r="r" b="b"/>
            <a:pathLst>
              <a:path w="176704" h="32821">
                <a:moveTo>
                  <a:pt x="1416" y="19556"/>
                </a:moveTo>
                <a:lnTo>
                  <a:pt x="0" y="0"/>
                </a:lnTo>
                <a:lnTo>
                  <a:pt x="175288" y="13265"/>
                </a:lnTo>
                <a:lnTo>
                  <a:pt x="176704" y="32821"/>
                </a:lnTo>
                <a:close/>
              </a:path>
            </a:pathLst>
          </a:custGeom>
          <a:solidFill>
            <a:srgbClr val="C8C8C8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6080519" y="2819156"/>
            <a:ext cx="212504" cy="119734"/>
          </a:xfrm>
          <a:custGeom>
            <a:avLst/>
            <a:gdLst/>
            <a:ahLst/>
            <a:cxnLst/>
            <a:rect l="l" t="t" r="r" b="b"/>
            <a:pathLst>
              <a:path w="212504" h="119734">
                <a:moveTo>
                  <a:pt x="0" y="63864"/>
                </a:moveTo>
                <a:lnTo>
                  <a:pt x="1416" y="42690"/>
                </a:lnTo>
                <a:lnTo>
                  <a:pt x="5450" y="23120"/>
                </a:lnTo>
                <a:lnTo>
                  <a:pt x="11487" y="8136"/>
                </a:lnTo>
                <a:lnTo>
                  <a:pt x="18608" y="17"/>
                </a:lnTo>
                <a:lnTo>
                  <a:pt x="25729" y="0"/>
                </a:lnTo>
                <a:lnTo>
                  <a:pt x="201017" y="13265"/>
                </a:lnTo>
                <a:lnTo>
                  <a:pt x="207054" y="21352"/>
                </a:lnTo>
                <a:lnTo>
                  <a:pt x="211088" y="36313"/>
                </a:lnTo>
                <a:lnTo>
                  <a:pt x="212504" y="55870"/>
                </a:lnTo>
                <a:lnTo>
                  <a:pt x="211088" y="77044"/>
                </a:lnTo>
                <a:lnTo>
                  <a:pt x="207054" y="96614"/>
                </a:lnTo>
                <a:lnTo>
                  <a:pt x="201017" y="111599"/>
                </a:lnTo>
                <a:lnTo>
                  <a:pt x="193896" y="119717"/>
                </a:lnTo>
                <a:lnTo>
                  <a:pt x="186775" y="119734"/>
                </a:lnTo>
                <a:lnTo>
                  <a:pt x="11487" y="106469"/>
                </a:lnTo>
                <a:lnTo>
                  <a:pt x="5450" y="98382"/>
                </a:lnTo>
                <a:lnTo>
                  <a:pt x="1416" y="83421"/>
                </a:lnTo>
                <a:close/>
              </a:path>
            </a:pathLst>
          </a:custGeom>
          <a:ln w="12700">
            <a:solidFill>
              <a:srgbClr val="000000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6255807" y="2832420"/>
            <a:ext cx="37216" cy="106469"/>
          </a:xfrm>
          <a:custGeom>
            <a:avLst/>
            <a:gdLst/>
            <a:ahLst/>
            <a:cxnLst/>
            <a:rect l="l" t="t" r="r" b="b"/>
            <a:pathLst>
              <a:path w="37216" h="106469">
                <a:moveTo>
                  <a:pt x="0" y="63864"/>
                </a:moveTo>
                <a:lnTo>
                  <a:pt x="1416" y="42690"/>
                </a:lnTo>
                <a:lnTo>
                  <a:pt x="5450" y="23120"/>
                </a:lnTo>
                <a:lnTo>
                  <a:pt x="11487" y="8136"/>
                </a:lnTo>
                <a:lnTo>
                  <a:pt x="18608" y="17"/>
                </a:lnTo>
                <a:lnTo>
                  <a:pt x="25729" y="0"/>
                </a:lnTo>
                <a:lnTo>
                  <a:pt x="31766" y="8088"/>
                </a:lnTo>
                <a:lnTo>
                  <a:pt x="35800" y="23049"/>
                </a:lnTo>
                <a:lnTo>
                  <a:pt x="37216" y="42605"/>
                </a:lnTo>
                <a:lnTo>
                  <a:pt x="35800" y="63780"/>
                </a:lnTo>
                <a:lnTo>
                  <a:pt x="31766" y="83349"/>
                </a:lnTo>
                <a:lnTo>
                  <a:pt x="25729" y="98334"/>
                </a:lnTo>
                <a:lnTo>
                  <a:pt x="18608" y="106453"/>
                </a:lnTo>
                <a:lnTo>
                  <a:pt x="11487" y="106469"/>
                </a:lnTo>
                <a:lnTo>
                  <a:pt x="5450" y="98382"/>
                </a:lnTo>
                <a:lnTo>
                  <a:pt x="1416" y="83421"/>
                </a:lnTo>
                <a:close/>
              </a:path>
            </a:pathLst>
          </a:custGeom>
          <a:solidFill>
            <a:srgbClr val="B1B1B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2" name="Text 230"/>
          <p:cNvSpPr txBox="1"/>
          <p:nvPr/>
        </p:nvSpPr>
        <p:spPr>
          <a:xfrm>
            <a:off x="4434840" y="5120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측면</a:t>
            </a:r>
            <a:endParaRPr lang="en-US" sz="1300" dirty="0"/>
          </a:p>
        </p:txBody>
      </p:sp>
      <p:sp>
        <p:nvSpPr>
          <p:cNvPr id="233" name="Shape 231"/>
          <p:cNvSpPr/>
          <p:nvPr/>
        </p:nvSpPr>
        <p:spPr>
          <a:xfrm>
            <a:off x="10451776" y="3390896"/>
            <a:ext cx="79936" cy="799570"/>
          </a:xfrm>
          <a:custGeom>
            <a:avLst/>
            <a:gdLst/>
            <a:ahLst/>
            <a:cxnLst/>
            <a:rect l="l" t="t" r="r" b="b"/>
            <a:pathLst>
              <a:path w="79936" h="799570">
                <a:moveTo>
                  <a:pt x="0" y="799570"/>
                </a:moveTo>
                <a:lnTo>
                  <a:pt x="0" y="35687"/>
                </a:lnTo>
                <a:lnTo>
                  <a:pt x="79936" y="0"/>
                </a:lnTo>
                <a:lnTo>
                  <a:pt x="79936" y="763883"/>
                </a:lnTo>
                <a:close/>
              </a:path>
            </a:pathLst>
          </a:custGeom>
          <a:solidFill>
            <a:srgbClr val="5C5C5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9784928" y="3181284"/>
            <a:ext cx="746784" cy="245299"/>
          </a:xfrm>
          <a:custGeom>
            <a:avLst/>
            <a:gdLst/>
            <a:ahLst/>
            <a:cxnLst/>
            <a:rect l="l" t="t" r="r" b="b"/>
            <a:pathLst>
              <a:path w="746784" h="245299">
                <a:moveTo>
                  <a:pt x="0" y="35687"/>
                </a:moveTo>
                <a:lnTo>
                  <a:pt x="79936" y="0"/>
                </a:lnTo>
                <a:lnTo>
                  <a:pt x="746784" y="209612"/>
                </a:lnTo>
                <a:lnTo>
                  <a:pt x="666848" y="245299"/>
                </a:lnTo>
                <a:close/>
              </a:path>
            </a:pathLst>
          </a:custGeom>
          <a:solidFill>
            <a:srgbClr val="64646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9784928" y="3216970"/>
            <a:ext cx="666848" cy="973495"/>
          </a:xfrm>
          <a:custGeom>
            <a:avLst/>
            <a:gdLst/>
            <a:ahLst/>
            <a:cxnLst/>
            <a:rect l="l" t="t" r="r" b="b"/>
            <a:pathLst>
              <a:path w="666848" h="973495">
                <a:moveTo>
                  <a:pt x="0" y="763883"/>
                </a:moveTo>
                <a:lnTo>
                  <a:pt x="0" y="0"/>
                </a:lnTo>
                <a:lnTo>
                  <a:pt x="666848" y="209612"/>
                </a:lnTo>
                <a:lnTo>
                  <a:pt x="666848" y="973495"/>
                </a:lnTo>
                <a:close/>
              </a:path>
            </a:pathLst>
          </a:custGeom>
          <a:solidFill>
            <a:srgbClr val="78787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10176656" y="3139267"/>
            <a:ext cx="239808" cy="337666"/>
          </a:xfrm>
          <a:custGeom>
            <a:avLst/>
            <a:gdLst/>
            <a:ahLst/>
            <a:cxnLst/>
            <a:rect l="l" t="t" r="r" b="b"/>
            <a:pathLst>
              <a:path w="239808" h="337666">
                <a:moveTo>
                  <a:pt x="0" y="337666"/>
                </a:moveTo>
                <a:lnTo>
                  <a:pt x="0" y="107060"/>
                </a:lnTo>
                <a:lnTo>
                  <a:pt x="239808" y="0"/>
                </a:lnTo>
                <a:lnTo>
                  <a:pt x="239808" y="230606"/>
                </a:lnTo>
                <a:close/>
              </a:path>
            </a:pathLst>
          </a:custGeom>
          <a:solidFill>
            <a:srgbClr val="5C5C5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9700336" y="2989544"/>
            <a:ext cx="716128" cy="256782"/>
          </a:xfrm>
          <a:custGeom>
            <a:avLst/>
            <a:gdLst/>
            <a:ahLst/>
            <a:cxnLst/>
            <a:rect l="l" t="t" r="r" b="b"/>
            <a:pathLst>
              <a:path w="716128" h="256782">
                <a:moveTo>
                  <a:pt x="0" y="107060"/>
                </a:moveTo>
                <a:lnTo>
                  <a:pt x="239808" y="0"/>
                </a:lnTo>
                <a:lnTo>
                  <a:pt x="716128" y="149723"/>
                </a:lnTo>
                <a:lnTo>
                  <a:pt x="476320" y="256782"/>
                </a:lnTo>
                <a:close/>
              </a:path>
            </a:pathLst>
          </a:custGeom>
          <a:solidFill>
            <a:srgbClr val="6C6C6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9700336" y="3096603"/>
            <a:ext cx="476320" cy="380329"/>
          </a:xfrm>
          <a:custGeom>
            <a:avLst/>
            <a:gdLst/>
            <a:ahLst/>
            <a:cxnLst/>
            <a:rect l="l" t="t" r="r" b="b"/>
            <a:pathLst>
              <a:path w="476320" h="380329">
                <a:moveTo>
                  <a:pt x="0" y="230606"/>
                </a:moveTo>
                <a:lnTo>
                  <a:pt x="0" y="0"/>
                </a:lnTo>
                <a:lnTo>
                  <a:pt x="476320" y="149723"/>
                </a:lnTo>
                <a:lnTo>
                  <a:pt x="476320" y="380329"/>
                </a:lnTo>
                <a:close/>
              </a:path>
            </a:pathLst>
          </a:custGeom>
          <a:solidFill>
            <a:srgbClr val="62626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8853760" y="2044786"/>
            <a:ext cx="932688" cy="932688"/>
          </a:xfrm>
          <a:custGeom>
            <a:avLst/>
            <a:gdLst/>
            <a:ahLst/>
            <a:cxnLst/>
            <a:rect l="l" t="t" r="r" b="b"/>
            <a:pathLst>
              <a:path w="932688" h="932688">
                <a:moveTo>
                  <a:pt x="932688" y="466344"/>
                </a:moveTo>
                <a:lnTo>
                  <a:pt x="928698" y="527214"/>
                </a:lnTo>
                <a:lnTo>
                  <a:pt x="916798" y="587043"/>
                </a:lnTo>
                <a:lnTo>
                  <a:pt x="897190" y="644806"/>
                </a:lnTo>
                <a:lnTo>
                  <a:pt x="870210" y="699516"/>
                </a:lnTo>
                <a:lnTo>
                  <a:pt x="836320" y="750236"/>
                </a:lnTo>
                <a:lnTo>
                  <a:pt x="796099" y="796099"/>
                </a:lnTo>
                <a:lnTo>
                  <a:pt x="750236" y="836320"/>
                </a:lnTo>
                <a:lnTo>
                  <a:pt x="699516" y="870210"/>
                </a:lnTo>
                <a:lnTo>
                  <a:pt x="644806" y="897190"/>
                </a:lnTo>
                <a:lnTo>
                  <a:pt x="587043" y="916798"/>
                </a:lnTo>
                <a:lnTo>
                  <a:pt x="527214" y="928698"/>
                </a:lnTo>
                <a:lnTo>
                  <a:pt x="466344" y="932688"/>
                </a:lnTo>
                <a:lnTo>
                  <a:pt x="405474" y="928698"/>
                </a:lnTo>
                <a:lnTo>
                  <a:pt x="345645" y="916798"/>
                </a:lnTo>
                <a:lnTo>
                  <a:pt x="287882" y="897190"/>
                </a:lnTo>
                <a:lnTo>
                  <a:pt x="233172" y="870210"/>
                </a:lnTo>
                <a:lnTo>
                  <a:pt x="182452" y="836320"/>
                </a:lnTo>
                <a:lnTo>
                  <a:pt x="136589" y="796099"/>
                </a:lnTo>
                <a:lnTo>
                  <a:pt x="96368" y="750236"/>
                </a:lnTo>
                <a:lnTo>
                  <a:pt x="62478" y="699516"/>
                </a:lnTo>
                <a:lnTo>
                  <a:pt x="35498" y="644806"/>
                </a:lnTo>
                <a:lnTo>
                  <a:pt x="15890" y="587043"/>
                </a:lnTo>
                <a:lnTo>
                  <a:pt x="3990" y="527214"/>
                </a:lnTo>
                <a:lnTo>
                  <a:pt x="0" y="466344"/>
                </a:lnTo>
                <a:lnTo>
                  <a:pt x="3990" y="405474"/>
                </a:lnTo>
                <a:lnTo>
                  <a:pt x="15890" y="345645"/>
                </a:lnTo>
                <a:lnTo>
                  <a:pt x="35498" y="287882"/>
                </a:lnTo>
                <a:lnTo>
                  <a:pt x="62478" y="233172"/>
                </a:lnTo>
                <a:lnTo>
                  <a:pt x="96368" y="182452"/>
                </a:lnTo>
                <a:lnTo>
                  <a:pt x="136589" y="136589"/>
                </a:lnTo>
                <a:lnTo>
                  <a:pt x="182452" y="96368"/>
                </a:lnTo>
                <a:lnTo>
                  <a:pt x="233172" y="62478"/>
                </a:lnTo>
                <a:lnTo>
                  <a:pt x="287882" y="35498"/>
                </a:lnTo>
                <a:lnTo>
                  <a:pt x="345645" y="15890"/>
                </a:lnTo>
                <a:lnTo>
                  <a:pt x="405474" y="3990"/>
                </a:lnTo>
                <a:lnTo>
                  <a:pt x="466344" y="0"/>
                </a:lnTo>
                <a:lnTo>
                  <a:pt x="527214" y="3990"/>
                </a:lnTo>
                <a:lnTo>
                  <a:pt x="587043" y="15890"/>
                </a:lnTo>
                <a:lnTo>
                  <a:pt x="644806" y="35498"/>
                </a:lnTo>
                <a:lnTo>
                  <a:pt x="699516" y="62478"/>
                </a:lnTo>
                <a:lnTo>
                  <a:pt x="750236" y="96368"/>
                </a:lnTo>
                <a:lnTo>
                  <a:pt x="796099" y="136589"/>
                </a:lnTo>
                <a:lnTo>
                  <a:pt x="836320" y="182452"/>
                </a:lnTo>
                <a:lnTo>
                  <a:pt x="870210" y="233172"/>
                </a:lnTo>
                <a:lnTo>
                  <a:pt x="897190" y="287882"/>
                </a:lnTo>
                <a:lnTo>
                  <a:pt x="916798" y="345645"/>
                </a:lnTo>
                <a:lnTo>
                  <a:pt x="928698" y="405474"/>
                </a:lnTo>
                <a:close/>
              </a:path>
            </a:pathLst>
          </a:custGeom>
          <a:solidFill>
            <a:srgbClr val="535353"/>
          </a:solidFill>
          <a:ln/>
        </p:spPr>
      </p:sp>
      <p:sp>
        <p:nvSpPr>
          <p:cNvPr id="240" name="Shape 238"/>
          <p:cNvSpPr/>
          <p:nvPr/>
        </p:nvSpPr>
        <p:spPr>
          <a:xfrm>
            <a:off x="8870493" y="2060137"/>
            <a:ext cx="887700" cy="887700"/>
          </a:xfrm>
          <a:custGeom>
            <a:avLst/>
            <a:gdLst/>
            <a:ahLst/>
            <a:cxnLst/>
            <a:rect l="l" t="t" r="r" b="b"/>
            <a:pathLst>
              <a:path w="887700" h="887700">
                <a:moveTo>
                  <a:pt x="887700" y="443850"/>
                </a:moveTo>
                <a:lnTo>
                  <a:pt x="883902" y="501784"/>
                </a:lnTo>
                <a:lnTo>
                  <a:pt x="872576" y="558727"/>
                </a:lnTo>
                <a:lnTo>
                  <a:pt x="853913" y="613704"/>
                </a:lnTo>
                <a:lnTo>
                  <a:pt x="828235" y="665775"/>
                </a:lnTo>
                <a:lnTo>
                  <a:pt x="795979" y="714048"/>
                </a:lnTo>
                <a:lnTo>
                  <a:pt x="757699" y="757699"/>
                </a:lnTo>
                <a:lnTo>
                  <a:pt x="714048" y="795979"/>
                </a:lnTo>
                <a:lnTo>
                  <a:pt x="665775" y="828235"/>
                </a:lnTo>
                <a:lnTo>
                  <a:pt x="613704" y="853913"/>
                </a:lnTo>
                <a:lnTo>
                  <a:pt x="558727" y="872576"/>
                </a:lnTo>
                <a:lnTo>
                  <a:pt x="501784" y="883902"/>
                </a:lnTo>
                <a:lnTo>
                  <a:pt x="443850" y="887700"/>
                </a:lnTo>
                <a:lnTo>
                  <a:pt x="385916" y="883902"/>
                </a:lnTo>
                <a:lnTo>
                  <a:pt x="328973" y="872576"/>
                </a:lnTo>
                <a:lnTo>
                  <a:pt x="273996" y="853913"/>
                </a:lnTo>
                <a:lnTo>
                  <a:pt x="221925" y="828235"/>
                </a:lnTo>
                <a:lnTo>
                  <a:pt x="173651" y="795979"/>
                </a:lnTo>
                <a:lnTo>
                  <a:pt x="130001" y="757699"/>
                </a:lnTo>
                <a:lnTo>
                  <a:pt x="91720" y="714048"/>
                </a:lnTo>
                <a:lnTo>
                  <a:pt x="59465" y="665775"/>
                </a:lnTo>
                <a:lnTo>
                  <a:pt x="33786" y="613704"/>
                </a:lnTo>
                <a:lnTo>
                  <a:pt x="15124" y="558727"/>
                </a:lnTo>
                <a:lnTo>
                  <a:pt x="3797" y="501784"/>
                </a:lnTo>
                <a:lnTo>
                  <a:pt x="0" y="443850"/>
                </a:lnTo>
                <a:lnTo>
                  <a:pt x="3797" y="385916"/>
                </a:lnTo>
                <a:lnTo>
                  <a:pt x="15124" y="328973"/>
                </a:lnTo>
                <a:lnTo>
                  <a:pt x="33786" y="273996"/>
                </a:lnTo>
                <a:lnTo>
                  <a:pt x="59465" y="221925"/>
                </a:lnTo>
                <a:lnTo>
                  <a:pt x="91720" y="173651"/>
                </a:lnTo>
                <a:lnTo>
                  <a:pt x="130001" y="130001"/>
                </a:lnTo>
                <a:lnTo>
                  <a:pt x="173651" y="91720"/>
                </a:lnTo>
                <a:lnTo>
                  <a:pt x="221925" y="59465"/>
                </a:lnTo>
                <a:lnTo>
                  <a:pt x="273996" y="33786"/>
                </a:lnTo>
                <a:lnTo>
                  <a:pt x="328973" y="15124"/>
                </a:lnTo>
                <a:lnTo>
                  <a:pt x="385916" y="3797"/>
                </a:lnTo>
                <a:lnTo>
                  <a:pt x="443850" y="0"/>
                </a:lnTo>
                <a:lnTo>
                  <a:pt x="501784" y="3797"/>
                </a:lnTo>
                <a:lnTo>
                  <a:pt x="558727" y="15124"/>
                </a:lnTo>
                <a:lnTo>
                  <a:pt x="613704" y="33786"/>
                </a:lnTo>
                <a:lnTo>
                  <a:pt x="665775" y="59465"/>
                </a:lnTo>
                <a:lnTo>
                  <a:pt x="714048" y="91720"/>
                </a:lnTo>
                <a:lnTo>
                  <a:pt x="757699" y="130001"/>
                </a:lnTo>
                <a:lnTo>
                  <a:pt x="795979" y="173651"/>
                </a:lnTo>
                <a:lnTo>
                  <a:pt x="828235" y="221925"/>
                </a:lnTo>
                <a:lnTo>
                  <a:pt x="853913" y="273996"/>
                </a:lnTo>
                <a:lnTo>
                  <a:pt x="872576" y="328973"/>
                </a:lnTo>
                <a:lnTo>
                  <a:pt x="883902" y="385916"/>
                </a:lnTo>
                <a:close/>
              </a:path>
            </a:pathLst>
          </a:custGeom>
          <a:solidFill>
            <a:srgbClr val="595959"/>
          </a:solidFill>
          <a:ln/>
        </p:spPr>
      </p:sp>
      <p:sp>
        <p:nvSpPr>
          <p:cNvPr id="241" name="Shape 239"/>
          <p:cNvSpPr/>
          <p:nvPr/>
        </p:nvSpPr>
        <p:spPr>
          <a:xfrm>
            <a:off x="8887227" y="2075487"/>
            <a:ext cx="842711" cy="842711"/>
          </a:xfrm>
          <a:custGeom>
            <a:avLst/>
            <a:gdLst/>
            <a:ahLst/>
            <a:cxnLst/>
            <a:rect l="l" t="t" r="r" b="b"/>
            <a:pathLst>
              <a:path w="842711" h="842711">
                <a:moveTo>
                  <a:pt x="842711" y="421356"/>
                </a:moveTo>
                <a:lnTo>
                  <a:pt x="839106" y="476353"/>
                </a:lnTo>
                <a:lnTo>
                  <a:pt x="828354" y="530410"/>
                </a:lnTo>
                <a:lnTo>
                  <a:pt x="810637" y="582601"/>
                </a:lnTo>
                <a:lnTo>
                  <a:pt x="786260" y="632033"/>
                </a:lnTo>
                <a:lnTo>
                  <a:pt x="755639" y="677861"/>
                </a:lnTo>
                <a:lnTo>
                  <a:pt x="719299" y="719299"/>
                </a:lnTo>
                <a:lnTo>
                  <a:pt x="677861" y="755639"/>
                </a:lnTo>
                <a:lnTo>
                  <a:pt x="632033" y="786260"/>
                </a:lnTo>
                <a:lnTo>
                  <a:pt x="582601" y="810637"/>
                </a:lnTo>
                <a:lnTo>
                  <a:pt x="530410" y="828354"/>
                </a:lnTo>
                <a:lnTo>
                  <a:pt x="476353" y="839106"/>
                </a:lnTo>
                <a:lnTo>
                  <a:pt x="421356" y="842711"/>
                </a:lnTo>
                <a:lnTo>
                  <a:pt x="366358" y="839106"/>
                </a:lnTo>
                <a:lnTo>
                  <a:pt x="312301" y="828354"/>
                </a:lnTo>
                <a:lnTo>
                  <a:pt x="260110" y="810637"/>
                </a:lnTo>
                <a:lnTo>
                  <a:pt x="210678" y="786260"/>
                </a:lnTo>
                <a:lnTo>
                  <a:pt x="164851" y="755639"/>
                </a:lnTo>
                <a:lnTo>
                  <a:pt x="123412" y="719299"/>
                </a:lnTo>
                <a:lnTo>
                  <a:pt x="87072" y="677861"/>
                </a:lnTo>
                <a:lnTo>
                  <a:pt x="56451" y="632033"/>
                </a:lnTo>
                <a:lnTo>
                  <a:pt x="32074" y="582601"/>
                </a:lnTo>
                <a:lnTo>
                  <a:pt x="14357" y="530410"/>
                </a:lnTo>
                <a:lnTo>
                  <a:pt x="3605" y="476353"/>
                </a:lnTo>
                <a:lnTo>
                  <a:pt x="0" y="421356"/>
                </a:lnTo>
                <a:lnTo>
                  <a:pt x="3605" y="366358"/>
                </a:lnTo>
                <a:lnTo>
                  <a:pt x="14357" y="312301"/>
                </a:lnTo>
                <a:lnTo>
                  <a:pt x="32074" y="260110"/>
                </a:lnTo>
                <a:lnTo>
                  <a:pt x="56451" y="210678"/>
                </a:lnTo>
                <a:lnTo>
                  <a:pt x="87072" y="164851"/>
                </a:lnTo>
                <a:lnTo>
                  <a:pt x="123412" y="123412"/>
                </a:lnTo>
                <a:lnTo>
                  <a:pt x="164851" y="87072"/>
                </a:lnTo>
                <a:lnTo>
                  <a:pt x="210678" y="56451"/>
                </a:lnTo>
                <a:lnTo>
                  <a:pt x="260110" y="32074"/>
                </a:lnTo>
                <a:lnTo>
                  <a:pt x="312301" y="14357"/>
                </a:lnTo>
                <a:lnTo>
                  <a:pt x="366358" y="3605"/>
                </a:lnTo>
                <a:lnTo>
                  <a:pt x="421356" y="0"/>
                </a:lnTo>
                <a:lnTo>
                  <a:pt x="476353" y="3605"/>
                </a:lnTo>
                <a:lnTo>
                  <a:pt x="530410" y="14357"/>
                </a:lnTo>
                <a:lnTo>
                  <a:pt x="582601" y="32074"/>
                </a:lnTo>
                <a:lnTo>
                  <a:pt x="632033" y="56451"/>
                </a:lnTo>
                <a:lnTo>
                  <a:pt x="677861" y="87072"/>
                </a:lnTo>
                <a:lnTo>
                  <a:pt x="719299" y="123412"/>
                </a:lnTo>
                <a:lnTo>
                  <a:pt x="755639" y="164851"/>
                </a:lnTo>
                <a:lnTo>
                  <a:pt x="786260" y="210678"/>
                </a:lnTo>
                <a:lnTo>
                  <a:pt x="810637" y="260110"/>
                </a:lnTo>
                <a:lnTo>
                  <a:pt x="828354" y="312301"/>
                </a:lnTo>
                <a:lnTo>
                  <a:pt x="839106" y="366358"/>
                </a:lnTo>
                <a:close/>
              </a:path>
            </a:pathLst>
          </a:custGeom>
          <a:solidFill>
            <a:srgbClr val="606060"/>
          </a:solidFill>
          <a:ln/>
        </p:spPr>
      </p:sp>
      <p:sp>
        <p:nvSpPr>
          <p:cNvPr id="242" name="Shape 240"/>
          <p:cNvSpPr/>
          <p:nvPr/>
        </p:nvSpPr>
        <p:spPr>
          <a:xfrm>
            <a:off x="8903960" y="2090838"/>
            <a:ext cx="797723" cy="797723"/>
          </a:xfrm>
          <a:custGeom>
            <a:avLst/>
            <a:gdLst/>
            <a:ahLst/>
            <a:cxnLst/>
            <a:rect l="l" t="t" r="r" b="b"/>
            <a:pathLst>
              <a:path w="797723" h="797723">
                <a:moveTo>
                  <a:pt x="797723" y="398861"/>
                </a:moveTo>
                <a:lnTo>
                  <a:pt x="794310" y="450923"/>
                </a:lnTo>
                <a:lnTo>
                  <a:pt x="784132" y="502094"/>
                </a:lnTo>
                <a:lnTo>
                  <a:pt x="767361" y="551499"/>
                </a:lnTo>
                <a:lnTo>
                  <a:pt x="744285" y="598292"/>
                </a:lnTo>
                <a:lnTo>
                  <a:pt x="715299" y="641673"/>
                </a:lnTo>
                <a:lnTo>
                  <a:pt x="680899" y="680899"/>
                </a:lnTo>
                <a:lnTo>
                  <a:pt x="641673" y="715299"/>
                </a:lnTo>
                <a:lnTo>
                  <a:pt x="598292" y="744285"/>
                </a:lnTo>
                <a:lnTo>
                  <a:pt x="551499" y="767361"/>
                </a:lnTo>
                <a:lnTo>
                  <a:pt x="502094" y="784132"/>
                </a:lnTo>
                <a:lnTo>
                  <a:pt x="450923" y="794310"/>
                </a:lnTo>
                <a:lnTo>
                  <a:pt x="398861" y="797723"/>
                </a:lnTo>
                <a:lnTo>
                  <a:pt x="346799" y="794310"/>
                </a:lnTo>
                <a:lnTo>
                  <a:pt x="295628" y="784132"/>
                </a:lnTo>
                <a:lnTo>
                  <a:pt x="246224" y="767361"/>
                </a:lnTo>
                <a:lnTo>
                  <a:pt x="199431" y="744285"/>
                </a:lnTo>
                <a:lnTo>
                  <a:pt x="156050" y="715299"/>
                </a:lnTo>
                <a:lnTo>
                  <a:pt x="116824" y="680899"/>
                </a:lnTo>
                <a:lnTo>
                  <a:pt x="82423" y="641673"/>
                </a:lnTo>
                <a:lnTo>
                  <a:pt x="53437" y="598292"/>
                </a:lnTo>
                <a:lnTo>
                  <a:pt x="30362" y="551499"/>
                </a:lnTo>
                <a:lnTo>
                  <a:pt x="13591" y="502094"/>
                </a:lnTo>
                <a:lnTo>
                  <a:pt x="3412" y="450923"/>
                </a:lnTo>
                <a:lnTo>
                  <a:pt x="0" y="398861"/>
                </a:lnTo>
                <a:lnTo>
                  <a:pt x="3412" y="346799"/>
                </a:lnTo>
                <a:lnTo>
                  <a:pt x="13591" y="295628"/>
                </a:lnTo>
                <a:lnTo>
                  <a:pt x="30362" y="246224"/>
                </a:lnTo>
                <a:lnTo>
                  <a:pt x="53437" y="199431"/>
                </a:lnTo>
                <a:lnTo>
                  <a:pt x="82423" y="156050"/>
                </a:lnTo>
                <a:lnTo>
                  <a:pt x="116824" y="116824"/>
                </a:lnTo>
                <a:lnTo>
                  <a:pt x="156050" y="82423"/>
                </a:lnTo>
                <a:lnTo>
                  <a:pt x="199431" y="53437"/>
                </a:lnTo>
                <a:lnTo>
                  <a:pt x="246224" y="30362"/>
                </a:lnTo>
                <a:lnTo>
                  <a:pt x="295628" y="13591"/>
                </a:lnTo>
                <a:lnTo>
                  <a:pt x="346799" y="3412"/>
                </a:lnTo>
                <a:lnTo>
                  <a:pt x="398861" y="0"/>
                </a:lnTo>
                <a:lnTo>
                  <a:pt x="450923" y="3412"/>
                </a:lnTo>
                <a:lnTo>
                  <a:pt x="502094" y="13591"/>
                </a:lnTo>
                <a:lnTo>
                  <a:pt x="551499" y="30362"/>
                </a:lnTo>
                <a:lnTo>
                  <a:pt x="598292" y="53437"/>
                </a:lnTo>
                <a:lnTo>
                  <a:pt x="641673" y="82423"/>
                </a:lnTo>
                <a:lnTo>
                  <a:pt x="680899" y="116824"/>
                </a:lnTo>
                <a:lnTo>
                  <a:pt x="715299" y="156050"/>
                </a:lnTo>
                <a:lnTo>
                  <a:pt x="744285" y="199431"/>
                </a:lnTo>
                <a:lnTo>
                  <a:pt x="767361" y="246224"/>
                </a:lnTo>
                <a:lnTo>
                  <a:pt x="784132" y="295628"/>
                </a:lnTo>
                <a:lnTo>
                  <a:pt x="794310" y="346799"/>
                </a:lnTo>
                <a:close/>
              </a:path>
            </a:pathLst>
          </a:custGeom>
          <a:solidFill>
            <a:srgbClr val="666666"/>
          </a:solidFill>
          <a:ln/>
        </p:spPr>
      </p:sp>
      <p:sp>
        <p:nvSpPr>
          <p:cNvPr id="243" name="Shape 241"/>
          <p:cNvSpPr/>
          <p:nvPr/>
        </p:nvSpPr>
        <p:spPr>
          <a:xfrm>
            <a:off x="8920694" y="2106189"/>
            <a:ext cx="752734" cy="752734"/>
          </a:xfrm>
          <a:custGeom>
            <a:avLst/>
            <a:gdLst/>
            <a:ahLst/>
            <a:cxnLst/>
            <a:rect l="l" t="t" r="r" b="b"/>
            <a:pathLst>
              <a:path w="752734" h="752734">
                <a:moveTo>
                  <a:pt x="752734" y="376367"/>
                </a:moveTo>
                <a:lnTo>
                  <a:pt x="749514" y="425493"/>
                </a:lnTo>
                <a:lnTo>
                  <a:pt x="739910" y="473778"/>
                </a:lnTo>
                <a:lnTo>
                  <a:pt x="724085" y="520396"/>
                </a:lnTo>
                <a:lnTo>
                  <a:pt x="702310" y="564551"/>
                </a:lnTo>
                <a:lnTo>
                  <a:pt x="674959" y="605485"/>
                </a:lnTo>
                <a:lnTo>
                  <a:pt x="642499" y="642499"/>
                </a:lnTo>
                <a:lnTo>
                  <a:pt x="605485" y="674959"/>
                </a:lnTo>
                <a:lnTo>
                  <a:pt x="564551" y="702310"/>
                </a:lnTo>
                <a:lnTo>
                  <a:pt x="520396" y="724085"/>
                </a:lnTo>
                <a:lnTo>
                  <a:pt x="473778" y="739910"/>
                </a:lnTo>
                <a:lnTo>
                  <a:pt x="425493" y="749514"/>
                </a:lnTo>
                <a:lnTo>
                  <a:pt x="376367" y="752734"/>
                </a:lnTo>
                <a:lnTo>
                  <a:pt x="327241" y="749514"/>
                </a:lnTo>
                <a:lnTo>
                  <a:pt x="278956" y="739910"/>
                </a:lnTo>
                <a:lnTo>
                  <a:pt x="232338" y="724085"/>
                </a:lnTo>
                <a:lnTo>
                  <a:pt x="188184" y="702310"/>
                </a:lnTo>
                <a:lnTo>
                  <a:pt x="147249" y="674959"/>
                </a:lnTo>
                <a:lnTo>
                  <a:pt x="110235" y="642499"/>
                </a:lnTo>
                <a:lnTo>
                  <a:pt x="77775" y="605485"/>
                </a:lnTo>
                <a:lnTo>
                  <a:pt x="50424" y="564551"/>
                </a:lnTo>
                <a:lnTo>
                  <a:pt x="28649" y="520396"/>
                </a:lnTo>
                <a:lnTo>
                  <a:pt x="12824" y="473778"/>
                </a:lnTo>
                <a:lnTo>
                  <a:pt x="3220" y="425493"/>
                </a:lnTo>
                <a:lnTo>
                  <a:pt x="0" y="376367"/>
                </a:lnTo>
                <a:lnTo>
                  <a:pt x="3220" y="327241"/>
                </a:lnTo>
                <a:lnTo>
                  <a:pt x="12824" y="278956"/>
                </a:lnTo>
                <a:lnTo>
                  <a:pt x="28649" y="232338"/>
                </a:lnTo>
                <a:lnTo>
                  <a:pt x="50424" y="188184"/>
                </a:lnTo>
                <a:lnTo>
                  <a:pt x="77775" y="147249"/>
                </a:lnTo>
                <a:lnTo>
                  <a:pt x="110235" y="110235"/>
                </a:lnTo>
                <a:lnTo>
                  <a:pt x="147249" y="77775"/>
                </a:lnTo>
                <a:lnTo>
                  <a:pt x="188184" y="50424"/>
                </a:lnTo>
                <a:lnTo>
                  <a:pt x="232338" y="28649"/>
                </a:lnTo>
                <a:lnTo>
                  <a:pt x="278956" y="12824"/>
                </a:lnTo>
                <a:lnTo>
                  <a:pt x="327241" y="3220"/>
                </a:lnTo>
                <a:lnTo>
                  <a:pt x="376367" y="0"/>
                </a:lnTo>
                <a:lnTo>
                  <a:pt x="425493" y="3220"/>
                </a:lnTo>
                <a:lnTo>
                  <a:pt x="473778" y="12824"/>
                </a:lnTo>
                <a:lnTo>
                  <a:pt x="520396" y="28649"/>
                </a:lnTo>
                <a:lnTo>
                  <a:pt x="564551" y="50424"/>
                </a:lnTo>
                <a:lnTo>
                  <a:pt x="605485" y="77775"/>
                </a:lnTo>
                <a:lnTo>
                  <a:pt x="642499" y="110235"/>
                </a:lnTo>
                <a:lnTo>
                  <a:pt x="674959" y="147249"/>
                </a:lnTo>
                <a:lnTo>
                  <a:pt x="702310" y="188184"/>
                </a:lnTo>
                <a:lnTo>
                  <a:pt x="724085" y="232338"/>
                </a:lnTo>
                <a:lnTo>
                  <a:pt x="739910" y="278956"/>
                </a:lnTo>
                <a:lnTo>
                  <a:pt x="749514" y="327241"/>
                </a:lnTo>
                <a:close/>
              </a:path>
            </a:pathLst>
          </a:custGeom>
          <a:solidFill>
            <a:srgbClr val="6D6D6D"/>
          </a:solidFill>
          <a:ln/>
        </p:spPr>
      </p:sp>
      <p:sp>
        <p:nvSpPr>
          <p:cNvPr id="244" name="Shape 242"/>
          <p:cNvSpPr/>
          <p:nvPr/>
        </p:nvSpPr>
        <p:spPr>
          <a:xfrm>
            <a:off x="8937427" y="2121540"/>
            <a:ext cx="707746" cy="707746"/>
          </a:xfrm>
          <a:custGeom>
            <a:avLst/>
            <a:gdLst/>
            <a:ahLst/>
            <a:cxnLst/>
            <a:rect l="l" t="t" r="r" b="b"/>
            <a:pathLst>
              <a:path w="707746" h="707746">
                <a:moveTo>
                  <a:pt x="707746" y="353873"/>
                </a:moveTo>
                <a:lnTo>
                  <a:pt x="704718" y="400062"/>
                </a:lnTo>
                <a:lnTo>
                  <a:pt x="695688" y="445462"/>
                </a:lnTo>
                <a:lnTo>
                  <a:pt x="680809" y="489294"/>
                </a:lnTo>
                <a:lnTo>
                  <a:pt x="660336" y="530809"/>
                </a:lnTo>
                <a:lnTo>
                  <a:pt x="634619" y="569297"/>
                </a:lnTo>
                <a:lnTo>
                  <a:pt x="604099" y="604099"/>
                </a:lnTo>
                <a:lnTo>
                  <a:pt x="569297" y="634619"/>
                </a:lnTo>
                <a:lnTo>
                  <a:pt x="530809" y="660336"/>
                </a:lnTo>
                <a:lnTo>
                  <a:pt x="489294" y="680809"/>
                </a:lnTo>
                <a:lnTo>
                  <a:pt x="445462" y="695688"/>
                </a:lnTo>
                <a:lnTo>
                  <a:pt x="400062" y="704718"/>
                </a:lnTo>
                <a:lnTo>
                  <a:pt x="353873" y="707746"/>
                </a:lnTo>
                <a:lnTo>
                  <a:pt x="307683" y="704718"/>
                </a:lnTo>
                <a:lnTo>
                  <a:pt x="262284" y="695688"/>
                </a:lnTo>
                <a:lnTo>
                  <a:pt x="218452" y="680809"/>
                </a:lnTo>
                <a:lnTo>
                  <a:pt x="176936" y="660336"/>
                </a:lnTo>
                <a:lnTo>
                  <a:pt x="138449" y="634619"/>
                </a:lnTo>
                <a:lnTo>
                  <a:pt x="103647" y="604099"/>
                </a:lnTo>
                <a:lnTo>
                  <a:pt x="73127" y="569297"/>
                </a:lnTo>
                <a:lnTo>
                  <a:pt x="47410" y="530809"/>
                </a:lnTo>
                <a:lnTo>
                  <a:pt x="26937" y="489294"/>
                </a:lnTo>
                <a:lnTo>
                  <a:pt x="12058" y="445462"/>
                </a:lnTo>
                <a:lnTo>
                  <a:pt x="3027" y="400062"/>
                </a:lnTo>
                <a:lnTo>
                  <a:pt x="0" y="353873"/>
                </a:lnTo>
                <a:lnTo>
                  <a:pt x="3027" y="307683"/>
                </a:lnTo>
                <a:lnTo>
                  <a:pt x="12058" y="262284"/>
                </a:lnTo>
                <a:lnTo>
                  <a:pt x="26937" y="218452"/>
                </a:lnTo>
                <a:lnTo>
                  <a:pt x="47410" y="176936"/>
                </a:lnTo>
                <a:lnTo>
                  <a:pt x="73127" y="138449"/>
                </a:lnTo>
                <a:lnTo>
                  <a:pt x="103647" y="103647"/>
                </a:lnTo>
                <a:lnTo>
                  <a:pt x="138449" y="73127"/>
                </a:lnTo>
                <a:lnTo>
                  <a:pt x="176936" y="47410"/>
                </a:lnTo>
                <a:lnTo>
                  <a:pt x="218452" y="26937"/>
                </a:lnTo>
                <a:lnTo>
                  <a:pt x="262284" y="12058"/>
                </a:lnTo>
                <a:lnTo>
                  <a:pt x="307683" y="3027"/>
                </a:lnTo>
                <a:lnTo>
                  <a:pt x="353873" y="0"/>
                </a:lnTo>
                <a:lnTo>
                  <a:pt x="400062" y="3027"/>
                </a:lnTo>
                <a:lnTo>
                  <a:pt x="445462" y="12058"/>
                </a:lnTo>
                <a:lnTo>
                  <a:pt x="489294" y="26937"/>
                </a:lnTo>
                <a:lnTo>
                  <a:pt x="530809" y="47410"/>
                </a:lnTo>
                <a:lnTo>
                  <a:pt x="569297" y="73127"/>
                </a:lnTo>
                <a:lnTo>
                  <a:pt x="604099" y="103647"/>
                </a:lnTo>
                <a:lnTo>
                  <a:pt x="634619" y="138449"/>
                </a:lnTo>
                <a:lnTo>
                  <a:pt x="660336" y="176936"/>
                </a:lnTo>
                <a:lnTo>
                  <a:pt x="680809" y="218452"/>
                </a:lnTo>
                <a:lnTo>
                  <a:pt x="695688" y="262284"/>
                </a:lnTo>
                <a:lnTo>
                  <a:pt x="704718" y="307683"/>
                </a:lnTo>
                <a:close/>
              </a:path>
            </a:pathLst>
          </a:custGeom>
          <a:solidFill>
            <a:srgbClr val="747474"/>
          </a:solidFill>
          <a:ln/>
        </p:spPr>
      </p:sp>
      <p:sp>
        <p:nvSpPr>
          <p:cNvPr id="245" name="Shape 243"/>
          <p:cNvSpPr/>
          <p:nvPr/>
        </p:nvSpPr>
        <p:spPr>
          <a:xfrm>
            <a:off x="8954161" y="2136891"/>
            <a:ext cx="662757" cy="662757"/>
          </a:xfrm>
          <a:custGeom>
            <a:avLst/>
            <a:gdLst/>
            <a:ahLst/>
            <a:cxnLst/>
            <a:rect l="l" t="t" r="r" b="b"/>
            <a:pathLst>
              <a:path w="662757" h="662757">
                <a:moveTo>
                  <a:pt x="662757" y="331379"/>
                </a:moveTo>
                <a:lnTo>
                  <a:pt x="659922" y="374632"/>
                </a:lnTo>
                <a:lnTo>
                  <a:pt x="651466" y="417146"/>
                </a:lnTo>
                <a:lnTo>
                  <a:pt x="637532" y="458192"/>
                </a:lnTo>
                <a:lnTo>
                  <a:pt x="618361" y="497068"/>
                </a:lnTo>
                <a:lnTo>
                  <a:pt x="594279" y="533109"/>
                </a:lnTo>
                <a:lnTo>
                  <a:pt x="565699" y="565699"/>
                </a:lnTo>
                <a:lnTo>
                  <a:pt x="533109" y="594279"/>
                </a:lnTo>
                <a:lnTo>
                  <a:pt x="497068" y="618361"/>
                </a:lnTo>
                <a:lnTo>
                  <a:pt x="458192" y="637532"/>
                </a:lnTo>
                <a:lnTo>
                  <a:pt x="417146" y="651466"/>
                </a:lnTo>
                <a:lnTo>
                  <a:pt x="374632" y="659922"/>
                </a:lnTo>
                <a:lnTo>
                  <a:pt x="331379" y="662757"/>
                </a:lnTo>
                <a:lnTo>
                  <a:pt x="288125" y="659922"/>
                </a:lnTo>
                <a:lnTo>
                  <a:pt x="245611" y="651466"/>
                </a:lnTo>
                <a:lnTo>
                  <a:pt x="204565" y="637532"/>
                </a:lnTo>
                <a:lnTo>
                  <a:pt x="165689" y="618361"/>
                </a:lnTo>
                <a:lnTo>
                  <a:pt x="129648" y="594279"/>
                </a:lnTo>
                <a:lnTo>
                  <a:pt x="97059" y="565699"/>
                </a:lnTo>
                <a:lnTo>
                  <a:pt x="68478" y="533109"/>
                </a:lnTo>
                <a:lnTo>
                  <a:pt x="44396" y="497068"/>
                </a:lnTo>
                <a:lnTo>
                  <a:pt x="25225" y="458192"/>
                </a:lnTo>
                <a:lnTo>
                  <a:pt x="11291" y="417146"/>
                </a:lnTo>
                <a:lnTo>
                  <a:pt x="2835" y="374632"/>
                </a:lnTo>
                <a:lnTo>
                  <a:pt x="0" y="331379"/>
                </a:lnTo>
                <a:lnTo>
                  <a:pt x="2835" y="288125"/>
                </a:lnTo>
                <a:lnTo>
                  <a:pt x="11291" y="245611"/>
                </a:lnTo>
                <a:lnTo>
                  <a:pt x="25225" y="204565"/>
                </a:lnTo>
                <a:lnTo>
                  <a:pt x="44396" y="165689"/>
                </a:lnTo>
                <a:lnTo>
                  <a:pt x="68478" y="129648"/>
                </a:lnTo>
                <a:lnTo>
                  <a:pt x="97059" y="97059"/>
                </a:lnTo>
                <a:lnTo>
                  <a:pt x="129648" y="68478"/>
                </a:lnTo>
                <a:lnTo>
                  <a:pt x="165689" y="44396"/>
                </a:lnTo>
                <a:lnTo>
                  <a:pt x="204565" y="25225"/>
                </a:lnTo>
                <a:lnTo>
                  <a:pt x="245611" y="11291"/>
                </a:lnTo>
                <a:lnTo>
                  <a:pt x="288125" y="2835"/>
                </a:lnTo>
                <a:lnTo>
                  <a:pt x="331379" y="0"/>
                </a:lnTo>
                <a:lnTo>
                  <a:pt x="374632" y="2835"/>
                </a:lnTo>
                <a:lnTo>
                  <a:pt x="417146" y="11291"/>
                </a:lnTo>
                <a:lnTo>
                  <a:pt x="458192" y="25225"/>
                </a:lnTo>
                <a:lnTo>
                  <a:pt x="497068" y="44396"/>
                </a:lnTo>
                <a:lnTo>
                  <a:pt x="533109" y="68478"/>
                </a:lnTo>
                <a:lnTo>
                  <a:pt x="565699" y="97059"/>
                </a:lnTo>
                <a:lnTo>
                  <a:pt x="594279" y="129648"/>
                </a:lnTo>
                <a:lnTo>
                  <a:pt x="618361" y="165689"/>
                </a:lnTo>
                <a:lnTo>
                  <a:pt x="637532" y="204565"/>
                </a:lnTo>
                <a:lnTo>
                  <a:pt x="651466" y="245611"/>
                </a:lnTo>
                <a:lnTo>
                  <a:pt x="659922" y="288125"/>
                </a:lnTo>
                <a:close/>
              </a:path>
            </a:pathLst>
          </a:custGeom>
          <a:solidFill>
            <a:srgbClr val="7A7A7A"/>
          </a:solidFill>
          <a:ln/>
        </p:spPr>
      </p:sp>
      <p:sp>
        <p:nvSpPr>
          <p:cNvPr id="246" name="Shape 244"/>
          <p:cNvSpPr/>
          <p:nvPr/>
        </p:nvSpPr>
        <p:spPr>
          <a:xfrm>
            <a:off x="8970894" y="2152242"/>
            <a:ext cx="617769" cy="617769"/>
          </a:xfrm>
          <a:custGeom>
            <a:avLst/>
            <a:gdLst/>
            <a:ahLst/>
            <a:cxnLst/>
            <a:rect l="l" t="t" r="r" b="b"/>
            <a:pathLst>
              <a:path w="617769" h="617769">
                <a:moveTo>
                  <a:pt x="617769" y="308884"/>
                </a:moveTo>
                <a:lnTo>
                  <a:pt x="615126" y="349202"/>
                </a:lnTo>
                <a:lnTo>
                  <a:pt x="607244" y="388829"/>
                </a:lnTo>
                <a:lnTo>
                  <a:pt x="594256" y="427089"/>
                </a:lnTo>
                <a:lnTo>
                  <a:pt x="576386" y="463326"/>
                </a:lnTo>
                <a:lnTo>
                  <a:pt x="553939" y="496921"/>
                </a:lnTo>
                <a:lnTo>
                  <a:pt x="527299" y="527299"/>
                </a:lnTo>
                <a:lnTo>
                  <a:pt x="496921" y="553939"/>
                </a:lnTo>
                <a:lnTo>
                  <a:pt x="463326" y="576386"/>
                </a:lnTo>
                <a:lnTo>
                  <a:pt x="427089" y="594256"/>
                </a:lnTo>
                <a:lnTo>
                  <a:pt x="388829" y="607244"/>
                </a:lnTo>
                <a:lnTo>
                  <a:pt x="349202" y="615126"/>
                </a:lnTo>
                <a:lnTo>
                  <a:pt x="308884" y="617769"/>
                </a:lnTo>
                <a:lnTo>
                  <a:pt x="268567" y="615126"/>
                </a:lnTo>
                <a:lnTo>
                  <a:pt x="228939" y="607244"/>
                </a:lnTo>
                <a:lnTo>
                  <a:pt x="190679" y="594256"/>
                </a:lnTo>
                <a:lnTo>
                  <a:pt x="154442" y="576386"/>
                </a:lnTo>
                <a:lnTo>
                  <a:pt x="120847" y="553939"/>
                </a:lnTo>
                <a:lnTo>
                  <a:pt x="90470" y="527299"/>
                </a:lnTo>
                <a:lnTo>
                  <a:pt x="63830" y="496921"/>
                </a:lnTo>
                <a:lnTo>
                  <a:pt x="41383" y="463326"/>
                </a:lnTo>
                <a:lnTo>
                  <a:pt x="23512" y="427089"/>
                </a:lnTo>
                <a:lnTo>
                  <a:pt x="10525" y="388829"/>
                </a:lnTo>
                <a:lnTo>
                  <a:pt x="2643" y="349202"/>
                </a:lnTo>
                <a:lnTo>
                  <a:pt x="0" y="308884"/>
                </a:lnTo>
                <a:lnTo>
                  <a:pt x="2643" y="268567"/>
                </a:lnTo>
                <a:lnTo>
                  <a:pt x="10525" y="228939"/>
                </a:lnTo>
                <a:lnTo>
                  <a:pt x="23512" y="190679"/>
                </a:lnTo>
                <a:lnTo>
                  <a:pt x="41383" y="154442"/>
                </a:lnTo>
                <a:lnTo>
                  <a:pt x="63830" y="120847"/>
                </a:lnTo>
                <a:lnTo>
                  <a:pt x="90470" y="90470"/>
                </a:lnTo>
                <a:lnTo>
                  <a:pt x="120847" y="63830"/>
                </a:lnTo>
                <a:lnTo>
                  <a:pt x="154442" y="41383"/>
                </a:lnTo>
                <a:lnTo>
                  <a:pt x="190679" y="23512"/>
                </a:lnTo>
                <a:lnTo>
                  <a:pt x="228939" y="10525"/>
                </a:lnTo>
                <a:lnTo>
                  <a:pt x="268567" y="2643"/>
                </a:lnTo>
                <a:lnTo>
                  <a:pt x="308884" y="0"/>
                </a:lnTo>
                <a:lnTo>
                  <a:pt x="349202" y="2643"/>
                </a:lnTo>
                <a:lnTo>
                  <a:pt x="388829" y="10525"/>
                </a:lnTo>
                <a:lnTo>
                  <a:pt x="427089" y="23512"/>
                </a:lnTo>
                <a:lnTo>
                  <a:pt x="463326" y="41383"/>
                </a:lnTo>
                <a:lnTo>
                  <a:pt x="496921" y="63830"/>
                </a:lnTo>
                <a:lnTo>
                  <a:pt x="527299" y="90470"/>
                </a:lnTo>
                <a:lnTo>
                  <a:pt x="553939" y="120847"/>
                </a:lnTo>
                <a:lnTo>
                  <a:pt x="576386" y="154442"/>
                </a:lnTo>
                <a:lnTo>
                  <a:pt x="594256" y="190679"/>
                </a:lnTo>
                <a:lnTo>
                  <a:pt x="607244" y="228939"/>
                </a:lnTo>
                <a:lnTo>
                  <a:pt x="615126" y="268567"/>
                </a:lnTo>
                <a:close/>
              </a:path>
            </a:pathLst>
          </a:custGeom>
          <a:solidFill>
            <a:srgbClr val="818181"/>
          </a:solidFill>
          <a:ln/>
        </p:spPr>
      </p:sp>
      <p:sp>
        <p:nvSpPr>
          <p:cNvPr id="247" name="Shape 245"/>
          <p:cNvSpPr/>
          <p:nvPr/>
        </p:nvSpPr>
        <p:spPr>
          <a:xfrm>
            <a:off x="8987628" y="2167593"/>
            <a:ext cx="572780" cy="572780"/>
          </a:xfrm>
          <a:custGeom>
            <a:avLst/>
            <a:gdLst/>
            <a:ahLst/>
            <a:cxnLst/>
            <a:rect l="l" t="t" r="r" b="b"/>
            <a:pathLst>
              <a:path w="572780" h="572780">
                <a:moveTo>
                  <a:pt x="572780" y="286390"/>
                </a:moveTo>
                <a:lnTo>
                  <a:pt x="570330" y="323771"/>
                </a:lnTo>
                <a:lnTo>
                  <a:pt x="563022" y="360513"/>
                </a:lnTo>
                <a:lnTo>
                  <a:pt x="550980" y="395987"/>
                </a:lnTo>
                <a:lnTo>
                  <a:pt x="534411" y="429585"/>
                </a:lnTo>
                <a:lnTo>
                  <a:pt x="513599" y="460733"/>
                </a:lnTo>
                <a:lnTo>
                  <a:pt x="488898" y="488898"/>
                </a:lnTo>
                <a:lnTo>
                  <a:pt x="460733" y="513599"/>
                </a:lnTo>
                <a:lnTo>
                  <a:pt x="429585" y="534411"/>
                </a:lnTo>
                <a:lnTo>
                  <a:pt x="395987" y="550980"/>
                </a:lnTo>
                <a:lnTo>
                  <a:pt x="360513" y="563022"/>
                </a:lnTo>
                <a:lnTo>
                  <a:pt x="323771" y="570330"/>
                </a:lnTo>
                <a:lnTo>
                  <a:pt x="286390" y="572780"/>
                </a:lnTo>
                <a:lnTo>
                  <a:pt x="249009" y="570330"/>
                </a:lnTo>
                <a:lnTo>
                  <a:pt x="212267" y="563022"/>
                </a:lnTo>
                <a:lnTo>
                  <a:pt x="176793" y="550980"/>
                </a:lnTo>
                <a:lnTo>
                  <a:pt x="143195" y="534411"/>
                </a:lnTo>
                <a:lnTo>
                  <a:pt x="112047" y="513599"/>
                </a:lnTo>
                <a:lnTo>
                  <a:pt x="83882" y="488898"/>
                </a:lnTo>
                <a:lnTo>
                  <a:pt x="59182" y="460733"/>
                </a:lnTo>
                <a:lnTo>
                  <a:pt x="38369" y="429585"/>
                </a:lnTo>
                <a:lnTo>
                  <a:pt x="21800" y="395987"/>
                </a:lnTo>
                <a:lnTo>
                  <a:pt x="9759" y="360513"/>
                </a:lnTo>
                <a:lnTo>
                  <a:pt x="2450" y="323771"/>
                </a:lnTo>
                <a:lnTo>
                  <a:pt x="0" y="286390"/>
                </a:lnTo>
                <a:lnTo>
                  <a:pt x="2450" y="249009"/>
                </a:lnTo>
                <a:lnTo>
                  <a:pt x="9759" y="212267"/>
                </a:lnTo>
                <a:lnTo>
                  <a:pt x="21800" y="176793"/>
                </a:lnTo>
                <a:lnTo>
                  <a:pt x="38369" y="143195"/>
                </a:lnTo>
                <a:lnTo>
                  <a:pt x="59182" y="112047"/>
                </a:lnTo>
                <a:lnTo>
                  <a:pt x="83882" y="83882"/>
                </a:lnTo>
                <a:lnTo>
                  <a:pt x="112047" y="59182"/>
                </a:lnTo>
                <a:lnTo>
                  <a:pt x="143195" y="38369"/>
                </a:lnTo>
                <a:lnTo>
                  <a:pt x="176793" y="21800"/>
                </a:lnTo>
                <a:lnTo>
                  <a:pt x="212267" y="9759"/>
                </a:lnTo>
                <a:lnTo>
                  <a:pt x="249009" y="2450"/>
                </a:lnTo>
                <a:lnTo>
                  <a:pt x="286390" y="0"/>
                </a:lnTo>
                <a:lnTo>
                  <a:pt x="323771" y="2450"/>
                </a:lnTo>
                <a:lnTo>
                  <a:pt x="360513" y="9759"/>
                </a:lnTo>
                <a:lnTo>
                  <a:pt x="395987" y="21800"/>
                </a:lnTo>
                <a:lnTo>
                  <a:pt x="429585" y="38369"/>
                </a:lnTo>
                <a:lnTo>
                  <a:pt x="460733" y="59182"/>
                </a:lnTo>
                <a:lnTo>
                  <a:pt x="488898" y="83882"/>
                </a:lnTo>
                <a:lnTo>
                  <a:pt x="513599" y="112047"/>
                </a:lnTo>
                <a:lnTo>
                  <a:pt x="534411" y="143195"/>
                </a:lnTo>
                <a:lnTo>
                  <a:pt x="550980" y="176793"/>
                </a:lnTo>
                <a:lnTo>
                  <a:pt x="563022" y="212267"/>
                </a:lnTo>
                <a:lnTo>
                  <a:pt x="570330" y="249009"/>
                </a:lnTo>
                <a:close/>
              </a:path>
            </a:pathLst>
          </a:custGeom>
          <a:solidFill>
            <a:srgbClr val="878787"/>
          </a:solidFill>
          <a:ln/>
        </p:spPr>
      </p:sp>
      <p:sp>
        <p:nvSpPr>
          <p:cNvPr id="248" name="Shape 246"/>
          <p:cNvSpPr/>
          <p:nvPr/>
        </p:nvSpPr>
        <p:spPr>
          <a:xfrm>
            <a:off x="9004361" y="2182944"/>
            <a:ext cx="527792" cy="527792"/>
          </a:xfrm>
          <a:custGeom>
            <a:avLst/>
            <a:gdLst/>
            <a:ahLst/>
            <a:cxnLst/>
            <a:rect l="l" t="t" r="r" b="b"/>
            <a:pathLst>
              <a:path w="527792" h="527792">
                <a:moveTo>
                  <a:pt x="527792" y="263896"/>
                </a:moveTo>
                <a:lnTo>
                  <a:pt x="525534" y="298341"/>
                </a:lnTo>
                <a:lnTo>
                  <a:pt x="518800" y="332197"/>
                </a:lnTo>
                <a:lnTo>
                  <a:pt x="507704" y="364884"/>
                </a:lnTo>
                <a:lnTo>
                  <a:pt x="492436" y="395844"/>
                </a:lnTo>
                <a:lnTo>
                  <a:pt x="473258" y="424545"/>
                </a:lnTo>
                <a:lnTo>
                  <a:pt x="450498" y="450498"/>
                </a:lnTo>
                <a:lnTo>
                  <a:pt x="424545" y="473258"/>
                </a:lnTo>
                <a:lnTo>
                  <a:pt x="395844" y="492436"/>
                </a:lnTo>
                <a:lnTo>
                  <a:pt x="364884" y="507704"/>
                </a:lnTo>
                <a:lnTo>
                  <a:pt x="332197" y="518800"/>
                </a:lnTo>
                <a:lnTo>
                  <a:pt x="298341" y="525534"/>
                </a:lnTo>
                <a:lnTo>
                  <a:pt x="263896" y="527792"/>
                </a:lnTo>
                <a:lnTo>
                  <a:pt x="229451" y="525534"/>
                </a:lnTo>
                <a:lnTo>
                  <a:pt x="195595" y="518800"/>
                </a:lnTo>
                <a:lnTo>
                  <a:pt x="162907" y="507704"/>
                </a:lnTo>
                <a:lnTo>
                  <a:pt x="131948" y="492436"/>
                </a:lnTo>
                <a:lnTo>
                  <a:pt x="103246" y="473258"/>
                </a:lnTo>
                <a:lnTo>
                  <a:pt x="77293" y="450498"/>
                </a:lnTo>
                <a:lnTo>
                  <a:pt x="54533" y="424545"/>
                </a:lnTo>
                <a:lnTo>
                  <a:pt x="35355" y="395844"/>
                </a:lnTo>
                <a:lnTo>
                  <a:pt x="20088" y="364884"/>
                </a:lnTo>
                <a:lnTo>
                  <a:pt x="8992" y="332197"/>
                </a:lnTo>
                <a:lnTo>
                  <a:pt x="2258" y="298341"/>
                </a:lnTo>
                <a:lnTo>
                  <a:pt x="0" y="263896"/>
                </a:lnTo>
                <a:lnTo>
                  <a:pt x="2258" y="229451"/>
                </a:lnTo>
                <a:lnTo>
                  <a:pt x="8992" y="195595"/>
                </a:lnTo>
                <a:lnTo>
                  <a:pt x="20088" y="162907"/>
                </a:lnTo>
                <a:lnTo>
                  <a:pt x="35355" y="131948"/>
                </a:lnTo>
                <a:lnTo>
                  <a:pt x="54533" y="103246"/>
                </a:lnTo>
                <a:lnTo>
                  <a:pt x="77293" y="77293"/>
                </a:lnTo>
                <a:lnTo>
                  <a:pt x="103246" y="54533"/>
                </a:lnTo>
                <a:lnTo>
                  <a:pt x="131948" y="35355"/>
                </a:lnTo>
                <a:lnTo>
                  <a:pt x="162907" y="20088"/>
                </a:lnTo>
                <a:lnTo>
                  <a:pt x="195595" y="8992"/>
                </a:lnTo>
                <a:lnTo>
                  <a:pt x="229451" y="2258"/>
                </a:lnTo>
                <a:lnTo>
                  <a:pt x="263896" y="0"/>
                </a:lnTo>
                <a:lnTo>
                  <a:pt x="298341" y="2258"/>
                </a:lnTo>
                <a:lnTo>
                  <a:pt x="332197" y="8992"/>
                </a:lnTo>
                <a:lnTo>
                  <a:pt x="364884" y="20088"/>
                </a:lnTo>
                <a:lnTo>
                  <a:pt x="395844" y="35355"/>
                </a:lnTo>
                <a:lnTo>
                  <a:pt x="424545" y="54533"/>
                </a:lnTo>
                <a:lnTo>
                  <a:pt x="450498" y="77293"/>
                </a:lnTo>
                <a:lnTo>
                  <a:pt x="473258" y="103246"/>
                </a:lnTo>
                <a:lnTo>
                  <a:pt x="492436" y="131948"/>
                </a:lnTo>
                <a:lnTo>
                  <a:pt x="507704" y="162907"/>
                </a:lnTo>
                <a:lnTo>
                  <a:pt x="518800" y="195595"/>
                </a:lnTo>
                <a:lnTo>
                  <a:pt x="525534" y="229451"/>
                </a:lnTo>
                <a:close/>
              </a:path>
            </a:pathLst>
          </a:custGeom>
          <a:solidFill>
            <a:srgbClr val="8E8E8E"/>
          </a:solidFill>
          <a:ln/>
        </p:spPr>
      </p:sp>
      <p:sp>
        <p:nvSpPr>
          <p:cNvPr id="249" name="Shape 247"/>
          <p:cNvSpPr/>
          <p:nvPr/>
        </p:nvSpPr>
        <p:spPr>
          <a:xfrm>
            <a:off x="9021095" y="2198295"/>
            <a:ext cx="482803" cy="482803"/>
          </a:xfrm>
          <a:custGeom>
            <a:avLst/>
            <a:gdLst/>
            <a:ahLst/>
            <a:cxnLst/>
            <a:rect l="l" t="t" r="r" b="b"/>
            <a:pathLst>
              <a:path w="482803" h="482803">
                <a:moveTo>
                  <a:pt x="482803" y="241402"/>
                </a:moveTo>
                <a:lnTo>
                  <a:pt x="480738" y="272911"/>
                </a:lnTo>
                <a:lnTo>
                  <a:pt x="474578" y="303881"/>
                </a:lnTo>
                <a:lnTo>
                  <a:pt x="464428" y="333782"/>
                </a:lnTo>
                <a:lnTo>
                  <a:pt x="450462" y="362102"/>
                </a:lnTo>
                <a:lnTo>
                  <a:pt x="432918" y="388358"/>
                </a:lnTo>
                <a:lnTo>
                  <a:pt x="412098" y="412098"/>
                </a:lnTo>
                <a:lnTo>
                  <a:pt x="388358" y="432918"/>
                </a:lnTo>
                <a:lnTo>
                  <a:pt x="362102" y="450462"/>
                </a:lnTo>
                <a:lnTo>
                  <a:pt x="333782" y="464428"/>
                </a:lnTo>
                <a:lnTo>
                  <a:pt x="303881" y="474578"/>
                </a:lnTo>
                <a:lnTo>
                  <a:pt x="272911" y="480738"/>
                </a:lnTo>
                <a:lnTo>
                  <a:pt x="241402" y="482803"/>
                </a:lnTo>
                <a:lnTo>
                  <a:pt x="209892" y="480738"/>
                </a:lnTo>
                <a:lnTo>
                  <a:pt x="178922" y="474578"/>
                </a:lnTo>
                <a:lnTo>
                  <a:pt x="149021" y="464428"/>
                </a:lnTo>
                <a:lnTo>
                  <a:pt x="120701" y="450462"/>
                </a:lnTo>
                <a:lnTo>
                  <a:pt x="94446" y="432918"/>
                </a:lnTo>
                <a:lnTo>
                  <a:pt x="70705" y="412098"/>
                </a:lnTo>
                <a:lnTo>
                  <a:pt x="49885" y="388358"/>
                </a:lnTo>
                <a:lnTo>
                  <a:pt x="32342" y="362102"/>
                </a:lnTo>
                <a:lnTo>
                  <a:pt x="18376" y="333782"/>
                </a:lnTo>
                <a:lnTo>
                  <a:pt x="8226" y="303881"/>
                </a:lnTo>
                <a:lnTo>
                  <a:pt x="2065" y="272911"/>
                </a:lnTo>
                <a:lnTo>
                  <a:pt x="0" y="241402"/>
                </a:lnTo>
                <a:lnTo>
                  <a:pt x="2065" y="209892"/>
                </a:lnTo>
                <a:lnTo>
                  <a:pt x="8226" y="178922"/>
                </a:lnTo>
                <a:lnTo>
                  <a:pt x="18376" y="149021"/>
                </a:lnTo>
                <a:lnTo>
                  <a:pt x="32342" y="120701"/>
                </a:lnTo>
                <a:lnTo>
                  <a:pt x="49885" y="94446"/>
                </a:lnTo>
                <a:lnTo>
                  <a:pt x="70705" y="70705"/>
                </a:lnTo>
                <a:lnTo>
                  <a:pt x="94446" y="49885"/>
                </a:lnTo>
                <a:lnTo>
                  <a:pt x="120701" y="32342"/>
                </a:lnTo>
                <a:lnTo>
                  <a:pt x="149021" y="18376"/>
                </a:lnTo>
                <a:lnTo>
                  <a:pt x="178922" y="8226"/>
                </a:lnTo>
                <a:lnTo>
                  <a:pt x="209892" y="2065"/>
                </a:lnTo>
                <a:lnTo>
                  <a:pt x="241402" y="0"/>
                </a:lnTo>
                <a:lnTo>
                  <a:pt x="272911" y="2065"/>
                </a:lnTo>
                <a:lnTo>
                  <a:pt x="303881" y="8226"/>
                </a:lnTo>
                <a:lnTo>
                  <a:pt x="333782" y="18376"/>
                </a:lnTo>
                <a:lnTo>
                  <a:pt x="362102" y="32342"/>
                </a:lnTo>
                <a:lnTo>
                  <a:pt x="388358" y="49885"/>
                </a:lnTo>
                <a:lnTo>
                  <a:pt x="412098" y="70705"/>
                </a:lnTo>
                <a:lnTo>
                  <a:pt x="432918" y="94446"/>
                </a:lnTo>
                <a:lnTo>
                  <a:pt x="450462" y="120701"/>
                </a:lnTo>
                <a:lnTo>
                  <a:pt x="464428" y="149021"/>
                </a:lnTo>
                <a:lnTo>
                  <a:pt x="474578" y="178922"/>
                </a:lnTo>
                <a:lnTo>
                  <a:pt x="480738" y="209892"/>
                </a:lnTo>
                <a:close/>
              </a:path>
            </a:pathLst>
          </a:custGeom>
          <a:solidFill>
            <a:srgbClr val="959595"/>
          </a:solidFill>
          <a:ln/>
        </p:spPr>
      </p:sp>
      <p:sp>
        <p:nvSpPr>
          <p:cNvPr id="250" name="Shape 248"/>
          <p:cNvSpPr/>
          <p:nvPr/>
        </p:nvSpPr>
        <p:spPr>
          <a:xfrm>
            <a:off x="9037828" y="2213646"/>
            <a:ext cx="437815" cy="437815"/>
          </a:xfrm>
          <a:custGeom>
            <a:avLst/>
            <a:gdLst/>
            <a:ahLst/>
            <a:cxnLst/>
            <a:rect l="l" t="t" r="r" b="b"/>
            <a:pathLst>
              <a:path w="437815" h="437815">
                <a:moveTo>
                  <a:pt x="437815" y="218907"/>
                </a:moveTo>
                <a:lnTo>
                  <a:pt x="435942" y="247481"/>
                </a:lnTo>
                <a:lnTo>
                  <a:pt x="430356" y="275565"/>
                </a:lnTo>
                <a:lnTo>
                  <a:pt x="421151" y="302680"/>
                </a:lnTo>
                <a:lnTo>
                  <a:pt x="408487" y="328361"/>
                </a:lnTo>
                <a:lnTo>
                  <a:pt x="392578" y="352170"/>
                </a:lnTo>
                <a:lnTo>
                  <a:pt x="373698" y="373698"/>
                </a:lnTo>
                <a:lnTo>
                  <a:pt x="352170" y="392578"/>
                </a:lnTo>
                <a:lnTo>
                  <a:pt x="328361" y="408487"/>
                </a:lnTo>
                <a:lnTo>
                  <a:pt x="302680" y="421151"/>
                </a:lnTo>
                <a:lnTo>
                  <a:pt x="275565" y="430356"/>
                </a:lnTo>
                <a:lnTo>
                  <a:pt x="247481" y="435942"/>
                </a:lnTo>
                <a:lnTo>
                  <a:pt x="218907" y="437815"/>
                </a:lnTo>
                <a:lnTo>
                  <a:pt x="190334" y="435942"/>
                </a:lnTo>
                <a:lnTo>
                  <a:pt x="162250" y="430356"/>
                </a:lnTo>
                <a:lnTo>
                  <a:pt x="135135" y="421151"/>
                </a:lnTo>
                <a:lnTo>
                  <a:pt x="109454" y="408487"/>
                </a:lnTo>
                <a:lnTo>
                  <a:pt x="85645" y="392578"/>
                </a:lnTo>
                <a:lnTo>
                  <a:pt x="64116" y="373698"/>
                </a:lnTo>
                <a:lnTo>
                  <a:pt x="45236" y="352170"/>
                </a:lnTo>
                <a:lnTo>
                  <a:pt x="29328" y="328361"/>
                </a:lnTo>
                <a:lnTo>
                  <a:pt x="16663" y="302680"/>
                </a:lnTo>
                <a:lnTo>
                  <a:pt x="7459" y="275565"/>
                </a:lnTo>
                <a:lnTo>
                  <a:pt x="1873" y="247481"/>
                </a:lnTo>
                <a:lnTo>
                  <a:pt x="0" y="218907"/>
                </a:lnTo>
                <a:lnTo>
                  <a:pt x="1873" y="190334"/>
                </a:lnTo>
                <a:lnTo>
                  <a:pt x="7459" y="162250"/>
                </a:lnTo>
                <a:lnTo>
                  <a:pt x="16663" y="135135"/>
                </a:lnTo>
                <a:lnTo>
                  <a:pt x="29328" y="109454"/>
                </a:lnTo>
                <a:lnTo>
                  <a:pt x="45236" y="85645"/>
                </a:lnTo>
                <a:lnTo>
                  <a:pt x="64116" y="64116"/>
                </a:lnTo>
                <a:lnTo>
                  <a:pt x="85645" y="45236"/>
                </a:lnTo>
                <a:lnTo>
                  <a:pt x="109454" y="29328"/>
                </a:lnTo>
                <a:lnTo>
                  <a:pt x="135135" y="16663"/>
                </a:lnTo>
                <a:lnTo>
                  <a:pt x="162250" y="7459"/>
                </a:lnTo>
                <a:lnTo>
                  <a:pt x="190334" y="1873"/>
                </a:lnTo>
                <a:lnTo>
                  <a:pt x="218907" y="0"/>
                </a:lnTo>
                <a:lnTo>
                  <a:pt x="247481" y="1873"/>
                </a:lnTo>
                <a:lnTo>
                  <a:pt x="275565" y="7459"/>
                </a:lnTo>
                <a:lnTo>
                  <a:pt x="302680" y="16663"/>
                </a:lnTo>
                <a:lnTo>
                  <a:pt x="328361" y="29328"/>
                </a:lnTo>
                <a:lnTo>
                  <a:pt x="352170" y="45236"/>
                </a:lnTo>
                <a:lnTo>
                  <a:pt x="373698" y="64116"/>
                </a:lnTo>
                <a:lnTo>
                  <a:pt x="392578" y="85645"/>
                </a:lnTo>
                <a:lnTo>
                  <a:pt x="408487" y="109454"/>
                </a:lnTo>
                <a:lnTo>
                  <a:pt x="421151" y="135135"/>
                </a:lnTo>
                <a:lnTo>
                  <a:pt x="430356" y="162250"/>
                </a:lnTo>
                <a:lnTo>
                  <a:pt x="435942" y="190334"/>
                </a:lnTo>
                <a:close/>
              </a:path>
            </a:pathLst>
          </a:custGeom>
          <a:solidFill>
            <a:srgbClr val="9B9B9B"/>
          </a:solidFill>
          <a:ln/>
        </p:spPr>
      </p:sp>
      <p:sp>
        <p:nvSpPr>
          <p:cNvPr id="251" name="Shape 249"/>
          <p:cNvSpPr/>
          <p:nvPr/>
        </p:nvSpPr>
        <p:spPr>
          <a:xfrm>
            <a:off x="9054562" y="2228997"/>
            <a:ext cx="392826" cy="392826"/>
          </a:xfrm>
          <a:custGeom>
            <a:avLst/>
            <a:gdLst/>
            <a:ahLst/>
            <a:cxnLst/>
            <a:rect l="l" t="t" r="r" b="b"/>
            <a:pathLst>
              <a:path w="392826" h="392826">
                <a:moveTo>
                  <a:pt x="392826" y="196413"/>
                </a:moveTo>
                <a:lnTo>
                  <a:pt x="391146" y="222050"/>
                </a:lnTo>
                <a:lnTo>
                  <a:pt x="386134" y="247249"/>
                </a:lnTo>
                <a:lnTo>
                  <a:pt x="377875" y="271577"/>
                </a:lnTo>
                <a:lnTo>
                  <a:pt x="366512" y="294620"/>
                </a:lnTo>
                <a:lnTo>
                  <a:pt x="352238" y="315982"/>
                </a:lnTo>
                <a:lnTo>
                  <a:pt x="335298" y="335298"/>
                </a:lnTo>
                <a:lnTo>
                  <a:pt x="315982" y="352238"/>
                </a:lnTo>
                <a:lnTo>
                  <a:pt x="294620" y="366512"/>
                </a:lnTo>
                <a:lnTo>
                  <a:pt x="271577" y="377875"/>
                </a:lnTo>
                <a:lnTo>
                  <a:pt x="247249" y="386134"/>
                </a:lnTo>
                <a:lnTo>
                  <a:pt x="222050" y="391146"/>
                </a:lnTo>
                <a:lnTo>
                  <a:pt x="196413" y="392826"/>
                </a:lnTo>
                <a:lnTo>
                  <a:pt x="170776" y="391146"/>
                </a:lnTo>
                <a:lnTo>
                  <a:pt x="145578" y="386134"/>
                </a:lnTo>
                <a:lnTo>
                  <a:pt x="121249" y="377875"/>
                </a:lnTo>
                <a:lnTo>
                  <a:pt x="98207" y="366512"/>
                </a:lnTo>
                <a:lnTo>
                  <a:pt x="76844" y="352238"/>
                </a:lnTo>
                <a:lnTo>
                  <a:pt x="57528" y="335298"/>
                </a:lnTo>
                <a:lnTo>
                  <a:pt x="40588" y="315982"/>
                </a:lnTo>
                <a:lnTo>
                  <a:pt x="26314" y="294620"/>
                </a:lnTo>
                <a:lnTo>
                  <a:pt x="14951" y="271577"/>
                </a:lnTo>
                <a:lnTo>
                  <a:pt x="6693" y="247249"/>
                </a:lnTo>
                <a:lnTo>
                  <a:pt x="1680" y="222050"/>
                </a:lnTo>
                <a:lnTo>
                  <a:pt x="0" y="196413"/>
                </a:lnTo>
                <a:lnTo>
                  <a:pt x="1680" y="170776"/>
                </a:lnTo>
                <a:lnTo>
                  <a:pt x="6693" y="145578"/>
                </a:lnTo>
                <a:lnTo>
                  <a:pt x="14951" y="121249"/>
                </a:lnTo>
                <a:lnTo>
                  <a:pt x="26314" y="98207"/>
                </a:lnTo>
                <a:lnTo>
                  <a:pt x="40588" y="76844"/>
                </a:lnTo>
                <a:lnTo>
                  <a:pt x="57528" y="57528"/>
                </a:lnTo>
                <a:lnTo>
                  <a:pt x="76844" y="40588"/>
                </a:lnTo>
                <a:lnTo>
                  <a:pt x="98207" y="26314"/>
                </a:lnTo>
                <a:lnTo>
                  <a:pt x="121249" y="14951"/>
                </a:lnTo>
                <a:lnTo>
                  <a:pt x="145578" y="6693"/>
                </a:lnTo>
                <a:lnTo>
                  <a:pt x="170776" y="1680"/>
                </a:lnTo>
                <a:lnTo>
                  <a:pt x="196413" y="0"/>
                </a:lnTo>
                <a:lnTo>
                  <a:pt x="222050" y="1680"/>
                </a:lnTo>
                <a:lnTo>
                  <a:pt x="247249" y="6693"/>
                </a:lnTo>
                <a:lnTo>
                  <a:pt x="271577" y="14951"/>
                </a:lnTo>
                <a:lnTo>
                  <a:pt x="294620" y="26314"/>
                </a:lnTo>
                <a:lnTo>
                  <a:pt x="315982" y="40588"/>
                </a:lnTo>
                <a:lnTo>
                  <a:pt x="335298" y="57528"/>
                </a:lnTo>
                <a:lnTo>
                  <a:pt x="352238" y="76844"/>
                </a:lnTo>
                <a:lnTo>
                  <a:pt x="366512" y="98207"/>
                </a:lnTo>
                <a:lnTo>
                  <a:pt x="377875" y="121249"/>
                </a:lnTo>
                <a:lnTo>
                  <a:pt x="386134" y="145578"/>
                </a:lnTo>
                <a:lnTo>
                  <a:pt x="391146" y="170776"/>
                </a:lnTo>
                <a:close/>
              </a:path>
            </a:pathLst>
          </a:custGeom>
          <a:solidFill>
            <a:srgbClr val="A2A2A2"/>
          </a:solidFill>
          <a:ln/>
        </p:spPr>
      </p:sp>
      <p:sp>
        <p:nvSpPr>
          <p:cNvPr id="252" name="Shape 250"/>
          <p:cNvSpPr/>
          <p:nvPr/>
        </p:nvSpPr>
        <p:spPr>
          <a:xfrm>
            <a:off x="9071295" y="2244348"/>
            <a:ext cx="347838" cy="347838"/>
          </a:xfrm>
          <a:custGeom>
            <a:avLst/>
            <a:gdLst/>
            <a:ahLst/>
            <a:cxnLst/>
            <a:rect l="l" t="t" r="r" b="b"/>
            <a:pathLst>
              <a:path w="347838" h="347838">
                <a:moveTo>
                  <a:pt x="347838" y="173919"/>
                </a:moveTo>
                <a:lnTo>
                  <a:pt x="346350" y="196620"/>
                </a:lnTo>
                <a:lnTo>
                  <a:pt x="341912" y="218932"/>
                </a:lnTo>
                <a:lnTo>
                  <a:pt x="334599" y="240475"/>
                </a:lnTo>
                <a:lnTo>
                  <a:pt x="324537" y="260878"/>
                </a:lnTo>
                <a:lnTo>
                  <a:pt x="311898" y="279794"/>
                </a:lnTo>
                <a:lnTo>
                  <a:pt x="296898" y="296898"/>
                </a:lnTo>
                <a:lnTo>
                  <a:pt x="279794" y="311898"/>
                </a:lnTo>
                <a:lnTo>
                  <a:pt x="260878" y="324537"/>
                </a:lnTo>
                <a:lnTo>
                  <a:pt x="240475" y="334599"/>
                </a:lnTo>
                <a:lnTo>
                  <a:pt x="218932" y="341912"/>
                </a:lnTo>
                <a:lnTo>
                  <a:pt x="196620" y="346350"/>
                </a:lnTo>
                <a:lnTo>
                  <a:pt x="173919" y="347838"/>
                </a:lnTo>
                <a:lnTo>
                  <a:pt x="151218" y="346350"/>
                </a:lnTo>
                <a:lnTo>
                  <a:pt x="128905" y="341912"/>
                </a:lnTo>
                <a:lnTo>
                  <a:pt x="107363" y="334599"/>
                </a:lnTo>
                <a:lnTo>
                  <a:pt x="86959" y="324537"/>
                </a:lnTo>
                <a:lnTo>
                  <a:pt x="68044" y="311898"/>
                </a:lnTo>
                <a:lnTo>
                  <a:pt x="50940" y="296898"/>
                </a:lnTo>
                <a:lnTo>
                  <a:pt x="35940" y="279794"/>
                </a:lnTo>
                <a:lnTo>
                  <a:pt x="23301" y="260878"/>
                </a:lnTo>
                <a:lnTo>
                  <a:pt x="13239" y="240475"/>
                </a:lnTo>
                <a:lnTo>
                  <a:pt x="5926" y="218932"/>
                </a:lnTo>
                <a:lnTo>
                  <a:pt x="1488" y="196620"/>
                </a:lnTo>
                <a:lnTo>
                  <a:pt x="0" y="173919"/>
                </a:lnTo>
                <a:lnTo>
                  <a:pt x="1488" y="151218"/>
                </a:lnTo>
                <a:lnTo>
                  <a:pt x="5926" y="128905"/>
                </a:lnTo>
                <a:lnTo>
                  <a:pt x="13239" y="107363"/>
                </a:lnTo>
                <a:lnTo>
                  <a:pt x="23301" y="86959"/>
                </a:lnTo>
                <a:lnTo>
                  <a:pt x="35940" y="68044"/>
                </a:lnTo>
                <a:lnTo>
                  <a:pt x="50940" y="50940"/>
                </a:lnTo>
                <a:lnTo>
                  <a:pt x="68044" y="35940"/>
                </a:lnTo>
                <a:lnTo>
                  <a:pt x="86959" y="23301"/>
                </a:lnTo>
                <a:lnTo>
                  <a:pt x="107363" y="13239"/>
                </a:lnTo>
                <a:lnTo>
                  <a:pt x="128905" y="5926"/>
                </a:lnTo>
                <a:lnTo>
                  <a:pt x="151218" y="1488"/>
                </a:lnTo>
                <a:lnTo>
                  <a:pt x="173919" y="0"/>
                </a:lnTo>
                <a:lnTo>
                  <a:pt x="196620" y="1488"/>
                </a:lnTo>
                <a:lnTo>
                  <a:pt x="218932" y="5926"/>
                </a:lnTo>
                <a:lnTo>
                  <a:pt x="240475" y="13239"/>
                </a:lnTo>
                <a:lnTo>
                  <a:pt x="260878" y="23301"/>
                </a:lnTo>
                <a:lnTo>
                  <a:pt x="279794" y="35940"/>
                </a:lnTo>
                <a:lnTo>
                  <a:pt x="296898" y="50940"/>
                </a:lnTo>
                <a:lnTo>
                  <a:pt x="311898" y="68044"/>
                </a:lnTo>
                <a:lnTo>
                  <a:pt x="324537" y="86959"/>
                </a:lnTo>
                <a:lnTo>
                  <a:pt x="334599" y="107363"/>
                </a:lnTo>
                <a:lnTo>
                  <a:pt x="341912" y="128905"/>
                </a:lnTo>
                <a:lnTo>
                  <a:pt x="346350" y="151218"/>
                </a:lnTo>
                <a:close/>
              </a:path>
            </a:pathLst>
          </a:custGeom>
          <a:solidFill>
            <a:srgbClr val="A9A9A9"/>
          </a:solidFill>
          <a:ln/>
        </p:spPr>
      </p:sp>
      <p:sp>
        <p:nvSpPr>
          <p:cNvPr id="253" name="Shape 251"/>
          <p:cNvSpPr/>
          <p:nvPr/>
        </p:nvSpPr>
        <p:spPr>
          <a:xfrm>
            <a:off x="9088029" y="2259699"/>
            <a:ext cx="302849" cy="302849"/>
          </a:xfrm>
          <a:custGeom>
            <a:avLst/>
            <a:gdLst/>
            <a:ahLst/>
            <a:cxnLst/>
            <a:rect l="l" t="t" r="r" b="b"/>
            <a:pathLst>
              <a:path w="302849" h="302849">
                <a:moveTo>
                  <a:pt x="302849" y="151425"/>
                </a:moveTo>
                <a:lnTo>
                  <a:pt x="301554" y="171190"/>
                </a:lnTo>
                <a:lnTo>
                  <a:pt x="297690" y="190616"/>
                </a:lnTo>
                <a:lnTo>
                  <a:pt x="291323" y="209372"/>
                </a:lnTo>
                <a:lnTo>
                  <a:pt x="282562" y="227137"/>
                </a:lnTo>
                <a:lnTo>
                  <a:pt x="271558" y="243606"/>
                </a:lnTo>
                <a:lnTo>
                  <a:pt x="258498" y="258498"/>
                </a:lnTo>
                <a:lnTo>
                  <a:pt x="243606" y="271558"/>
                </a:lnTo>
                <a:lnTo>
                  <a:pt x="227137" y="282562"/>
                </a:lnTo>
                <a:lnTo>
                  <a:pt x="209372" y="291323"/>
                </a:lnTo>
                <a:lnTo>
                  <a:pt x="190616" y="297690"/>
                </a:lnTo>
                <a:lnTo>
                  <a:pt x="171190" y="301554"/>
                </a:lnTo>
                <a:lnTo>
                  <a:pt x="151425" y="302849"/>
                </a:lnTo>
                <a:lnTo>
                  <a:pt x="131660" y="301554"/>
                </a:lnTo>
                <a:lnTo>
                  <a:pt x="112233" y="297690"/>
                </a:lnTo>
                <a:lnTo>
                  <a:pt x="93477" y="291323"/>
                </a:lnTo>
                <a:lnTo>
                  <a:pt x="75712" y="282562"/>
                </a:lnTo>
                <a:lnTo>
                  <a:pt x="59243" y="271558"/>
                </a:lnTo>
                <a:lnTo>
                  <a:pt x="44351" y="258498"/>
                </a:lnTo>
                <a:lnTo>
                  <a:pt x="31291" y="243606"/>
                </a:lnTo>
                <a:lnTo>
                  <a:pt x="20287" y="227137"/>
                </a:lnTo>
                <a:lnTo>
                  <a:pt x="11527" y="209372"/>
                </a:lnTo>
                <a:lnTo>
                  <a:pt x="5160" y="190616"/>
                </a:lnTo>
                <a:lnTo>
                  <a:pt x="1295" y="171190"/>
                </a:lnTo>
                <a:lnTo>
                  <a:pt x="0" y="151425"/>
                </a:lnTo>
                <a:lnTo>
                  <a:pt x="1295" y="131660"/>
                </a:lnTo>
                <a:lnTo>
                  <a:pt x="5160" y="112233"/>
                </a:lnTo>
                <a:lnTo>
                  <a:pt x="11527" y="93477"/>
                </a:lnTo>
                <a:lnTo>
                  <a:pt x="20287" y="75712"/>
                </a:lnTo>
                <a:lnTo>
                  <a:pt x="31291" y="59243"/>
                </a:lnTo>
                <a:lnTo>
                  <a:pt x="44351" y="44351"/>
                </a:lnTo>
                <a:lnTo>
                  <a:pt x="59243" y="31291"/>
                </a:lnTo>
                <a:lnTo>
                  <a:pt x="75712" y="20287"/>
                </a:lnTo>
                <a:lnTo>
                  <a:pt x="93477" y="11527"/>
                </a:lnTo>
                <a:lnTo>
                  <a:pt x="112233" y="5160"/>
                </a:lnTo>
                <a:lnTo>
                  <a:pt x="131660" y="1295"/>
                </a:lnTo>
                <a:lnTo>
                  <a:pt x="151425" y="0"/>
                </a:lnTo>
                <a:lnTo>
                  <a:pt x="171190" y="1295"/>
                </a:lnTo>
                <a:lnTo>
                  <a:pt x="190616" y="5160"/>
                </a:lnTo>
                <a:lnTo>
                  <a:pt x="209372" y="11527"/>
                </a:lnTo>
                <a:lnTo>
                  <a:pt x="227137" y="20287"/>
                </a:lnTo>
                <a:lnTo>
                  <a:pt x="243606" y="31291"/>
                </a:lnTo>
                <a:lnTo>
                  <a:pt x="258498" y="44351"/>
                </a:lnTo>
                <a:lnTo>
                  <a:pt x="271558" y="59243"/>
                </a:lnTo>
                <a:lnTo>
                  <a:pt x="282562" y="75712"/>
                </a:lnTo>
                <a:lnTo>
                  <a:pt x="291323" y="93477"/>
                </a:lnTo>
                <a:lnTo>
                  <a:pt x="297690" y="112233"/>
                </a:lnTo>
                <a:lnTo>
                  <a:pt x="301554" y="131660"/>
                </a:lnTo>
                <a:close/>
              </a:path>
            </a:pathLst>
          </a:custGeom>
          <a:solidFill>
            <a:srgbClr val="AFAFAF"/>
          </a:solidFill>
          <a:ln/>
        </p:spPr>
      </p:sp>
      <p:sp>
        <p:nvSpPr>
          <p:cNvPr id="254" name="Shape 252"/>
          <p:cNvSpPr/>
          <p:nvPr/>
        </p:nvSpPr>
        <p:spPr>
          <a:xfrm>
            <a:off x="9104762" y="2275050"/>
            <a:ext cx="257861" cy="257861"/>
          </a:xfrm>
          <a:custGeom>
            <a:avLst/>
            <a:gdLst/>
            <a:ahLst/>
            <a:cxnLst/>
            <a:rect l="l" t="t" r="r" b="b"/>
            <a:pathLst>
              <a:path w="257861" h="257861">
                <a:moveTo>
                  <a:pt x="257861" y="128930"/>
                </a:moveTo>
                <a:lnTo>
                  <a:pt x="256758" y="145759"/>
                </a:lnTo>
                <a:lnTo>
                  <a:pt x="253468" y="162300"/>
                </a:lnTo>
                <a:lnTo>
                  <a:pt x="248047" y="178270"/>
                </a:lnTo>
                <a:lnTo>
                  <a:pt x="240587" y="193396"/>
                </a:lnTo>
                <a:lnTo>
                  <a:pt x="231218" y="207418"/>
                </a:lnTo>
                <a:lnTo>
                  <a:pt x="220098" y="220098"/>
                </a:lnTo>
                <a:lnTo>
                  <a:pt x="207418" y="231218"/>
                </a:lnTo>
                <a:lnTo>
                  <a:pt x="193396" y="240587"/>
                </a:lnTo>
                <a:lnTo>
                  <a:pt x="178270" y="248047"/>
                </a:lnTo>
                <a:lnTo>
                  <a:pt x="162300" y="253468"/>
                </a:lnTo>
                <a:lnTo>
                  <a:pt x="145759" y="256758"/>
                </a:lnTo>
                <a:lnTo>
                  <a:pt x="128930" y="257861"/>
                </a:lnTo>
                <a:lnTo>
                  <a:pt x="112102" y="256758"/>
                </a:lnTo>
                <a:lnTo>
                  <a:pt x="95561" y="253468"/>
                </a:lnTo>
                <a:lnTo>
                  <a:pt x="79591" y="248047"/>
                </a:lnTo>
                <a:lnTo>
                  <a:pt x="64465" y="240587"/>
                </a:lnTo>
                <a:lnTo>
                  <a:pt x="50443" y="231218"/>
                </a:lnTo>
                <a:lnTo>
                  <a:pt x="37763" y="220098"/>
                </a:lnTo>
                <a:lnTo>
                  <a:pt x="26643" y="207418"/>
                </a:lnTo>
                <a:lnTo>
                  <a:pt x="17273" y="193396"/>
                </a:lnTo>
                <a:lnTo>
                  <a:pt x="9814" y="178270"/>
                </a:lnTo>
                <a:lnTo>
                  <a:pt x="4393" y="162300"/>
                </a:lnTo>
                <a:lnTo>
                  <a:pt x="1103" y="145759"/>
                </a:lnTo>
                <a:lnTo>
                  <a:pt x="0" y="128930"/>
                </a:lnTo>
                <a:lnTo>
                  <a:pt x="1103" y="112102"/>
                </a:lnTo>
                <a:lnTo>
                  <a:pt x="4393" y="95561"/>
                </a:lnTo>
                <a:lnTo>
                  <a:pt x="9814" y="79591"/>
                </a:lnTo>
                <a:lnTo>
                  <a:pt x="17273" y="64465"/>
                </a:lnTo>
                <a:lnTo>
                  <a:pt x="26643" y="50443"/>
                </a:lnTo>
                <a:lnTo>
                  <a:pt x="37763" y="37763"/>
                </a:lnTo>
                <a:lnTo>
                  <a:pt x="50443" y="26643"/>
                </a:lnTo>
                <a:lnTo>
                  <a:pt x="64465" y="17273"/>
                </a:lnTo>
                <a:lnTo>
                  <a:pt x="79591" y="9814"/>
                </a:lnTo>
                <a:lnTo>
                  <a:pt x="95561" y="4393"/>
                </a:lnTo>
                <a:lnTo>
                  <a:pt x="112102" y="1103"/>
                </a:lnTo>
                <a:lnTo>
                  <a:pt x="128930" y="0"/>
                </a:lnTo>
                <a:lnTo>
                  <a:pt x="145759" y="1103"/>
                </a:lnTo>
                <a:lnTo>
                  <a:pt x="162300" y="4393"/>
                </a:lnTo>
                <a:lnTo>
                  <a:pt x="178270" y="9814"/>
                </a:lnTo>
                <a:lnTo>
                  <a:pt x="193396" y="17273"/>
                </a:lnTo>
                <a:lnTo>
                  <a:pt x="207418" y="26643"/>
                </a:lnTo>
                <a:lnTo>
                  <a:pt x="220098" y="37763"/>
                </a:lnTo>
                <a:lnTo>
                  <a:pt x="231218" y="50443"/>
                </a:lnTo>
                <a:lnTo>
                  <a:pt x="240587" y="64465"/>
                </a:lnTo>
                <a:lnTo>
                  <a:pt x="248047" y="79591"/>
                </a:lnTo>
                <a:lnTo>
                  <a:pt x="253468" y="95561"/>
                </a:lnTo>
                <a:lnTo>
                  <a:pt x="256758" y="112102"/>
                </a:lnTo>
                <a:close/>
              </a:path>
            </a:pathLst>
          </a:custGeom>
          <a:solidFill>
            <a:srgbClr val="B6B6B6"/>
          </a:solidFill>
          <a:ln/>
        </p:spPr>
      </p:sp>
      <p:sp>
        <p:nvSpPr>
          <p:cNvPr id="255" name="Shape 253"/>
          <p:cNvSpPr/>
          <p:nvPr/>
        </p:nvSpPr>
        <p:spPr>
          <a:xfrm>
            <a:off x="9121496" y="2290401"/>
            <a:ext cx="212872" cy="212872"/>
          </a:xfrm>
          <a:custGeom>
            <a:avLst/>
            <a:gdLst/>
            <a:ahLst/>
            <a:cxnLst/>
            <a:rect l="l" t="t" r="r" b="b"/>
            <a:pathLst>
              <a:path w="212872" h="212872">
                <a:moveTo>
                  <a:pt x="212872" y="106436"/>
                </a:moveTo>
                <a:lnTo>
                  <a:pt x="211962" y="120329"/>
                </a:lnTo>
                <a:lnTo>
                  <a:pt x="209246" y="133984"/>
                </a:lnTo>
                <a:lnTo>
                  <a:pt x="204770" y="147168"/>
                </a:lnTo>
                <a:lnTo>
                  <a:pt x="198613" y="159654"/>
                </a:lnTo>
                <a:lnTo>
                  <a:pt x="190878" y="171230"/>
                </a:lnTo>
                <a:lnTo>
                  <a:pt x="181698" y="181698"/>
                </a:lnTo>
                <a:lnTo>
                  <a:pt x="171230" y="190878"/>
                </a:lnTo>
                <a:lnTo>
                  <a:pt x="159654" y="198613"/>
                </a:lnTo>
                <a:lnTo>
                  <a:pt x="147168" y="204770"/>
                </a:lnTo>
                <a:lnTo>
                  <a:pt x="133984" y="209246"/>
                </a:lnTo>
                <a:lnTo>
                  <a:pt x="120329" y="211962"/>
                </a:lnTo>
                <a:lnTo>
                  <a:pt x="106436" y="212872"/>
                </a:lnTo>
                <a:lnTo>
                  <a:pt x="92543" y="211962"/>
                </a:lnTo>
                <a:lnTo>
                  <a:pt x="78888" y="209246"/>
                </a:lnTo>
                <a:lnTo>
                  <a:pt x="65705" y="204770"/>
                </a:lnTo>
                <a:lnTo>
                  <a:pt x="53218" y="198613"/>
                </a:lnTo>
                <a:lnTo>
                  <a:pt x="41642" y="190878"/>
                </a:lnTo>
                <a:lnTo>
                  <a:pt x="31174" y="181698"/>
                </a:lnTo>
                <a:lnTo>
                  <a:pt x="21995" y="171230"/>
                </a:lnTo>
                <a:lnTo>
                  <a:pt x="14260" y="159654"/>
                </a:lnTo>
                <a:lnTo>
                  <a:pt x="8102" y="147168"/>
                </a:lnTo>
                <a:lnTo>
                  <a:pt x="3627" y="133984"/>
                </a:lnTo>
                <a:lnTo>
                  <a:pt x="911" y="120329"/>
                </a:lnTo>
                <a:lnTo>
                  <a:pt x="0" y="106436"/>
                </a:lnTo>
                <a:lnTo>
                  <a:pt x="911" y="92543"/>
                </a:lnTo>
                <a:lnTo>
                  <a:pt x="3627" y="78888"/>
                </a:lnTo>
                <a:lnTo>
                  <a:pt x="8102" y="65705"/>
                </a:lnTo>
                <a:lnTo>
                  <a:pt x="14260" y="53218"/>
                </a:lnTo>
                <a:lnTo>
                  <a:pt x="21995" y="41642"/>
                </a:lnTo>
                <a:lnTo>
                  <a:pt x="31174" y="31174"/>
                </a:lnTo>
                <a:lnTo>
                  <a:pt x="41642" y="21995"/>
                </a:lnTo>
                <a:lnTo>
                  <a:pt x="53218" y="14260"/>
                </a:lnTo>
                <a:lnTo>
                  <a:pt x="65705" y="8102"/>
                </a:lnTo>
                <a:lnTo>
                  <a:pt x="78888" y="3627"/>
                </a:lnTo>
                <a:lnTo>
                  <a:pt x="92543" y="911"/>
                </a:lnTo>
                <a:lnTo>
                  <a:pt x="106436" y="0"/>
                </a:lnTo>
                <a:lnTo>
                  <a:pt x="120329" y="911"/>
                </a:lnTo>
                <a:lnTo>
                  <a:pt x="133984" y="3627"/>
                </a:lnTo>
                <a:lnTo>
                  <a:pt x="147168" y="8102"/>
                </a:lnTo>
                <a:lnTo>
                  <a:pt x="159654" y="14260"/>
                </a:lnTo>
                <a:lnTo>
                  <a:pt x="171230" y="21995"/>
                </a:lnTo>
                <a:lnTo>
                  <a:pt x="181698" y="31174"/>
                </a:lnTo>
                <a:lnTo>
                  <a:pt x="190878" y="41642"/>
                </a:lnTo>
                <a:lnTo>
                  <a:pt x="198613" y="53218"/>
                </a:lnTo>
                <a:lnTo>
                  <a:pt x="204770" y="65705"/>
                </a:lnTo>
                <a:lnTo>
                  <a:pt x="209246" y="78888"/>
                </a:lnTo>
                <a:lnTo>
                  <a:pt x="211962" y="92543"/>
                </a:lnTo>
                <a:close/>
              </a:path>
            </a:pathLst>
          </a:custGeom>
          <a:solidFill>
            <a:srgbClr val="BCBCBC"/>
          </a:solidFill>
          <a:ln/>
        </p:spPr>
      </p:sp>
      <p:sp>
        <p:nvSpPr>
          <p:cNvPr id="256" name="Shape 254"/>
          <p:cNvSpPr/>
          <p:nvPr/>
        </p:nvSpPr>
        <p:spPr>
          <a:xfrm>
            <a:off x="9138229" y="2305752"/>
            <a:ext cx="167884" cy="167884"/>
          </a:xfrm>
          <a:custGeom>
            <a:avLst/>
            <a:gdLst/>
            <a:ahLst/>
            <a:cxnLst/>
            <a:rect l="l" t="t" r="r" b="b"/>
            <a:pathLst>
              <a:path w="167884" h="167884">
                <a:moveTo>
                  <a:pt x="167884" y="83942"/>
                </a:moveTo>
                <a:lnTo>
                  <a:pt x="167166" y="94899"/>
                </a:lnTo>
                <a:lnTo>
                  <a:pt x="165024" y="105668"/>
                </a:lnTo>
                <a:lnTo>
                  <a:pt x="161494" y="116065"/>
                </a:lnTo>
                <a:lnTo>
                  <a:pt x="156638" y="125913"/>
                </a:lnTo>
                <a:lnTo>
                  <a:pt x="150538" y="135043"/>
                </a:lnTo>
                <a:lnTo>
                  <a:pt x="143298" y="143298"/>
                </a:lnTo>
                <a:lnTo>
                  <a:pt x="135043" y="150538"/>
                </a:lnTo>
                <a:lnTo>
                  <a:pt x="125913" y="156638"/>
                </a:lnTo>
                <a:lnTo>
                  <a:pt x="116065" y="161494"/>
                </a:lnTo>
                <a:lnTo>
                  <a:pt x="105668" y="165024"/>
                </a:lnTo>
                <a:lnTo>
                  <a:pt x="94899" y="167166"/>
                </a:lnTo>
                <a:lnTo>
                  <a:pt x="83942" y="167884"/>
                </a:lnTo>
                <a:lnTo>
                  <a:pt x="72985" y="167166"/>
                </a:lnTo>
                <a:lnTo>
                  <a:pt x="62216" y="165024"/>
                </a:lnTo>
                <a:lnTo>
                  <a:pt x="51819" y="161494"/>
                </a:lnTo>
                <a:lnTo>
                  <a:pt x="41971" y="156638"/>
                </a:lnTo>
                <a:lnTo>
                  <a:pt x="32841" y="150538"/>
                </a:lnTo>
                <a:lnTo>
                  <a:pt x="24586" y="143298"/>
                </a:lnTo>
                <a:lnTo>
                  <a:pt x="17346" y="135043"/>
                </a:lnTo>
                <a:lnTo>
                  <a:pt x="11246" y="125913"/>
                </a:lnTo>
                <a:lnTo>
                  <a:pt x="6390" y="116065"/>
                </a:lnTo>
                <a:lnTo>
                  <a:pt x="2860" y="105668"/>
                </a:lnTo>
                <a:lnTo>
                  <a:pt x="718" y="94899"/>
                </a:lnTo>
                <a:lnTo>
                  <a:pt x="0" y="83942"/>
                </a:lnTo>
                <a:lnTo>
                  <a:pt x="718" y="72985"/>
                </a:lnTo>
                <a:lnTo>
                  <a:pt x="2860" y="62216"/>
                </a:lnTo>
                <a:lnTo>
                  <a:pt x="6390" y="51819"/>
                </a:lnTo>
                <a:lnTo>
                  <a:pt x="11246" y="41971"/>
                </a:lnTo>
                <a:lnTo>
                  <a:pt x="17346" y="32841"/>
                </a:lnTo>
                <a:lnTo>
                  <a:pt x="24586" y="24586"/>
                </a:lnTo>
                <a:lnTo>
                  <a:pt x="32841" y="17346"/>
                </a:lnTo>
                <a:lnTo>
                  <a:pt x="41971" y="11246"/>
                </a:lnTo>
                <a:lnTo>
                  <a:pt x="51819" y="6390"/>
                </a:lnTo>
                <a:lnTo>
                  <a:pt x="62216" y="2860"/>
                </a:lnTo>
                <a:lnTo>
                  <a:pt x="72985" y="718"/>
                </a:lnTo>
                <a:lnTo>
                  <a:pt x="83942" y="0"/>
                </a:lnTo>
                <a:lnTo>
                  <a:pt x="94899" y="718"/>
                </a:lnTo>
                <a:lnTo>
                  <a:pt x="105668" y="2860"/>
                </a:lnTo>
                <a:lnTo>
                  <a:pt x="116065" y="6390"/>
                </a:lnTo>
                <a:lnTo>
                  <a:pt x="125913" y="11246"/>
                </a:lnTo>
                <a:lnTo>
                  <a:pt x="135043" y="17346"/>
                </a:lnTo>
                <a:lnTo>
                  <a:pt x="143298" y="24586"/>
                </a:lnTo>
                <a:lnTo>
                  <a:pt x="150538" y="32841"/>
                </a:lnTo>
                <a:lnTo>
                  <a:pt x="156638" y="41971"/>
                </a:lnTo>
                <a:lnTo>
                  <a:pt x="161494" y="51819"/>
                </a:lnTo>
                <a:lnTo>
                  <a:pt x="165024" y="62216"/>
                </a:lnTo>
                <a:lnTo>
                  <a:pt x="167166" y="72985"/>
                </a:lnTo>
                <a:close/>
              </a:path>
            </a:pathLst>
          </a:custGeom>
          <a:solidFill>
            <a:srgbClr val="C3C3C3"/>
          </a:solidFill>
          <a:ln/>
        </p:spPr>
      </p:sp>
      <p:sp>
        <p:nvSpPr>
          <p:cNvPr id="257" name="Shape 255"/>
          <p:cNvSpPr/>
          <p:nvPr/>
        </p:nvSpPr>
        <p:spPr>
          <a:xfrm>
            <a:off x="8853760" y="2044786"/>
            <a:ext cx="932688" cy="932688"/>
          </a:xfrm>
          <a:custGeom>
            <a:avLst/>
            <a:gdLst/>
            <a:ahLst/>
            <a:cxnLst/>
            <a:rect l="l" t="t" r="r" b="b"/>
            <a:pathLst>
              <a:path w="932688" h="932688">
                <a:moveTo>
                  <a:pt x="932688" y="466344"/>
                </a:moveTo>
                <a:lnTo>
                  <a:pt x="928698" y="527214"/>
                </a:lnTo>
                <a:lnTo>
                  <a:pt x="916798" y="587043"/>
                </a:lnTo>
                <a:lnTo>
                  <a:pt x="897190" y="644806"/>
                </a:lnTo>
                <a:lnTo>
                  <a:pt x="870210" y="699516"/>
                </a:lnTo>
                <a:lnTo>
                  <a:pt x="836320" y="750236"/>
                </a:lnTo>
                <a:lnTo>
                  <a:pt x="796099" y="796099"/>
                </a:lnTo>
                <a:lnTo>
                  <a:pt x="750236" y="836320"/>
                </a:lnTo>
                <a:lnTo>
                  <a:pt x="699516" y="870210"/>
                </a:lnTo>
                <a:lnTo>
                  <a:pt x="644806" y="897190"/>
                </a:lnTo>
                <a:lnTo>
                  <a:pt x="587043" y="916798"/>
                </a:lnTo>
                <a:lnTo>
                  <a:pt x="527214" y="928698"/>
                </a:lnTo>
                <a:lnTo>
                  <a:pt x="466344" y="932688"/>
                </a:lnTo>
                <a:lnTo>
                  <a:pt x="405474" y="928698"/>
                </a:lnTo>
                <a:lnTo>
                  <a:pt x="345645" y="916798"/>
                </a:lnTo>
                <a:lnTo>
                  <a:pt x="287882" y="897190"/>
                </a:lnTo>
                <a:lnTo>
                  <a:pt x="233172" y="870210"/>
                </a:lnTo>
                <a:lnTo>
                  <a:pt x="182452" y="836320"/>
                </a:lnTo>
                <a:lnTo>
                  <a:pt x="136589" y="796099"/>
                </a:lnTo>
                <a:lnTo>
                  <a:pt x="96368" y="750236"/>
                </a:lnTo>
                <a:lnTo>
                  <a:pt x="62478" y="699516"/>
                </a:lnTo>
                <a:lnTo>
                  <a:pt x="35498" y="644806"/>
                </a:lnTo>
                <a:lnTo>
                  <a:pt x="15890" y="587043"/>
                </a:lnTo>
                <a:lnTo>
                  <a:pt x="3990" y="527214"/>
                </a:lnTo>
                <a:lnTo>
                  <a:pt x="0" y="466344"/>
                </a:lnTo>
                <a:lnTo>
                  <a:pt x="3990" y="405474"/>
                </a:lnTo>
                <a:lnTo>
                  <a:pt x="15890" y="345645"/>
                </a:lnTo>
                <a:lnTo>
                  <a:pt x="35498" y="287882"/>
                </a:lnTo>
                <a:lnTo>
                  <a:pt x="62478" y="233172"/>
                </a:lnTo>
                <a:lnTo>
                  <a:pt x="96368" y="182452"/>
                </a:lnTo>
                <a:lnTo>
                  <a:pt x="136589" y="136589"/>
                </a:lnTo>
                <a:lnTo>
                  <a:pt x="182452" y="96368"/>
                </a:lnTo>
                <a:lnTo>
                  <a:pt x="233172" y="62478"/>
                </a:lnTo>
                <a:lnTo>
                  <a:pt x="287882" y="35498"/>
                </a:lnTo>
                <a:lnTo>
                  <a:pt x="345645" y="15890"/>
                </a:lnTo>
                <a:lnTo>
                  <a:pt x="405474" y="3990"/>
                </a:lnTo>
                <a:lnTo>
                  <a:pt x="466344" y="0"/>
                </a:lnTo>
                <a:lnTo>
                  <a:pt x="527214" y="3990"/>
                </a:lnTo>
                <a:lnTo>
                  <a:pt x="587043" y="15890"/>
                </a:lnTo>
                <a:lnTo>
                  <a:pt x="644806" y="35498"/>
                </a:lnTo>
                <a:lnTo>
                  <a:pt x="699516" y="62478"/>
                </a:lnTo>
                <a:lnTo>
                  <a:pt x="750236" y="96368"/>
                </a:lnTo>
                <a:lnTo>
                  <a:pt x="796099" y="136589"/>
                </a:lnTo>
                <a:lnTo>
                  <a:pt x="836320" y="182452"/>
                </a:lnTo>
                <a:lnTo>
                  <a:pt x="870210" y="233172"/>
                </a:lnTo>
                <a:lnTo>
                  <a:pt x="897190" y="287882"/>
                </a:lnTo>
                <a:lnTo>
                  <a:pt x="916798" y="345645"/>
                </a:lnTo>
                <a:lnTo>
                  <a:pt x="928698" y="405474"/>
                </a:lnTo>
                <a:close/>
              </a:path>
            </a:pathLst>
          </a:custGeom>
          <a:ln w="12700">
            <a:solidFill>
              <a:srgbClr val="000000"/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9772320" y="3390896"/>
            <a:ext cx="759392" cy="454325"/>
          </a:xfrm>
          <a:custGeom>
            <a:avLst/>
            <a:gdLst/>
            <a:ahLst/>
            <a:cxnLst/>
            <a:rect l="l" t="t" r="r" b="b"/>
            <a:pathLst>
              <a:path w="759392" h="454325">
                <a:moveTo>
                  <a:pt x="0" y="454325"/>
                </a:moveTo>
                <a:lnTo>
                  <a:pt x="0" y="339022"/>
                </a:lnTo>
                <a:lnTo>
                  <a:pt x="759392" y="0"/>
                </a:lnTo>
                <a:lnTo>
                  <a:pt x="759392" y="115303"/>
                </a:lnTo>
                <a:close/>
              </a:path>
            </a:pathLst>
          </a:custGeom>
          <a:solidFill>
            <a:srgbClr val="5C5C5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>
            <a:off x="9105471" y="3181284"/>
            <a:ext cx="1426241" cy="548634"/>
          </a:xfrm>
          <a:custGeom>
            <a:avLst/>
            <a:gdLst/>
            <a:ahLst/>
            <a:cxnLst/>
            <a:rect l="l" t="t" r="r" b="b"/>
            <a:pathLst>
              <a:path w="1426241" h="548634">
                <a:moveTo>
                  <a:pt x="0" y="339022"/>
                </a:moveTo>
                <a:lnTo>
                  <a:pt x="759392" y="0"/>
                </a:lnTo>
                <a:lnTo>
                  <a:pt x="1426241" y="209612"/>
                </a:lnTo>
                <a:lnTo>
                  <a:pt x="666848" y="548634"/>
                </a:lnTo>
                <a:close/>
              </a:path>
            </a:pathLst>
          </a:custGeom>
          <a:solidFill>
            <a:srgbClr val="A4A4A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>
            <a:off x="9105471" y="3520306"/>
            <a:ext cx="666848" cy="324915"/>
          </a:xfrm>
          <a:custGeom>
            <a:avLst/>
            <a:gdLst/>
            <a:ahLst/>
            <a:cxnLst/>
            <a:rect l="l" t="t" r="r" b="b"/>
            <a:pathLst>
              <a:path w="666848" h="324915">
                <a:moveTo>
                  <a:pt x="0" y="115303"/>
                </a:moveTo>
                <a:lnTo>
                  <a:pt x="0" y="0"/>
                </a:lnTo>
                <a:lnTo>
                  <a:pt x="666848" y="209612"/>
                </a:lnTo>
                <a:lnTo>
                  <a:pt x="666848" y="324915"/>
                </a:lnTo>
                <a:close/>
              </a:path>
            </a:pathLst>
          </a:custGeom>
          <a:solidFill>
            <a:srgbClr val="60606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>
            <a:off x="9728993" y="2401167"/>
            <a:ext cx="123077" cy="73832"/>
          </a:xfrm>
          <a:custGeom>
            <a:avLst/>
            <a:gdLst/>
            <a:ahLst/>
            <a:cxnLst/>
            <a:rect l="l" t="t" r="r" b="b"/>
            <a:pathLst>
              <a:path w="123077" h="73832">
                <a:moveTo>
                  <a:pt x="3173" y="73832"/>
                </a:moveTo>
                <a:lnTo>
                  <a:pt x="0" y="53530"/>
                </a:lnTo>
                <a:lnTo>
                  <a:pt x="119904" y="0"/>
                </a:lnTo>
                <a:lnTo>
                  <a:pt x="123077" y="20302"/>
                </a:lnTo>
                <a:close/>
              </a:path>
            </a:pathLst>
          </a:custGeom>
          <a:solidFill>
            <a:srgbClr val="B1B1B1"/>
          </a:solidFill>
          <a:ln w="6350">
            <a:solidFill>
              <a:srgbClr val="B1B1B1"/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>
            <a:off x="9719959" y="2381962"/>
            <a:ext cx="128939" cy="72735"/>
          </a:xfrm>
          <a:custGeom>
            <a:avLst/>
            <a:gdLst/>
            <a:ahLst/>
            <a:cxnLst/>
            <a:rect l="l" t="t" r="r" b="b"/>
            <a:pathLst>
              <a:path w="128939" h="72735">
                <a:moveTo>
                  <a:pt x="9035" y="72735"/>
                </a:moveTo>
                <a:lnTo>
                  <a:pt x="0" y="53530"/>
                </a:lnTo>
                <a:lnTo>
                  <a:pt x="119904" y="0"/>
                </a:lnTo>
                <a:lnTo>
                  <a:pt x="128939" y="19205"/>
                </a:lnTo>
                <a:close/>
              </a:path>
            </a:pathLst>
          </a:custGeom>
          <a:solidFill>
            <a:srgbClr val="C5C5C5"/>
          </a:solidFill>
          <a:ln w="6350">
            <a:solidFill>
              <a:srgbClr val="C5C5C5"/>
            </a:solidFill>
            <a:prstDash val="solid"/>
          </a:ln>
        </p:spPr>
      </p:sp>
      <p:sp>
        <p:nvSpPr>
          <p:cNvPr id="263" name="Shape 261"/>
          <p:cNvSpPr/>
          <p:nvPr/>
        </p:nvSpPr>
        <p:spPr>
          <a:xfrm>
            <a:off x="9706437" y="2366777"/>
            <a:ext cx="133425" cy="68715"/>
          </a:xfrm>
          <a:custGeom>
            <a:avLst/>
            <a:gdLst/>
            <a:ahLst/>
            <a:cxnLst/>
            <a:rect l="l" t="t" r="r" b="b"/>
            <a:pathLst>
              <a:path w="133425" h="68715">
                <a:moveTo>
                  <a:pt x="13521" y="68715"/>
                </a:moveTo>
                <a:lnTo>
                  <a:pt x="0" y="53530"/>
                </a:lnTo>
                <a:lnTo>
                  <a:pt x="119904" y="0"/>
                </a:lnTo>
                <a:lnTo>
                  <a:pt x="133425" y="15185"/>
                </a:lnTo>
                <a:close/>
              </a:path>
            </a:pathLst>
          </a:custGeom>
          <a:solidFill>
            <a:srgbClr val="D7D7D7"/>
          </a:solidFill>
          <a:ln w="6350">
            <a:solidFill>
              <a:srgbClr val="D7D7D7"/>
            </a:solidFill>
            <a:prstDash val="solid"/>
          </a:ln>
        </p:spPr>
      </p:sp>
      <p:sp>
        <p:nvSpPr>
          <p:cNvPr id="264" name="Shape 262"/>
          <p:cNvSpPr/>
          <p:nvPr/>
        </p:nvSpPr>
        <p:spPr>
          <a:xfrm>
            <a:off x="9690488" y="2357923"/>
            <a:ext cx="135854" cy="62383"/>
          </a:xfrm>
          <a:custGeom>
            <a:avLst/>
            <a:gdLst/>
            <a:ahLst/>
            <a:cxnLst/>
            <a:rect l="l" t="t" r="r" b="b"/>
            <a:pathLst>
              <a:path w="135854" h="62383">
                <a:moveTo>
                  <a:pt x="15949" y="62383"/>
                </a:moveTo>
                <a:lnTo>
                  <a:pt x="0" y="53530"/>
                </a:lnTo>
                <a:lnTo>
                  <a:pt x="119904" y="0"/>
                </a:lnTo>
                <a:lnTo>
                  <a:pt x="135854" y="8853"/>
                </a:lnTo>
                <a:close/>
              </a:path>
            </a:pathLst>
          </a:custGeom>
          <a:solidFill>
            <a:srgbClr val="E4E4E4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265" name="Shape 263"/>
          <p:cNvSpPr/>
          <p:nvPr/>
        </p:nvSpPr>
        <p:spPr>
          <a:xfrm>
            <a:off x="9674538" y="2356750"/>
            <a:ext cx="135854" cy="54703"/>
          </a:xfrm>
          <a:custGeom>
            <a:avLst/>
            <a:gdLst/>
            <a:ahLst/>
            <a:cxnLst/>
            <a:rect l="l" t="t" r="r" b="b"/>
            <a:pathLst>
              <a:path w="135854" h="54703">
                <a:moveTo>
                  <a:pt x="15949" y="54703"/>
                </a:moveTo>
                <a:lnTo>
                  <a:pt x="0" y="53530"/>
                </a:lnTo>
                <a:lnTo>
                  <a:pt x="119904" y="0"/>
                </a:lnTo>
                <a:lnTo>
                  <a:pt x="135854" y="1174"/>
                </a:lnTo>
                <a:close/>
              </a:path>
            </a:pathLst>
          </a:custGeom>
          <a:solidFill>
            <a:srgbClr val="E8E8E8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66" name="Shape 264"/>
          <p:cNvSpPr/>
          <p:nvPr/>
        </p:nvSpPr>
        <p:spPr>
          <a:xfrm>
            <a:off x="9706437" y="2453302"/>
            <a:ext cx="133425" cy="60215"/>
          </a:xfrm>
          <a:custGeom>
            <a:avLst/>
            <a:gdLst/>
            <a:ahLst/>
            <a:cxnLst/>
            <a:rect l="l" t="t" r="r" b="b"/>
            <a:pathLst>
              <a:path w="133425" h="60215">
                <a:moveTo>
                  <a:pt x="0" y="60215"/>
                </a:moveTo>
                <a:lnTo>
                  <a:pt x="13521" y="53530"/>
                </a:lnTo>
                <a:lnTo>
                  <a:pt x="133425" y="0"/>
                </a:lnTo>
                <a:lnTo>
                  <a:pt x="119904" y="6685"/>
                </a:lnTo>
                <a:close/>
              </a:path>
            </a:pathLst>
          </a:custGeom>
          <a:solidFill>
            <a:srgbClr val="B1B1B1"/>
          </a:solidFill>
          <a:ln w="6350">
            <a:solidFill>
              <a:srgbClr val="B1B1B1"/>
            </a:solidFill>
            <a:prstDash val="solid"/>
          </a:ln>
        </p:spPr>
      </p:sp>
      <p:sp>
        <p:nvSpPr>
          <p:cNvPr id="267" name="Shape 265"/>
          <p:cNvSpPr/>
          <p:nvPr/>
        </p:nvSpPr>
        <p:spPr>
          <a:xfrm>
            <a:off x="9719959" y="2439776"/>
            <a:ext cx="128939" cy="67056"/>
          </a:xfrm>
          <a:custGeom>
            <a:avLst/>
            <a:gdLst/>
            <a:ahLst/>
            <a:cxnLst/>
            <a:rect l="l" t="t" r="r" b="b"/>
            <a:pathLst>
              <a:path w="128939" h="67056">
                <a:moveTo>
                  <a:pt x="0" y="67056"/>
                </a:moveTo>
                <a:lnTo>
                  <a:pt x="9035" y="53530"/>
                </a:lnTo>
                <a:lnTo>
                  <a:pt x="128939" y="0"/>
                </a:lnTo>
                <a:lnTo>
                  <a:pt x="119904" y="13526"/>
                </a:lnTo>
                <a:close/>
              </a:path>
            </a:pathLst>
          </a:custGeom>
          <a:solidFill>
            <a:srgbClr val="B1B1B1"/>
          </a:solidFill>
          <a:ln w="6350">
            <a:solidFill>
              <a:srgbClr val="B1B1B1"/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>
            <a:off x="9728993" y="2421469"/>
            <a:ext cx="123077" cy="71837"/>
          </a:xfrm>
          <a:custGeom>
            <a:avLst/>
            <a:gdLst/>
            <a:ahLst/>
            <a:cxnLst/>
            <a:rect l="l" t="t" r="r" b="b"/>
            <a:pathLst>
              <a:path w="123077" h="71837">
                <a:moveTo>
                  <a:pt x="0" y="71837"/>
                </a:moveTo>
                <a:lnTo>
                  <a:pt x="3173" y="53530"/>
                </a:lnTo>
                <a:lnTo>
                  <a:pt x="123077" y="0"/>
                </a:lnTo>
                <a:lnTo>
                  <a:pt x="119904" y="18307"/>
                </a:lnTo>
                <a:close/>
              </a:path>
            </a:pathLst>
          </a:custGeom>
          <a:solidFill>
            <a:srgbClr val="B1B1B1"/>
          </a:solidFill>
          <a:ln w="6350">
            <a:solidFill>
              <a:srgbClr val="B1B1B1"/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>
            <a:off x="9648810" y="2356750"/>
            <a:ext cx="203260" cy="156767"/>
          </a:xfrm>
          <a:custGeom>
            <a:avLst/>
            <a:gdLst/>
            <a:ahLst/>
            <a:cxnLst/>
            <a:rect l="l" t="t" r="r" b="b"/>
            <a:pathLst>
              <a:path w="203260" h="156767">
                <a:moveTo>
                  <a:pt x="0" y="92048"/>
                </a:moveTo>
                <a:lnTo>
                  <a:pt x="3173" y="73740"/>
                </a:lnTo>
                <a:lnTo>
                  <a:pt x="12207" y="60215"/>
                </a:lnTo>
                <a:lnTo>
                  <a:pt x="25729" y="53530"/>
                </a:lnTo>
                <a:lnTo>
                  <a:pt x="145633" y="0"/>
                </a:lnTo>
                <a:lnTo>
                  <a:pt x="161582" y="1174"/>
                </a:lnTo>
                <a:lnTo>
                  <a:pt x="177532" y="10027"/>
                </a:lnTo>
                <a:lnTo>
                  <a:pt x="191053" y="25212"/>
                </a:lnTo>
                <a:lnTo>
                  <a:pt x="200088" y="44418"/>
                </a:lnTo>
                <a:lnTo>
                  <a:pt x="203260" y="64719"/>
                </a:lnTo>
                <a:lnTo>
                  <a:pt x="200088" y="83027"/>
                </a:lnTo>
                <a:lnTo>
                  <a:pt x="191053" y="96552"/>
                </a:lnTo>
                <a:lnTo>
                  <a:pt x="177532" y="103237"/>
                </a:lnTo>
                <a:lnTo>
                  <a:pt x="57628" y="156767"/>
                </a:lnTo>
                <a:lnTo>
                  <a:pt x="41678" y="155594"/>
                </a:lnTo>
                <a:lnTo>
                  <a:pt x="25729" y="146740"/>
                </a:lnTo>
                <a:lnTo>
                  <a:pt x="12207" y="131555"/>
                </a:lnTo>
                <a:lnTo>
                  <a:pt x="3173" y="112349"/>
                </a:lnTo>
                <a:close/>
              </a:path>
            </a:pathLst>
          </a:custGeom>
          <a:ln w="12700">
            <a:solidFill>
              <a:srgbClr val="000000"/>
            </a:solidFill>
            <a:prstDash val="solid"/>
          </a:ln>
        </p:spPr>
      </p:sp>
      <p:sp>
        <p:nvSpPr>
          <p:cNvPr id="270" name="Shape 268"/>
          <p:cNvSpPr/>
          <p:nvPr/>
        </p:nvSpPr>
        <p:spPr>
          <a:xfrm>
            <a:off x="9648810" y="2410280"/>
            <a:ext cx="83356" cy="103237"/>
          </a:xfrm>
          <a:custGeom>
            <a:avLst/>
            <a:gdLst/>
            <a:ahLst/>
            <a:cxnLst/>
            <a:rect l="l" t="t" r="r" b="b"/>
            <a:pathLst>
              <a:path w="83356" h="103237">
                <a:moveTo>
                  <a:pt x="83356" y="64719"/>
                </a:moveTo>
                <a:lnTo>
                  <a:pt x="80184" y="44418"/>
                </a:lnTo>
                <a:lnTo>
                  <a:pt x="71149" y="25212"/>
                </a:lnTo>
                <a:lnTo>
                  <a:pt x="57628" y="10027"/>
                </a:lnTo>
                <a:lnTo>
                  <a:pt x="41678" y="1174"/>
                </a:lnTo>
                <a:lnTo>
                  <a:pt x="25729" y="0"/>
                </a:lnTo>
                <a:lnTo>
                  <a:pt x="12207" y="6685"/>
                </a:lnTo>
                <a:lnTo>
                  <a:pt x="3173" y="20211"/>
                </a:lnTo>
                <a:lnTo>
                  <a:pt x="0" y="38518"/>
                </a:lnTo>
                <a:lnTo>
                  <a:pt x="3173" y="58820"/>
                </a:lnTo>
                <a:lnTo>
                  <a:pt x="12207" y="78025"/>
                </a:lnTo>
                <a:lnTo>
                  <a:pt x="25729" y="93210"/>
                </a:lnTo>
                <a:lnTo>
                  <a:pt x="41678" y="102064"/>
                </a:lnTo>
                <a:lnTo>
                  <a:pt x="57628" y="103237"/>
                </a:lnTo>
                <a:lnTo>
                  <a:pt x="71149" y="96552"/>
                </a:lnTo>
                <a:lnTo>
                  <a:pt x="80184" y="83027"/>
                </a:lnTo>
                <a:close/>
              </a:path>
            </a:pathLst>
          </a:custGeom>
          <a:solidFill>
            <a:srgbClr val="CFCFC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1" name="Shape 269"/>
          <p:cNvSpPr/>
          <p:nvPr/>
        </p:nvSpPr>
        <p:spPr>
          <a:xfrm>
            <a:off x="9772320" y="3809535"/>
            <a:ext cx="79936" cy="972524"/>
          </a:xfrm>
          <a:custGeom>
            <a:avLst/>
            <a:gdLst/>
            <a:ahLst/>
            <a:cxnLst/>
            <a:rect l="l" t="t" r="r" b="b"/>
            <a:pathLst>
              <a:path w="79936" h="972524">
                <a:moveTo>
                  <a:pt x="0" y="972524"/>
                </a:moveTo>
                <a:lnTo>
                  <a:pt x="0" y="35687"/>
                </a:lnTo>
                <a:lnTo>
                  <a:pt x="79936" y="0"/>
                </a:lnTo>
                <a:lnTo>
                  <a:pt x="79936" y="936838"/>
                </a:lnTo>
                <a:close/>
              </a:path>
            </a:pathLst>
          </a:custGeom>
          <a:solidFill>
            <a:srgbClr val="5C5C5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2" name="Shape 270"/>
          <p:cNvSpPr/>
          <p:nvPr/>
        </p:nvSpPr>
        <p:spPr>
          <a:xfrm>
            <a:off x="9105471" y="3599923"/>
            <a:ext cx="746784" cy="245299"/>
          </a:xfrm>
          <a:custGeom>
            <a:avLst/>
            <a:gdLst/>
            <a:ahLst/>
            <a:cxnLst/>
            <a:rect l="l" t="t" r="r" b="b"/>
            <a:pathLst>
              <a:path w="746784" h="245299">
                <a:moveTo>
                  <a:pt x="0" y="35687"/>
                </a:moveTo>
                <a:lnTo>
                  <a:pt x="79936" y="0"/>
                </a:lnTo>
                <a:lnTo>
                  <a:pt x="746784" y="209612"/>
                </a:lnTo>
                <a:lnTo>
                  <a:pt x="666848" y="245299"/>
                </a:lnTo>
                <a:close/>
              </a:path>
            </a:pathLst>
          </a:custGeom>
          <a:solidFill>
            <a:srgbClr val="64646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3" name="Shape 271"/>
          <p:cNvSpPr/>
          <p:nvPr/>
        </p:nvSpPr>
        <p:spPr>
          <a:xfrm>
            <a:off x="9105471" y="3635609"/>
            <a:ext cx="666848" cy="1146450"/>
          </a:xfrm>
          <a:custGeom>
            <a:avLst/>
            <a:gdLst/>
            <a:ahLst/>
            <a:cxnLst/>
            <a:rect l="l" t="t" r="r" b="b"/>
            <a:pathLst>
              <a:path w="666848" h="1146450">
                <a:moveTo>
                  <a:pt x="0" y="936838"/>
                </a:moveTo>
                <a:lnTo>
                  <a:pt x="0" y="0"/>
                </a:lnTo>
                <a:lnTo>
                  <a:pt x="666848" y="209612"/>
                </a:lnTo>
                <a:lnTo>
                  <a:pt x="666848" y="1146450"/>
                </a:lnTo>
                <a:close/>
              </a:path>
            </a:pathLst>
          </a:custGeom>
          <a:solidFill>
            <a:srgbClr val="7E7E7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4" name="Shape 272"/>
          <p:cNvSpPr/>
          <p:nvPr/>
        </p:nvSpPr>
        <p:spPr>
          <a:xfrm>
            <a:off x="9320104" y="2062074"/>
            <a:ext cx="1528646" cy="480810"/>
          </a:xfrm>
          <a:custGeom>
            <a:avLst/>
            <a:gdLst/>
            <a:ahLst/>
            <a:cxnLst/>
            <a:rect l="l" t="t" r="r" b="b"/>
            <a:pathLst>
              <a:path w="1528646" h="480810">
                <a:moveTo>
                  <a:pt x="0" y="16669"/>
                </a:moveTo>
                <a:lnTo>
                  <a:pt x="52053" y="0"/>
                </a:lnTo>
                <a:lnTo>
                  <a:pt x="1528646" y="464141"/>
                </a:lnTo>
                <a:lnTo>
                  <a:pt x="1476593" y="480810"/>
                </a:lnTo>
                <a:close/>
              </a:path>
            </a:pathLst>
          </a:custGeom>
          <a:solidFill>
            <a:srgbClr val="AFAFAF"/>
          </a:solidFill>
          <a:ln w="6350">
            <a:solidFill>
              <a:srgbClr val="AFAFAF"/>
            </a:solidFill>
            <a:prstDash val="solid"/>
          </a:ln>
        </p:spPr>
      </p:sp>
      <p:sp>
        <p:nvSpPr>
          <p:cNvPr id="275" name="Shape 273"/>
          <p:cNvSpPr/>
          <p:nvPr/>
        </p:nvSpPr>
        <p:spPr>
          <a:xfrm>
            <a:off x="9372156" y="2059048"/>
            <a:ext cx="1527064" cy="467166"/>
          </a:xfrm>
          <a:custGeom>
            <a:avLst/>
            <a:gdLst/>
            <a:ahLst/>
            <a:cxnLst/>
            <a:rect l="l" t="t" r="r" b="b"/>
            <a:pathLst>
              <a:path w="1527064" h="467166">
                <a:moveTo>
                  <a:pt x="0" y="3025"/>
                </a:moveTo>
                <a:lnTo>
                  <a:pt x="50471" y="0"/>
                </a:lnTo>
                <a:lnTo>
                  <a:pt x="1527064" y="464141"/>
                </a:lnTo>
                <a:lnTo>
                  <a:pt x="1476593" y="467166"/>
                </a:lnTo>
                <a:close/>
              </a:path>
            </a:pathLst>
          </a:custGeom>
          <a:solidFill>
            <a:srgbClr val="A4A4A4"/>
          </a:solidFill>
          <a:ln w="6350">
            <a:solidFill>
              <a:srgbClr val="A4A4A4"/>
            </a:solidFill>
            <a:prstDash val="solid"/>
          </a:ln>
        </p:spPr>
      </p:sp>
      <p:sp>
        <p:nvSpPr>
          <p:cNvPr id="276" name="Shape 274"/>
          <p:cNvSpPr/>
          <p:nvPr/>
        </p:nvSpPr>
        <p:spPr>
          <a:xfrm>
            <a:off x="9422628" y="2059048"/>
            <a:ext cx="1523949" cy="474852"/>
          </a:xfrm>
          <a:custGeom>
            <a:avLst/>
            <a:gdLst/>
            <a:ahLst/>
            <a:cxnLst/>
            <a:rect l="l" t="t" r="r" b="b"/>
            <a:pathLst>
              <a:path w="1523949" h="474852">
                <a:moveTo>
                  <a:pt x="0" y="0"/>
                </a:moveTo>
                <a:lnTo>
                  <a:pt x="47356" y="10711"/>
                </a:lnTo>
                <a:lnTo>
                  <a:pt x="1523949" y="474852"/>
                </a:lnTo>
                <a:lnTo>
                  <a:pt x="1476593" y="464141"/>
                </a:lnTo>
                <a:close/>
              </a:path>
            </a:pathLst>
          </a:custGeom>
          <a:solidFill>
            <a:srgbClr val="969696"/>
          </a:solidFill>
          <a:ln w="6350">
            <a:solidFill>
              <a:srgbClr val="969696"/>
            </a:solidFill>
            <a:prstDash val="solid"/>
          </a:ln>
        </p:spPr>
      </p:sp>
      <p:sp>
        <p:nvSpPr>
          <p:cNvPr id="277" name="Shape 275"/>
          <p:cNvSpPr/>
          <p:nvPr/>
        </p:nvSpPr>
        <p:spPr>
          <a:xfrm>
            <a:off x="9127421" y="2928378"/>
            <a:ext cx="1519395" cy="488263"/>
          </a:xfrm>
          <a:custGeom>
            <a:avLst/>
            <a:gdLst/>
            <a:ahLst/>
            <a:cxnLst/>
            <a:rect l="l" t="t" r="r" b="b"/>
            <a:pathLst>
              <a:path w="1519395" h="488263">
                <a:moveTo>
                  <a:pt x="42802" y="24122"/>
                </a:moveTo>
                <a:lnTo>
                  <a:pt x="0" y="0"/>
                </a:lnTo>
                <a:lnTo>
                  <a:pt x="1476593" y="464141"/>
                </a:lnTo>
                <a:lnTo>
                  <a:pt x="1519395" y="488263"/>
                </a:lnTo>
                <a:close/>
              </a:path>
            </a:pathLst>
          </a:custGeom>
          <a:solidFill>
            <a:srgbClr val="5A5A5A"/>
          </a:solidFill>
          <a:ln w="6350">
            <a:solidFill>
              <a:srgbClr val="5A5A5A"/>
            </a:solidFill>
            <a:prstDash val="solid"/>
          </a:ln>
        </p:spPr>
      </p:sp>
      <p:sp>
        <p:nvSpPr>
          <p:cNvPr id="278" name="Shape 276"/>
          <p:cNvSpPr/>
          <p:nvPr/>
        </p:nvSpPr>
        <p:spPr>
          <a:xfrm>
            <a:off x="9090474" y="2891578"/>
            <a:ext cx="1513540" cy="500941"/>
          </a:xfrm>
          <a:custGeom>
            <a:avLst/>
            <a:gdLst/>
            <a:ahLst/>
            <a:cxnLst/>
            <a:rect l="l" t="t" r="r" b="b"/>
            <a:pathLst>
              <a:path w="1513540" h="500941">
                <a:moveTo>
                  <a:pt x="36947" y="36800"/>
                </a:moveTo>
                <a:lnTo>
                  <a:pt x="0" y="0"/>
                </a:lnTo>
                <a:lnTo>
                  <a:pt x="1476593" y="464141"/>
                </a:lnTo>
                <a:lnTo>
                  <a:pt x="1513540" y="500941"/>
                </a:lnTo>
                <a:close/>
              </a:path>
            </a:pathLst>
          </a:custGeom>
          <a:solidFill>
            <a:srgbClr val="5A5A5A"/>
          </a:solidFill>
          <a:ln w="6350">
            <a:solidFill>
              <a:srgbClr val="5A5A5A"/>
            </a:solidFill>
            <a:prstDash val="solid"/>
          </a:ln>
        </p:spPr>
      </p:sp>
      <p:sp>
        <p:nvSpPr>
          <p:cNvPr id="279" name="Shape 277"/>
          <p:cNvSpPr/>
          <p:nvPr/>
        </p:nvSpPr>
        <p:spPr>
          <a:xfrm>
            <a:off x="9060504" y="2843218"/>
            <a:ext cx="1506563" cy="512500"/>
          </a:xfrm>
          <a:custGeom>
            <a:avLst/>
            <a:gdLst/>
            <a:ahLst/>
            <a:cxnLst/>
            <a:rect l="l" t="t" r="r" b="b"/>
            <a:pathLst>
              <a:path w="1506563" h="512500">
                <a:moveTo>
                  <a:pt x="29970" y="48360"/>
                </a:moveTo>
                <a:lnTo>
                  <a:pt x="0" y="0"/>
                </a:lnTo>
                <a:lnTo>
                  <a:pt x="1476593" y="464141"/>
                </a:lnTo>
                <a:lnTo>
                  <a:pt x="1506563" y="512500"/>
                </a:lnTo>
                <a:close/>
              </a:path>
            </a:pathLst>
          </a:custGeom>
          <a:solidFill>
            <a:srgbClr val="5A5A5A"/>
          </a:solidFill>
          <a:ln w="6350">
            <a:solidFill>
              <a:srgbClr val="5A5A5A"/>
            </a:solidFill>
            <a:prstDash val="solid"/>
          </a:ln>
        </p:spPr>
      </p:sp>
      <p:sp>
        <p:nvSpPr>
          <p:cNvPr id="280" name="Shape 278"/>
          <p:cNvSpPr/>
          <p:nvPr/>
        </p:nvSpPr>
        <p:spPr>
          <a:xfrm>
            <a:off x="9038421" y="2784768"/>
            <a:ext cx="1498675" cy="522591"/>
          </a:xfrm>
          <a:custGeom>
            <a:avLst/>
            <a:gdLst/>
            <a:ahLst/>
            <a:cxnLst/>
            <a:rect l="l" t="t" r="r" b="b"/>
            <a:pathLst>
              <a:path w="1498675" h="522591">
                <a:moveTo>
                  <a:pt x="22082" y="58450"/>
                </a:moveTo>
                <a:lnTo>
                  <a:pt x="0" y="0"/>
                </a:lnTo>
                <a:lnTo>
                  <a:pt x="1476593" y="464141"/>
                </a:lnTo>
                <a:lnTo>
                  <a:pt x="1498675" y="522591"/>
                </a:lnTo>
                <a:close/>
              </a:path>
            </a:pathLst>
          </a:custGeom>
          <a:solidFill>
            <a:srgbClr val="626262"/>
          </a:solidFill>
          <a:ln w="6350">
            <a:solidFill>
              <a:srgbClr val="626262"/>
            </a:solidFill>
            <a:prstDash val="solid"/>
          </a:ln>
        </p:spPr>
      </p:sp>
      <p:sp>
        <p:nvSpPr>
          <p:cNvPr id="281" name="Shape 279"/>
          <p:cNvSpPr/>
          <p:nvPr/>
        </p:nvSpPr>
        <p:spPr>
          <a:xfrm>
            <a:off x="9024897" y="2718004"/>
            <a:ext cx="1490117" cy="530905"/>
          </a:xfrm>
          <a:custGeom>
            <a:avLst/>
            <a:gdLst/>
            <a:ahLst/>
            <a:cxnLst/>
            <a:rect l="l" t="t" r="r" b="b"/>
            <a:pathLst>
              <a:path w="1490117" h="530905">
                <a:moveTo>
                  <a:pt x="13524" y="66764"/>
                </a:moveTo>
                <a:lnTo>
                  <a:pt x="0" y="0"/>
                </a:lnTo>
                <a:lnTo>
                  <a:pt x="1476593" y="464141"/>
                </a:lnTo>
                <a:lnTo>
                  <a:pt x="1490117" y="530905"/>
                </a:lnTo>
                <a:close/>
              </a:path>
            </a:pathLst>
          </a:custGeom>
          <a:solidFill>
            <a:srgbClr val="737373"/>
          </a:solidFill>
          <a:ln w="6350">
            <a:solidFill>
              <a:srgbClr val="737373"/>
            </a:solidFill>
            <a:prstDash val="solid"/>
          </a:ln>
        </p:spPr>
      </p:sp>
      <p:sp>
        <p:nvSpPr>
          <p:cNvPr id="282" name="Shape 280"/>
          <p:cNvSpPr/>
          <p:nvPr/>
        </p:nvSpPr>
        <p:spPr>
          <a:xfrm>
            <a:off x="9020343" y="2644954"/>
            <a:ext cx="1481147" cy="537191"/>
          </a:xfrm>
          <a:custGeom>
            <a:avLst/>
            <a:gdLst/>
            <a:ahLst/>
            <a:cxnLst/>
            <a:rect l="l" t="t" r="r" b="b"/>
            <a:pathLst>
              <a:path w="1481147" h="537191">
                <a:moveTo>
                  <a:pt x="4554" y="73050"/>
                </a:moveTo>
                <a:lnTo>
                  <a:pt x="0" y="0"/>
                </a:lnTo>
                <a:lnTo>
                  <a:pt x="1476593" y="464141"/>
                </a:lnTo>
                <a:lnTo>
                  <a:pt x="1481147" y="537191"/>
                </a:lnTo>
                <a:close/>
              </a:path>
            </a:pathLst>
          </a:custGeom>
          <a:solidFill>
            <a:srgbClr val="848484"/>
          </a:solidFill>
          <a:ln w="6350">
            <a:solidFill>
              <a:srgbClr val="848484"/>
            </a:solidFill>
            <a:prstDash val="solid"/>
          </a:ln>
        </p:spPr>
      </p:sp>
      <p:sp>
        <p:nvSpPr>
          <p:cNvPr id="283" name="Shape 281"/>
          <p:cNvSpPr/>
          <p:nvPr/>
        </p:nvSpPr>
        <p:spPr>
          <a:xfrm>
            <a:off x="9020343" y="2567838"/>
            <a:ext cx="1481147" cy="541257"/>
          </a:xfrm>
          <a:custGeom>
            <a:avLst/>
            <a:gdLst/>
            <a:ahLst/>
            <a:cxnLst/>
            <a:rect l="l" t="t" r="r" b="b"/>
            <a:pathLst>
              <a:path w="1481147" h="541257">
                <a:moveTo>
                  <a:pt x="0" y="77116"/>
                </a:moveTo>
                <a:lnTo>
                  <a:pt x="4554" y="0"/>
                </a:lnTo>
                <a:lnTo>
                  <a:pt x="1481147" y="464141"/>
                </a:lnTo>
                <a:lnTo>
                  <a:pt x="1476593" y="541257"/>
                </a:lnTo>
                <a:close/>
              </a:path>
            </a:pathLst>
          </a:custGeom>
          <a:solidFill>
            <a:srgbClr val="949494"/>
          </a:solidFill>
          <a:ln w="6350">
            <a:solidFill>
              <a:srgbClr val="949494"/>
            </a:solidFill>
            <a:prstDash val="solid"/>
          </a:ln>
        </p:spPr>
      </p:sp>
      <p:sp>
        <p:nvSpPr>
          <p:cNvPr id="284" name="Shape 282"/>
          <p:cNvSpPr/>
          <p:nvPr/>
        </p:nvSpPr>
        <p:spPr>
          <a:xfrm>
            <a:off x="9024897" y="2488999"/>
            <a:ext cx="1490117" cy="542980"/>
          </a:xfrm>
          <a:custGeom>
            <a:avLst/>
            <a:gdLst/>
            <a:ahLst/>
            <a:cxnLst/>
            <a:rect l="l" t="t" r="r" b="b"/>
            <a:pathLst>
              <a:path w="1490117" h="542980">
                <a:moveTo>
                  <a:pt x="0" y="78839"/>
                </a:moveTo>
                <a:lnTo>
                  <a:pt x="13524" y="0"/>
                </a:lnTo>
                <a:lnTo>
                  <a:pt x="1490117" y="464141"/>
                </a:lnTo>
                <a:lnTo>
                  <a:pt x="1476593" y="542980"/>
                </a:lnTo>
                <a:close/>
              </a:path>
            </a:pathLst>
          </a:custGeom>
          <a:solidFill>
            <a:srgbClr val="A2A2A2"/>
          </a:solidFill>
          <a:ln w="6350">
            <a:solidFill>
              <a:srgbClr val="A2A2A2"/>
            </a:solidFill>
            <a:prstDash val="solid"/>
          </a:ln>
        </p:spPr>
      </p:sp>
      <p:sp>
        <p:nvSpPr>
          <p:cNvPr id="285" name="Shape 283"/>
          <p:cNvSpPr/>
          <p:nvPr/>
        </p:nvSpPr>
        <p:spPr>
          <a:xfrm>
            <a:off x="9038421" y="2410832"/>
            <a:ext cx="1498675" cy="542308"/>
          </a:xfrm>
          <a:custGeom>
            <a:avLst/>
            <a:gdLst/>
            <a:ahLst/>
            <a:cxnLst/>
            <a:rect l="l" t="t" r="r" b="b"/>
            <a:pathLst>
              <a:path w="1498675" h="542308">
                <a:moveTo>
                  <a:pt x="0" y="78167"/>
                </a:moveTo>
                <a:lnTo>
                  <a:pt x="22082" y="0"/>
                </a:lnTo>
                <a:lnTo>
                  <a:pt x="1498675" y="464141"/>
                </a:lnTo>
                <a:lnTo>
                  <a:pt x="1476593" y="542308"/>
                </a:lnTo>
                <a:close/>
              </a:path>
            </a:pathLst>
          </a:custGeom>
          <a:solidFill>
            <a:srgbClr val="AEAEAE"/>
          </a:solidFill>
          <a:ln w="6350">
            <a:solidFill>
              <a:srgbClr val="AEAEAE"/>
            </a:solidFill>
            <a:prstDash val="solid"/>
          </a:ln>
        </p:spPr>
      </p:sp>
      <p:sp>
        <p:nvSpPr>
          <p:cNvPr id="286" name="Shape 284"/>
          <p:cNvSpPr/>
          <p:nvPr/>
        </p:nvSpPr>
        <p:spPr>
          <a:xfrm>
            <a:off x="9060504" y="2335712"/>
            <a:ext cx="1506563" cy="539260"/>
          </a:xfrm>
          <a:custGeom>
            <a:avLst/>
            <a:gdLst/>
            <a:ahLst/>
            <a:cxnLst/>
            <a:rect l="l" t="t" r="r" b="b"/>
            <a:pathLst>
              <a:path w="1506563" h="539260">
                <a:moveTo>
                  <a:pt x="0" y="75119"/>
                </a:moveTo>
                <a:lnTo>
                  <a:pt x="29970" y="0"/>
                </a:lnTo>
                <a:lnTo>
                  <a:pt x="1506563" y="464141"/>
                </a:lnTo>
                <a:lnTo>
                  <a:pt x="1476593" y="539260"/>
                </a:lnTo>
                <a:close/>
              </a:path>
            </a:pathLst>
          </a:custGeom>
          <a:solidFill>
            <a:srgbClr val="B7B7B7"/>
          </a:solidFill>
          <a:ln w="6350">
            <a:solidFill>
              <a:srgbClr val="B7B7B7"/>
            </a:solidFill>
            <a:prstDash val="solid"/>
          </a:ln>
        </p:spPr>
      </p:sp>
      <p:sp>
        <p:nvSpPr>
          <p:cNvPr id="287" name="Shape 285"/>
          <p:cNvSpPr/>
          <p:nvPr/>
        </p:nvSpPr>
        <p:spPr>
          <a:xfrm>
            <a:off x="9090474" y="2265923"/>
            <a:ext cx="1513540" cy="533930"/>
          </a:xfrm>
          <a:custGeom>
            <a:avLst/>
            <a:gdLst/>
            <a:ahLst/>
            <a:cxnLst/>
            <a:rect l="l" t="t" r="r" b="b"/>
            <a:pathLst>
              <a:path w="1513540" h="533930">
                <a:moveTo>
                  <a:pt x="0" y="69789"/>
                </a:moveTo>
                <a:lnTo>
                  <a:pt x="36947" y="0"/>
                </a:lnTo>
                <a:lnTo>
                  <a:pt x="1513540" y="464141"/>
                </a:lnTo>
                <a:lnTo>
                  <a:pt x="1476593" y="533930"/>
                </a:lnTo>
                <a:close/>
              </a:path>
            </a:pathLst>
          </a:cu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88" name="Shape 286"/>
          <p:cNvSpPr/>
          <p:nvPr/>
        </p:nvSpPr>
        <p:spPr>
          <a:xfrm>
            <a:off x="9127421" y="2203584"/>
            <a:ext cx="1519395" cy="526480"/>
          </a:xfrm>
          <a:custGeom>
            <a:avLst/>
            <a:gdLst/>
            <a:ahLst/>
            <a:cxnLst/>
            <a:rect l="l" t="t" r="r" b="b"/>
            <a:pathLst>
              <a:path w="1519395" h="526480">
                <a:moveTo>
                  <a:pt x="0" y="62339"/>
                </a:moveTo>
                <a:lnTo>
                  <a:pt x="42802" y="0"/>
                </a:lnTo>
                <a:lnTo>
                  <a:pt x="1519395" y="464141"/>
                </a:lnTo>
                <a:lnTo>
                  <a:pt x="1476593" y="526480"/>
                </a:lnTo>
                <a:close/>
              </a:path>
            </a:pathLst>
          </a:custGeom>
          <a:solidFill>
            <a:srgbClr val="C1C1C1"/>
          </a:solidFill>
          <a:ln w="6350">
            <a:solidFill>
              <a:srgbClr val="C1C1C1"/>
            </a:solidFill>
            <a:prstDash val="solid"/>
          </a:ln>
        </p:spPr>
      </p:sp>
      <p:sp>
        <p:nvSpPr>
          <p:cNvPr id="289" name="Shape 287"/>
          <p:cNvSpPr/>
          <p:nvPr/>
        </p:nvSpPr>
        <p:spPr>
          <a:xfrm>
            <a:off x="9170223" y="2150590"/>
            <a:ext cx="1523949" cy="517135"/>
          </a:xfrm>
          <a:custGeom>
            <a:avLst/>
            <a:gdLst/>
            <a:ahLst/>
            <a:cxnLst/>
            <a:rect l="l" t="t" r="r" b="b"/>
            <a:pathLst>
              <a:path w="1523949" h="517135">
                <a:moveTo>
                  <a:pt x="0" y="52994"/>
                </a:moveTo>
                <a:lnTo>
                  <a:pt x="47356" y="0"/>
                </a:lnTo>
                <a:lnTo>
                  <a:pt x="1523949" y="464141"/>
                </a:lnTo>
                <a:lnTo>
                  <a:pt x="1476593" y="517135"/>
                </a:lnTo>
                <a:close/>
              </a:path>
            </a:pathLst>
          </a:custGeom>
          <a:solidFill>
            <a:srgbClr val="C1C1C1"/>
          </a:solidFill>
          <a:ln w="6350">
            <a:solidFill>
              <a:srgbClr val="C1C1C1"/>
            </a:solidFill>
            <a:prstDash val="solid"/>
          </a:ln>
        </p:spPr>
      </p:sp>
      <p:sp>
        <p:nvSpPr>
          <p:cNvPr id="290" name="Shape 288"/>
          <p:cNvSpPr/>
          <p:nvPr/>
        </p:nvSpPr>
        <p:spPr>
          <a:xfrm>
            <a:off x="9217580" y="2108550"/>
            <a:ext cx="1527064" cy="506180"/>
          </a:xfrm>
          <a:custGeom>
            <a:avLst/>
            <a:gdLst/>
            <a:ahLst/>
            <a:cxnLst/>
            <a:rect l="l" t="t" r="r" b="b"/>
            <a:pathLst>
              <a:path w="1527064" h="506180">
                <a:moveTo>
                  <a:pt x="0" y="42039"/>
                </a:moveTo>
                <a:lnTo>
                  <a:pt x="50471" y="0"/>
                </a:lnTo>
                <a:lnTo>
                  <a:pt x="1527064" y="464141"/>
                </a:lnTo>
                <a:lnTo>
                  <a:pt x="1476593" y="506180"/>
                </a:lnTo>
                <a:close/>
              </a:path>
            </a:pathLst>
          </a:custGeom>
          <a:solidFill>
            <a:srgbClr val="BEBEBE"/>
          </a:solidFill>
          <a:ln w="6350">
            <a:solidFill>
              <a:srgbClr val="BEBEBE"/>
            </a:solidFill>
            <a:prstDash val="solid"/>
          </a:ln>
        </p:spPr>
      </p:sp>
      <p:sp>
        <p:nvSpPr>
          <p:cNvPr id="291" name="Shape 289"/>
          <p:cNvSpPr/>
          <p:nvPr/>
        </p:nvSpPr>
        <p:spPr>
          <a:xfrm>
            <a:off x="9268051" y="2078743"/>
            <a:ext cx="1528646" cy="493948"/>
          </a:xfrm>
          <a:custGeom>
            <a:avLst/>
            <a:gdLst/>
            <a:ahLst/>
            <a:cxnLst/>
            <a:rect l="l" t="t" r="r" b="b"/>
            <a:pathLst>
              <a:path w="1528646" h="493948">
                <a:moveTo>
                  <a:pt x="0" y="29807"/>
                </a:moveTo>
                <a:lnTo>
                  <a:pt x="52053" y="0"/>
                </a:lnTo>
                <a:lnTo>
                  <a:pt x="1528646" y="464141"/>
                </a:lnTo>
                <a:lnTo>
                  <a:pt x="1476593" y="493948"/>
                </a:lnTo>
                <a:close/>
              </a:path>
            </a:pathLst>
          </a:custGeom>
          <a:solidFill>
            <a:srgbClr val="B8B8B8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92" name="Shape 290"/>
          <p:cNvSpPr/>
          <p:nvPr/>
        </p:nvSpPr>
        <p:spPr>
          <a:xfrm>
            <a:off x="9020343" y="2059048"/>
            <a:ext cx="2076113" cy="1368303"/>
          </a:xfrm>
          <a:custGeom>
            <a:avLst/>
            <a:gdLst/>
            <a:ahLst/>
            <a:cxnLst/>
            <a:rect l="l" t="t" r="r" b="b"/>
            <a:pathLst>
              <a:path w="2076113" h="1368303">
                <a:moveTo>
                  <a:pt x="0" y="585906"/>
                </a:moveTo>
                <a:lnTo>
                  <a:pt x="4554" y="508790"/>
                </a:lnTo>
                <a:lnTo>
                  <a:pt x="18078" y="429950"/>
                </a:lnTo>
                <a:lnTo>
                  <a:pt x="40160" y="351783"/>
                </a:lnTo>
                <a:lnTo>
                  <a:pt x="70131" y="276664"/>
                </a:lnTo>
                <a:lnTo>
                  <a:pt x="107078" y="206875"/>
                </a:lnTo>
                <a:lnTo>
                  <a:pt x="149880" y="144536"/>
                </a:lnTo>
                <a:lnTo>
                  <a:pt x="197236" y="91541"/>
                </a:lnTo>
                <a:lnTo>
                  <a:pt x="247707" y="49502"/>
                </a:lnTo>
                <a:lnTo>
                  <a:pt x="299760" y="19695"/>
                </a:lnTo>
                <a:lnTo>
                  <a:pt x="351813" y="3025"/>
                </a:lnTo>
                <a:lnTo>
                  <a:pt x="402284" y="0"/>
                </a:lnTo>
                <a:lnTo>
                  <a:pt x="449640" y="10711"/>
                </a:lnTo>
                <a:lnTo>
                  <a:pt x="1926233" y="474852"/>
                </a:lnTo>
                <a:lnTo>
                  <a:pt x="1969035" y="498974"/>
                </a:lnTo>
                <a:lnTo>
                  <a:pt x="2005983" y="535774"/>
                </a:lnTo>
                <a:lnTo>
                  <a:pt x="2035953" y="584133"/>
                </a:lnTo>
                <a:lnTo>
                  <a:pt x="2058035" y="642583"/>
                </a:lnTo>
                <a:lnTo>
                  <a:pt x="2071559" y="709347"/>
                </a:lnTo>
                <a:lnTo>
                  <a:pt x="2076113" y="782397"/>
                </a:lnTo>
                <a:lnTo>
                  <a:pt x="2071559" y="859514"/>
                </a:lnTo>
                <a:lnTo>
                  <a:pt x="2058035" y="938353"/>
                </a:lnTo>
                <a:lnTo>
                  <a:pt x="2035953" y="1016520"/>
                </a:lnTo>
                <a:lnTo>
                  <a:pt x="2005983" y="1091639"/>
                </a:lnTo>
                <a:lnTo>
                  <a:pt x="1969035" y="1161429"/>
                </a:lnTo>
                <a:lnTo>
                  <a:pt x="1926233" y="1223768"/>
                </a:lnTo>
                <a:lnTo>
                  <a:pt x="1878877" y="1276762"/>
                </a:lnTo>
                <a:lnTo>
                  <a:pt x="1828406" y="1318801"/>
                </a:lnTo>
                <a:lnTo>
                  <a:pt x="1776353" y="1348609"/>
                </a:lnTo>
                <a:lnTo>
                  <a:pt x="1724300" y="1365278"/>
                </a:lnTo>
                <a:lnTo>
                  <a:pt x="1673829" y="1368303"/>
                </a:lnTo>
                <a:lnTo>
                  <a:pt x="1626473" y="1357592"/>
                </a:lnTo>
                <a:lnTo>
                  <a:pt x="149880" y="893451"/>
                </a:lnTo>
                <a:lnTo>
                  <a:pt x="107078" y="869329"/>
                </a:lnTo>
                <a:lnTo>
                  <a:pt x="70131" y="832530"/>
                </a:lnTo>
                <a:lnTo>
                  <a:pt x="40160" y="784170"/>
                </a:lnTo>
                <a:lnTo>
                  <a:pt x="18078" y="725720"/>
                </a:lnTo>
                <a:lnTo>
                  <a:pt x="4554" y="658956"/>
                </a:lnTo>
                <a:close/>
              </a:path>
            </a:pathLst>
          </a:custGeom>
          <a:ln w="12700">
            <a:solidFill>
              <a:srgbClr val="000000"/>
            </a:solidFill>
            <a:prstDash val="solid"/>
          </a:ln>
        </p:spPr>
      </p:sp>
      <p:sp>
        <p:nvSpPr>
          <p:cNvPr id="293" name="Shape 291"/>
          <p:cNvSpPr/>
          <p:nvPr/>
        </p:nvSpPr>
        <p:spPr>
          <a:xfrm>
            <a:off x="10496936" y="2523189"/>
            <a:ext cx="599520" cy="904162"/>
          </a:xfrm>
          <a:custGeom>
            <a:avLst/>
            <a:gdLst/>
            <a:ahLst/>
            <a:cxnLst/>
            <a:rect l="l" t="t" r="r" b="b"/>
            <a:pathLst>
              <a:path w="599520" h="904162">
                <a:moveTo>
                  <a:pt x="299760" y="19695"/>
                </a:moveTo>
                <a:lnTo>
                  <a:pt x="351813" y="3025"/>
                </a:lnTo>
                <a:lnTo>
                  <a:pt x="402284" y="0"/>
                </a:lnTo>
                <a:lnTo>
                  <a:pt x="449640" y="10711"/>
                </a:lnTo>
                <a:lnTo>
                  <a:pt x="492442" y="34833"/>
                </a:lnTo>
                <a:lnTo>
                  <a:pt x="529390" y="71633"/>
                </a:lnTo>
                <a:lnTo>
                  <a:pt x="559360" y="119992"/>
                </a:lnTo>
                <a:lnTo>
                  <a:pt x="581443" y="178442"/>
                </a:lnTo>
                <a:lnTo>
                  <a:pt x="594966" y="245207"/>
                </a:lnTo>
                <a:lnTo>
                  <a:pt x="599520" y="318257"/>
                </a:lnTo>
                <a:lnTo>
                  <a:pt x="594966" y="395373"/>
                </a:lnTo>
                <a:lnTo>
                  <a:pt x="581443" y="474212"/>
                </a:lnTo>
                <a:lnTo>
                  <a:pt x="559360" y="552379"/>
                </a:lnTo>
                <a:lnTo>
                  <a:pt x="529390" y="627498"/>
                </a:lnTo>
                <a:lnTo>
                  <a:pt x="492442" y="697288"/>
                </a:lnTo>
                <a:lnTo>
                  <a:pt x="449640" y="759627"/>
                </a:lnTo>
                <a:lnTo>
                  <a:pt x="402284" y="812621"/>
                </a:lnTo>
                <a:lnTo>
                  <a:pt x="351813" y="854661"/>
                </a:lnTo>
                <a:lnTo>
                  <a:pt x="299760" y="884468"/>
                </a:lnTo>
                <a:lnTo>
                  <a:pt x="247707" y="901137"/>
                </a:lnTo>
                <a:lnTo>
                  <a:pt x="197236" y="904162"/>
                </a:lnTo>
                <a:lnTo>
                  <a:pt x="149880" y="893451"/>
                </a:lnTo>
                <a:lnTo>
                  <a:pt x="107078" y="869329"/>
                </a:lnTo>
                <a:lnTo>
                  <a:pt x="70131" y="832530"/>
                </a:lnTo>
                <a:lnTo>
                  <a:pt x="40160" y="784170"/>
                </a:lnTo>
                <a:lnTo>
                  <a:pt x="18078" y="725720"/>
                </a:lnTo>
                <a:lnTo>
                  <a:pt x="4554" y="658956"/>
                </a:lnTo>
                <a:lnTo>
                  <a:pt x="0" y="585906"/>
                </a:lnTo>
                <a:lnTo>
                  <a:pt x="4554" y="508790"/>
                </a:lnTo>
                <a:lnTo>
                  <a:pt x="18078" y="429950"/>
                </a:lnTo>
                <a:lnTo>
                  <a:pt x="40160" y="351783"/>
                </a:lnTo>
                <a:lnTo>
                  <a:pt x="70131" y="276664"/>
                </a:lnTo>
                <a:lnTo>
                  <a:pt x="107078" y="206875"/>
                </a:lnTo>
                <a:lnTo>
                  <a:pt x="149880" y="144536"/>
                </a:lnTo>
                <a:lnTo>
                  <a:pt x="197236" y="91541"/>
                </a:lnTo>
                <a:lnTo>
                  <a:pt x="247707" y="49502"/>
                </a:lnTo>
                <a:close/>
              </a:path>
            </a:pathLst>
          </a:custGeom>
          <a:solidFill>
            <a:srgbClr val="5A5A5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4" name="Shape 292"/>
          <p:cNvSpPr/>
          <p:nvPr/>
        </p:nvSpPr>
        <p:spPr>
          <a:xfrm>
            <a:off x="10461071" y="2611787"/>
            <a:ext cx="168305" cy="122237"/>
          </a:xfrm>
          <a:custGeom>
            <a:avLst/>
            <a:gdLst/>
            <a:ahLst/>
            <a:cxnLst/>
            <a:rect l="l" t="t" r="r" b="b"/>
            <a:pathLst>
              <a:path w="168305" h="122237">
                <a:moveTo>
                  <a:pt x="3437" y="122237"/>
                </a:moveTo>
                <a:lnTo>
                  <a:pt x="0" y="73604"/>
                </a:lnTo>
                <a:lnTo>
                  <a:pt x="164868" y="0"/>
                </a:lnTo>
                <a:lnTo>
                  <a:pt x="168305" y="48633"/>
                </a:lnTo>
                <a:close/>
              </a:path>
            </a:pathLst>
          </a:custGeom>
          <a:solidFill>
            <a:srgbClr val="3D3D3D"/>
          </a:solidFill>
          <a:ln w="6350">
            <a:solidFill>
              <a:srgbClr val="3D3D3D"/>
            </a:solidFill>
            <a:prstDash val="solid"/>
          </a:ln>
        </p:spPr>
      </p:sp>
      <p:sp>
        <p:nvSpPr>
          <p:cNvPr id="295" name="Shape 293"/>
          <p:cNvSpPr/>
          <p:nvPr/>
        </p:nvSpPr>
        <p:spPr>
          <a:xfrm>
            <a:off x="10450864" y="2562471"/>
            <a:ext cx="175075" cy="122920"/>
          </a:xfrm>
          <a:custGeom>
            <a:avLst/>
            <a:gdLst/>
            <a:ahLst/>
            <a:cxnLst/>
            <a:rect l="l" t="t" r="r" b="b"/>
            <a:pathLst>
              <a:path w="175075" h="122920">
                <a:moveTo>
                  <a:pt x="10207" y="122920"/>
                </a:moveTo>
                <a:lnTo>
                  <a:pt x="0" y="73604"/>
                </a:lnTo>
                <a:lnTo>
                  <a:pt x="164868" y="0"/>
                </a:lnTo>
                <a:lnTo>
                  <a:pt x="175075" y="49316"/>
                </a:lnTo>
                <a:close/>
              </a:path>
            </a:pathLst>
          </a:custGeom>
          <a:solidFill>
            <a:srgbClr val="414141"/>
          </a:solidFill>
          <a:ln w="6350">
            <a:solidFill>
              <a:srgbClr val="414141"/>
            </a:solidFill>
            <a:prstDash val="solid"/>
          </a:ln>
        </p:spPr>
      </p:sp>
      <p:sp>
        <p:nvSpPr>
          <p:cNvPr id="296" name="Shape 294"/>
          <p:cNvSpPr/>
          <p:nvPr/>
        </p:nvSpPr>
        <p:spPr>
          <a:xfrm>
            <a:off x="10434196" y="2513970"/>
            <a:ext cx="181535" cy="122105"/>
          </a:xfrm>
          <a:custGeom>
            <a:avLst/>
            <a:gdLst/>
            <a:ahLst/>
            <a:cxnLst/>
            <a:rect l="l" t="t" r="r" b="b"/>
            <a:pathLst>
              <a:path w="181535" h="122105">
                <a:moveTo>
                  <a:pt x="16667" y="122105"/>
                </a:moveTo>
                <a:lnTo>
                  <a:pt x="0" y="73604"/>
                </a:lnTo>
                <a:lnTo>
                  <a:pt x="164868" y="0"/>
                </a:lnTo>
                <a:lnTo>
                  <a:pt x="181535" y="48501"/>
                </a:lnTo>
                <a:close/>
              </a:path>
            </a:pathLst>
          </a:custGeom>
          <a:solidFill>
            <a:srgbClr val="4D4D4D"/>
          </a:solidFill>
          <a:ln w="6350">
            <a:solidFill>
              <a:srgbClr val="4D4D4D"/>
            </a:solidFill>
            <a:prstDash val="solid"/>
          </a:ln>
        </p:spPr>
      </p:sp>
      <p:sp>
        <p:nvSpPr>
          <p:cNvPr id="297" name="Shape 295"/>
          <p:cNvSpPr/>
          <p:nvPr/>
        </p:nvSpPr>
        <p:spPr>
          <a:xfrm>
            <a:off x="10411575" y="2467758"/>
            <a:ext cx="187489" cy="119816"/>
          </a:xfrm>
          <a:custGeom>
            <a:avLst/>
            <a:gdLst/>
            <a:ahLst/>
            <a:cxnLst/>
            <a:rect l="l" t="t" r="r" b="b"/>
            <a:pathLst>
              <a:path w="187489" h="119816">
                <a:moveTo>
                  <a:pt x="22621" y="119816"/>
                </a:moveTo>
                <a:lnTo>
                  <a:pt x="0" y="73604"/>
                </a:lnTo>
                <a:lnTo>
                  <a:pt x="164868" y="0"/>
                </a:lnTo>
                <a:lnTo>
                  <a:pt x="187489" y="46212"/>
                </a:lnTo>
                <a:close/>
              </a:path>
            </a:pathLst>
          </a:custGeom>
          <a:solidFill>
            <a:srgbClr val="5A5A5A"/>
          </a:solidFill>
          <a:ln w="6350">
            <a:solidFill>
              <a:srgbClr val="5A5A5A"/>
            </a:solidFill>
            <a:prstDash val="solid"/>
          </a:ln>
        </p:spPr>
      </p:sp>
      <p:sp>
        <p:nvSpPr>
          <p:cNvPr id="298" name="Shape 296"/>
          <p:cNvSpPr/>
          <p:nvPr/>
        </p:nvSpPr>
        <p:spPr>
          <a:xfrm>
            <a:off x="10383688" y="2425238"/>
            <a:ext cx="192755" cy="116123"/>
          </a:xfrm>
          <a:custGeom>
            <a:avLst/>
            <a:gdLst/>
            <a:ahLst/>
            <a:cxnLst/>
            <a:rect l="l" t="t" r="r" b="b"/>
            <a:pathLst>
              <a:path w="192755" h="116123">
                <a:moveTo>
                  <a:pt x="27887" y="116123"/>
                </a:moveTo>
                <a:lnTo>
                  <a:pt x="0" y="73604"/>
                </a:lnTo>
                <a:lnTo>
                  <a:pt x="164868" y="0"/>
                </a:lnTo>
                <a:lnTo>
                  <a:pt x="192755" y="42519"/>
                </a:lnTo>
                <a:close/>
              </a:path>
            </a:pathLst>
          </a:custGeom>
          <a:solidFill>
            <a:srgbClr val="656565"/>
          </a:solidFill>
          <a:ln w="6350">
            <a:solidFill>
              <a:srgbClr val="656565"/>
            </a:solidFill>
            <a:prstDash val="solid"/>
          </a:ln>
        </p:spPr>
      </p:sp>
      <p:sp>
        <p:nvSpPr>
          <p:cNvPr id="299" name="Shape 297"/>
          <p:cNvSpPr/>
          <p:nvPr/>
        </p:nvSpPr>
        <p:spPr>
          <a:xfrm>
            <a:off x="10351382" y="2387704"/>
            <a:ext cx="197174" cy="111138"/>
          </a:xfrm>
          <a:custGeom>
            <a:avLst/>
            <a:gdLst/>
            <a:ahLst/>
            <a:cxnLst/>
            <a:rect l="l" t="t" r="r" b="b"/>
            <a:pathLst>
              <a:path w="197174" h="111138">
                <a:moveTo>
                  <a:pt x="32306" y="111138"/>
                </a:moveTo>
                <a:lnTo>
                  <a:pt x="0" y="73604"/>
                </a:lnTo>
                <a:lnTo>
                  <a:pt x="164868" y="0"/>
                </a:lnTo>
                <a:lnTo>
                  <a:pt x="197174" y="37534"/>
                </a:lnTo>
                <a:close/>
              </a:path>
            </a:pathLst>
          </a:custGeom>
          <a:solidFill>
            <a:srgbClr val="6F6F6F"/>
          </a:solidFill>
          <a:ln w="6350">
            <a:solidFill>
              <a:srgbClr val="6F6F6F"/>
            </a:solidFill>
            <a:prstDash val="solid"/>
          </a:ln>
        </p:spPr>
      </p:sp>
      <p:sp>
        <p:nvSpPr>
          <p:cNvPr id="300" name="Shape 298"/>
          <p:cNvSpPr/>
          <p:nvPr/>
        </p:nvSpPr>
        <p:spPr>
          <a:xfrm>
            <a:off x="10315639" y="2356296"/>
            <a:ext cx="200611" cy="105012"/>
          </a:xfrm>
          <a:custGeom>
            <a:avLst/>
            <a:gdLst/>
            <a:ahLst/>
            <a:cxnLst/>
            <a:rect l="l" t="t" r="r" b="b"/>
            <a:pathLst>
              <a:path w="200611" h="105012">
                <a:moveTo>
                  <a:pt x="35743" y="105012"/>
                </a:moveTo>
                <a:lnTo>
                  <a:pt x="0" y="73604"/>
                </a:lnTo>
                <a:lnTo>
                  <a:pt x="164868" y="0"/>
                </a:lnTo>
                <a:lnTo>
                  <a:pt x="200611" y="31409"/>
                </a:lnTo>
                <a:close/>
              </a:path>
            </a:pathLst>
          </a:custGeom>
          <a:solidFill>
            <a:srgbClr val="787878"/>
          </a:solidFill>
          <a:ln w="6350">
            <a:solidFill>
              <a:srgbClr val="787878"/>
            </a:solidFill>
            <a:prstDash val="solid"/>
          </a:ln>
        </p:spPr>
      </p:sp>
      <p:sp>
        <p:nvSpPr>
          <p:cNvPr id="301" name="Shape 299"/>
          <p:cNvSpPr/>
          <p:nvPr/>
        </p:nvSpPr>
        <p:spPr>
          <a:xfrm>
            <a:off x="10277544" y="2331967"/>
            <a:ext cx="202963" cy="97932"/>
          </a:xfrm>
          <a:custGeom>
            <a:avLst/>
            <a:gdLst/>
            <a:ahLst/>
            <a:cxnLst/>
            <a:rect l="l" t="t" r="r" b="b"/>
            <a:pathLst>
              <a:path w="202963" h="97932">
                <a:moveTo>
                  <a:pt x="38095" y="97932"/>
                </a:moveTo>
                <a:lnTo>
                  <a:pt x="0" y="73604"/>
                </a:lnTo>
                <a:lnTo>
                  <a:pt x="164868" y="0"/>
                </a:lnTo>
                <a:lnTo>
                  <a:pt x="202963" y="24329"/>
                </a:lnTo>
                <a:close/>
              </a:path>
            </a:pathLst>
          </a:custGeom>
          <a:solidFill>
            <a:srgbClr val="7F7F7F"/>
          </a:solidFill>
          <a:ln w="6350">
            <a:solidFill>
              <a:srgbClr val="7F7F7F"/>
            </a:solidFill>
            <a:prstDash val="solid"/>
          </a:ln>
        </p:spPr>
      </p:sp>
      <p:sp>
        <p:nvSpPr>
          <p:cNvPr id="302" name="Shape 300"/>
          <p:cNvSpPr/>
          <p:nvPr/>
        </p:nvSpPr>
        <p:spPr>
          <a:xfrm>
            <a:off x="10238256" y="2315457"/>
            <a:ext cx="204156" cy="90113"/>
          </a:xfrm>
          <a:custGeom>
            <a:avLst/>
            <a:gdLst/>
            <a:ahLst/>
            <a:cxnLst/>
            <a:rect l="l" t="t" r="r" b="b"/>
            <a:pathLst>
              <a:path w="204156" h="90113">
                <a:moveTo>
                  <a:pt x="39288" y="90113"/>
                </a:moveTo>
                <a:lnTo>
                  <a:pt x="0" y="73604"/>
                </a:lnTo>
                <a:lnTo>
                  <a:pt x="164868" y="0"/>
                </a:lnTo>
                <a:lnTo>
                  <a:pt x="204156" y="16510"/>
                </a:lnTo>
                <a:close/>
              </a:path>
            </a:pathLst>
          </a:custGeom>
          <a:solidFill>
            <a:srgbClr val="838383"/>
          </a:solidFill>
          <a:ln w="6350">
            <a:solidFill>
              <a:srgbClr val="838383"/>
            </a:solidFill>
            <a:prstDash val="solid"/>
          </a:ln>
        </p:spPr>
      </p:sp>
      <p:sp>
        <p:nvSpPr>
          <p:cNvPr id="303" name="Shape 301"/>
          <p:cNvSpPr/>
          <p:nvPr/>
        </p:nvSpPr>
        <p:spPr>
          <a:xfrm>
            <a:off x="10198968" y="2307268"/>
            <a:ext cx="204156" cy="81793"/>
          </a:xfrm>
          <a:custGeom>
            <a:avLst/>
            <a:gdLst/>
            <a:ahLst/>
            <a:cxnLst/>
            <a:rect l="l" t="t" r="r" b="b"/>
            <a:pathLst>
              <a:path w="204156" h="81793">
                <a:moveTo>
                  <a:pt x="39288" y="81793"/>
                </a:moveTo>
                <a:lnTo>
                  <a:pt x="0" y="73604"/>
                </a:lnTo>
                <a:lnTo>
                  <a:pt x="164868" y="0"/>
                </a:lnTo>
                <a:lnTo>
                  <a:pt x="204156" y="8189"/>
                </a:lnTo>
                <a:close/>
              </a:path>
            </a:pathLst>
          </a:custGeom>
          <a:solidFill>
            <a:srgbClr val="868686"/>
          </a:solidFill>
          <a:ln w="6350">
            <a:solidFill>
              <a:srgbClr val="868686"/>
            </a:solidFill>
            <a:prstDash val="solid"/>
          </a:ln>
        </p:spPr>
      </p:sp>
      <p:sp>
        <p:nvSpPr>
          <p:cNvPr id="304" name="Shape 302"/>
          <p:cNvSpPr/>
          <p:nvPr/>
        </p:nvSpPr>
        <p:spPr>
          <a:xfrm>
            <a:off x="10160873" y="2307268"/>
            <a:ext cx="202963" cy="73984"/>
          </a:xfrm>
          <a:custGeom>
            <a:avLst/>
            <a:gdLst/>
            <a:ahLst/>
            <a:cxnLst/>
            <a:rect l="l" t="t" r="r" b="b"/>
            <a:pathLst>
              <a:path w="202963" h="73984">
                <a:moveTo>
                  <a:pt x="38095" y="73604"/>
                </a:moveTo>
                <a:lnTo>
                  <a:pt x="0" y="73984"/>
                </a:lnTo>
                <a:lnTo>
                  <a:pt x="164868" y="380"/>
                </a:lnTo>
                <a:lnTo>
                  <a:pt x="202963" y="0"/>
                </a:lnTo>
                <a:close/>
              </a:path>
            </a:pathLst>
          </a:custGeom>
          <a:solidFill>
            <a:srgbClr val="878787"/>
          </a:solidFill>
          <a:ln w="6350">
            <a:solidFill>
              <a:srgbClr val="878787"/>
            </a:solidFill>
            <a:prstDash val="solid"/>
          </a:ln>
        </p:spPr>
      </p:sp>
      <p:sp>
        <p:nvSpPr>
          <p:cNvPr id="305" name="Shape 303"/>
          <p:cNvSpPr/>
          <p:nvPr/>
        </p:nvSpPr>
        <p:spPr>
          <a:xfrm>
            <a:off x="10125130" y="2307648"/>
            <a:ext cx="200611" cy="82542"/>
          </a:xfrm>
          <a:custGeom>
            <a:avLst/>
            <a:gdLst/>
            <a:ahLst/>
            <a:cxnLst/>
            <a:rect l="l" t="t" r="r" b="b"/>
            <a:pathLst>
              <a:path w="200611" h="82542">
                <a:moveTo>
                  <a:pt x="35743" y="73604"/>
                </a:moveTo>
                <a:lnTo>
                  <a:pt x="0" y="82542"/>
                </a:lnTo>
                <a:lnTo>
                  <a:pt x="164868" y="8938"/>
                </a:lnTo>
                <a:lnTo>
                  <a:pt x="200611" y="0"/>
                </a:lnTo>
                <a:close/>
              </a:path>
            </a:pathLst>
          </a:custGeom>
          <a:solidFill>
            <a:srgbClr val="858585"/>
          </a:solidFill>
          <a:ln w="6350">
            <a:solidFill>
              <a:srgbClr val="858585"/>
            </a:solidFill>
            <a:prstDash val="solid"/>
          </a:ln>
        </p:spPr>
      </p:sp>
      <p:sp>
        <p:nvSpPr>
          <p:cNvPr id="306" name="Shape 304"/>
          <p:cNvSpPr/>
          <p:nvPr/>
        </p:nvSpPr>
        <p:spPr>
          <a:xfrm>
            <a:off x="10351382" y="2844793"/>
            <a:ext cx="197174" cy="90828"/>
          </a:xfrm>
          <a:custGeom>
            <a:avLst/>
            <a:gdLst/>
            <a:ahLst/>
            <a:cxnLst/>
            <a:rect l="l" t="t" r="r" b="b"/>
            <a:pathLst>
              <a:path w="197174" h="90828">
                <a:moveTo>
                  <a:pt x="0" y="90828"/>
                </a:moveTo>
                <a:lnTo>
                  <a:pt x="32306" y="73604"/>
                </a:lnTo>
                <a:lnTo>
                  <a:pt x="197174" y="0"/>
                </a:lnTo>
                <a:lnTo>
                  <a:pt x="164868" y="17224"/>
                </a:lnTo>
                <a:close/>
              </a:path>
            </a:pathLst>
          </a:custGeom>
          <a:solidFill>
            <a:srgbClr val="3D3D3D"/>
          </a:solidFill>
          <a:ln w="6350">
            <a:solidFill>
              <a:srgbClr val="3D3D3D"/>
            </a:solidFill>
            <a:prstDash val="solid"/>
          </a:ln>
        </p:spPr>
      </p:sp>
      <p:sp>
        <p:nvSpPr>
          <p:cNvPr id="307" name="Shape 305"/>
          <p:cNvSpPr/>
          <p:nvPr/>
        </p:nvSpPr>
        <p:spPr>
          <a:xfrm>
            <a:off x="10383688" y="2819806"/>
            <a:ext cx="192755" cy="98591"/>
          </a:xfrm>
          <a:custGeom>
            <a:avLst/>
            <a:gdLst/>
            <a:ahLst/>
            <a:cxnLst/>
            <a:rect l="l" t="t" r="r" b="b"/>
            <a:pathLst>
              <a:path w="192755" h="98591">
                <a:moveTo>
                  <a:pt x="0" y="98591"/>
                </a:moveTo>
                <a:lnTo>
                  <a:pt x="27887" y="73604"/>
                </a:lnTo>
                <a:lnTo>
                  <a:pt x="192755" y="0"/>
                </a:lnTo>
                <a:lnTo>
                  <a:pt x="164868" y="24987"/>
                </a:lnTo>
                <a:close/>
              </a:path>
            </a:pathLst>
          </a:custGeom>
          <a:solidFill>
            <a:srgbClr val="3D3D3D"/>
          </a:solidFill>
          <a:ln w="6350">
            <a:solidFill>
              <a:srgbClr val="3D3D3D"/>
            </a:solidFill>
            <a:prstDash val="solid"/>
          </a:ln>
        </p:spPr>
      </p:sp>
      <p:sp>
        <p:nvSpPr>
          <p:cNvPr id="308" name="Shape 306"/>
          <p:cNvSpPr/>
          <p:nvPr/>
        </p:nvSpPr>
        <p:spPr>
          <a:xfrm>
            <a:off x="10411575" y="2787814"/>
            <a:ext cx="187489" cy="105595"/>
          </a:xfrm>
          <a:custGeom>
            <a:avLst/>
            <a:gdLst/>
            <a:ahLst/>
            <a:cxnLst/>
            <a:rect l="l" t="t" r="r" b="b"/>
            <a:pathLst>
              <a:path w="187489" h="105595">
                <a:moveTo>
                  <a:pt x="0" y="105595"/>
                </a:moveTo>
                <a:lnTo>
                  <a:pt x="22621" y="73604"/>
                </a:lnTo>
                <a:lnTo>
                  <a:pt x="187489" y="0"/>
                </a:lnTo>
                <a:lnTo>
                  <a:pt x="164868" y="31991"/>
                </a:lnTo>
                <a:close/>
              </a:path>
            </a:pathLst>
          </a:custGeom>
          <a:solidFill>
            <a:srgbClr val="3D3D3D"/>
          </a:solidFill>
          <a:ln w="6350">
            <a:solidFill>
              <a:srgbClr val="3D3D3D"/>
            </a:solidFill>
            <a:prstDash val="solid"/>
          </a:ln>
        </p:spPr>
      </p:sp>
      <p:sp>
        <p:nvSpPr>
          <p:cNvPr id="309" name="Shape 307"/>
          <p:cNvSpPr/>
          <p:nvPr/>
        </p:nvSpPr>
        <p:spPr>
          <a:xfrm>
            <a:off x="10434196" y="2749792"/>
            <a:ext cx="181535" cy="111626"/>
          </a:xfrm>
          <a:custGeom>
            <a:avLst/>
            <a:gdLst/>
            <a:ahLst/>
            <a:cxnLst/>
            <a:rect l="l" t="t" r="r" b="b"/>
            <a:pathLst>
              <a:path w="181535" h="111626">
                <a:moveTo>
                  <a:pt x="0" y="111626"/>
                </a:moveTo>
                <a:lnTo>
                  <a:pt x="16667" y="73604"/>
                </a:lnTo>
                <a:lnTo>
                  <a:pt x="181535" y="0"/>
                </a:lnTo>
                <a:lnTo>
                  <a:pt x="164868" y="38023"/>
                </a:lnTo>
                <a:close/>
              </a:path>
            </a:pathLst>
          </a:custGeom>
          <a:solidFill>
            <a:srgbClr val="3D3D3D"/>
          </a:solidFill>
          <a:ln w="6350">
            <a:solidFill>
              <a:srgbClr val="3D3D3D"/>
            </a:solidFill>
            <a:prstDash val="solid"/>
          </a:ln>
        </p:spPr>
      </p:sp>
      <p:sp>
        <p:nvSpPr>
          <p:cNvPr id="310" name="Shape 308"/>
          <p:cNvSpPr/>
          <p:nvPr/>
        </p:nvSpPr>
        <p:spPr>
          <a:xfrm>
            <a:off x="10450864" y="2706892"/>
            <a:ext cx="175075" cy="116503"/>
          </a:xfrm>
          <a:custGeom>
            <a:avLst/>
            <a:gdLst/>
            <a:ahLst/>
            <a:cxnLst/>
            <a:rect l="l" t="t" r="r" b="b"/>
            <a:pathLst>
              <a:path w="175075" h="116503">
                <a:moveTo>
                  <a:pt x="0" y="116503"/>
                </a:moveTo>
                <a:lnTo>
                  <a:pt x="10207" y="73604"/>
                </a:lnTo>
                <a:lnTo>
                  <a:pt x="175075" y="0"/>
                </a:lnTo>
                <a:lnTo>
                  <a:pt x="164868" y="42899"/>
                </a:lnTo>
                <a:close/>
              </a:path>
            </a:pathLst>
          </a:custGeom>
          <a:solidFill>
            <a:srgbClr val="3D3D3D"/>
          </a:solidFill>
          <a:ln w="6350">
            <a:solidFill>
              <a:srgbClr val="3D3D3D"/>
            </a:solidFill>
            <a:prstDash val="solid"/>
          </a:ln>
        </p:spPr>
      </p:sp>
      <p:sp>
        <p:nvSpPr>
          <p:cNvPr id="311" name="Shape 309"/>
          <p:cNvSpPr/>
          <p:nvPr/>
        </p:nvSpPr>
        <p:spPr>
          <a:xfrm>
            <a:off x="10461071" y="2660420"/>
            <a:ext cx="168305" cy="120076"/>
          </a:xfrm>
          <a:custGeom>
            <a:avLst/>
            <a:gdLst/>
            <a:ahLst/>
            <a:cxnLst/>
            <a:rect l="l" t="t" r="r" b="b"/>
            <a:pathLst>
              <a:path w="168305" h="120076">
                <a:moveTo>
                  <a:pt x="0" y="120076"/>
                </a:moveTo>
                <a:lnTo>
                  <a:pt x="3437" y="73604"/>
                </a:lnTo>
                <a:lnTo>
                  <a:pt x="168305" y="0"/>
                </a:lnTo>
                <a:lnTo>
                  <a:pt x="164868" y="46472"/>
                </a:lnTo>
                <a:close/>
              </a:path>
            </a:pathLst>
          </a:custGeom>
          <a:solidFill>
            <a:srgbClr val="3D3D3D"/>
          </a:solidFill>
          <a:ln w="6350">
            <a:solidFill>
              <a:srgbClr val="3D3D3D"/>
            </a:solidFill>
            <a:prstDash val="solid"/>
          </a:ln>
        </p:spPr>
      </p:sp>
      <p:sp>
        <p:nvSpPr>
          <p:cNvPr id="312" name="Shape 310"/>
          <p:cNvSpPr/>
          <p:nvPr/>
        </p:nvSpPr>
        <p:spPr>
          <a:xfrm>
            <a:off x="10012004" y="2307268"/>
            <a:ext cx="617372" cy="637672"/>
          </a:xfrm>
          <a:custGeom>
            <a:avLst/>
            <a:gdLst/>
            <a:ahLst/>
            <a:cxnLst/>
            <a:rect l="l" t="t" r="r" b="b"/>
            <a:pathLst>
              <a:path w="617372" h="637672">
                <a:moveTo>
                  <a:pt x="0" y="284519"/>
                </a:moveTo>
                <a:lnTo>
                  <a:pt x="3437" y="238047"/>
                </a:lnTo>
                <a:lnTo>
                  <a:pt x="13645" y="195148"/>
                </a:lnTo>
                <a:lnTo>
                  <a:pt x="30312" y="157125"/>
                </a:lnTo>
                <a:lnTo>
                  <a:pt x="52933" y="125134"/>
                </a:lnTo>
                <a:lnTo>
                  <a:pt x="80820" y="100146"/>
                </a:lnTo>
                <a:lnTo>
                  <a:pt x="113126" y="82922"/>
                </a:lnTo>
                <a:lnTo>
                  <a:pt x="277994" y="9318"/>
                </a:lnTo>
                <a:lnTo>
                  <a:pt x="313737" y="380"/>
                </a:lnTo>
                <a:lnTo>
                  <a:pt x="351832" y="0"/>
                </a:lnTo>
                <a:lnTo>
                  <a:pt x="391120" y="8189"/>
                </a:lnTo>
                <a:lnTo>
                  <a:pt x="430408" y="24699"/>
                </a:lnTo>
                <a:lnTo>
                  <a:pt x="468503" y="49028"/>
                </a:lnTo>
                <a:lnTo>
                  <a:pt x="504246" y="80437"/>
                </a:lnTo>
                <a:lnTo>
                  <a:pt x="536552" y="117971"/>
                </a:lnTo>
                <a:lnTo>
                  <a:pt x="564439" y="160490"/>
                </a:lnTo>
                <a:lnTo>
                  <a:pt x="587060" y="206702"/>
                </a:lnTo>
                <a:lnTo>
                  <a:pt x="603728" y="255203"/>
                </a:lnTo>
                <a:lnTo>
                  <a:pt x="613935" y="304519"/>
                </a:lnTo>
                <a:lnTo>
                  <a:pt x="617372" y="353152"/>
                </a:lnTo>
                <a:lnTo>
                  <a:pt x="613935" y="399625"/>
                </a:lnTo>
                <a:lnTo>
                  <a:pt x="603728" y="442524"/>
                </a:lnTo>
                <a:lnTo>
                  <a:pt x="587060" y="480547"/>
                </a:lnTo>
                <a:lnTo>
                  <a:pt x="564439" y="512538"/>
                </a:lnTo>
                <a:lnTo>
                  <a:pt x="536552" y="537525"/>
                </a:lnTo>
                <a:lnTo>
                  <a:pt x="504246" y="554750"/>
                </a:lnTo>
                <a:lnTo>
                  <a:pt x="339378" y="628353"/>
                </a:lnTo>
                <a:lnTo>
                  <a:pt x="303635" y="637292"/>
                </a:lnTo>
                <a:lnTo>
                  <a:pt x="265540" y="637672"/>
                </a:lnTo>
                <a:lnTo>
                  <a:pt x="226252" y="629482"/>
                </a:lnTo>
                <a:lnTo>
                  <a:pt x="186964" y="612973"/>
                </a:lnTo>
                <a:lnTo>
                  <a:pt x="148869" y="588644"/>
                </a:lnTo>
                <a:lnTo>
                  <a:pt x="113126" y="557235"/>
                </a:lnTo>
                <a:lnTo>
                  <a:pt x="80820" y="519701"/>
                </a:lnTo>
                <a:lnTo>
                  <a:pt x="52933" y="477182"/>
                </a:lnTo>
                <a:lnTo>
                  <a:pt x="30312" y="430970"/>
                </a:lnTo>
                <a:lnTo>
                  <a:pt x="13645" y="382469"/>
                </a:lnTo>
                <a:lnTo>
                  <a:pt x="3437" y="333152"/>
                </a:lnTo>
                <a:close/>
              </a:path>
            </a:pathLst>
          </a:custGeom>
          <a:ln w="12700">
            <a:solidFill>
              <a:srgbClr val="000000"/>
            </a:solidFill>
            <a:prstDash val="solid"/>
          </a:ln>
        </p:spPr>
      </p:sp>
      <p:sp>
        <p:nvSpPr>
          <p:cNvPr id="313" name="Shape 311"/>
          <p:cNvSpPr/>
          <p:nvPr/>
        </p:nvSpPr>
        <p:spPr>
          <a:xfrm>
            <a:off x="10012004" y="2380871"/>
            <a:ext cx="452504" cy="564068"/>
          </a:xfrm>
          <a:custGeom>
            <a:avLst/>
            <a:gdLst/>
            <a:ahLst/>
            <a:cxnLst/>
            <a:rect l="l" t="t" r="r" b="b"/>
            <a:pathLst>
              <a:path w="452504" h="564068">
                <a:moveTo>
                  <a:pt x="452504" y="353152"/>
                </a:moveTo>
                <a:lnTo>
                  <a:pt x="449067" y="304519"/>
                </a:lnTo>
                <a:lnTo>
                  <a:pt x="438860" y="255203"/>
                </a:lnTo>
                <a:lnTo>
                  <a:pt x="422192" y="206702"/>
                </a:lnTo>
                <a:lnTo>
                  <a:pt x="399571" y="160490"/>
                </a:lnTo>
                <a:lnTo>
                  <a:pt x="371684" y="117971"/>
                </a:lnTo>
                <a:lnTo>
                  <a:pt x="339378" y="80437"/>
                </a:lnTo>
                <a:lnTo>
                  <a:pt x="303635" y="49028"/>
                </a:lnTo>
                <a:lnTo>
                  <a:pt x="265540" y="24699"/>
                </a:lnTo>
                <a:lnTo>
                  <a:pt x="226252" y="8189"/>
                </a:lnTo>
                <a:lnTo>
                  <a:pt x="186964" y="0"/>
                </a:lnTo>
                <a:lnTo>
                  <a:pt x="148869" y="380"/>
                </a:lnTo>
                <a:lnTo>
                  <a:pt x="113126" y="9318"/>
                </a:lnTo>
                <a:lnTo>
                  <a:pt x="80820" y="26543"/>
                </a:lnTo>
                <a:lnTo>
                  <a:pt x="52933" y="51530"/>
                </a:lnTo>
                <a:lnTo>
                  <a:pt x="30312" y="83521"/>
                </a:lnTo>
                <a:lnTo>
                  <a:pt x="13645" y="121544"/>
                </a:lnTo>
                <a:lnTo>
                  <a:pt x="3437" y="164444"/>
                </a:lnTo>
                <a:lnTo>
                  <a:pt x="0" y="210916"/>
                </a:lnTo>
                <a:lnTo>
                  <a:pt x="3437" y="259549"/>
                </a:lnTo>
                <a:lnTo>
                  <a:pt x="13645" y="308865"/>
                </a:lnTo>
                <a:lnTo>
                  <a:pt x="30312" y="357366"/>
                </a:lnTo>
                <a:lnTo>
                  <a:pt x="52933" y="403578"/>
                </a:lnTo>
                <a:lnTo>
                  <a:pt x="80820" y="446097"/>
                </a:lnTo>
                <a:lnTo>
                  <a:pt x="113126" y="483632"/>
                </a:lnTo>
                <a:lnTo>
                  <a:pt x="148869" y="515040"/>
                </a:lnTo>
                <a:lnTo>
                  <a:pt x="186964" y="539369"/>
                </a:lnTo>
                <a:lnTo>
                  <a:pt x="226252" y="555879"/>
                </a:lnTo>
                <a:lnTo>
                  <a:pt x="265540" y="564068"/>
                </a:lnTo>
                <a:lnTo>
                  <a:pt x="303635" y="563688"/>
                </a:lnTo>
                <a:lnTo>
                  <a:pt x="339378" y="554750"/>
                </a:lnTo>
                <a:lnTo>
                  <a:pt x="371684" y="537525"/>
                </a:lnTo>
                <a:lnTo>
                  <a:pt x="399571" y="512538"/>
                </a:lnTo>
                <a:lnTo>
                  <a:pt x="422192" y="480547"/>
                </a:lnTo>
                <a:lnTo>
                  <a:pt x="438860" y="442524"/>
                </a:lnTo>
                <a:lnTo>
                  <a:pt x="449067" y="399625"/>
                </a:lnTo>
                <a:close/>
              </a:path>
            </a:pathLst>
          </a:custGeom>
          <a:solidFill>
            <a:srgbClr val="65656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4" name="Shape 312"/>
          <p:cNvSpPr/>
          <p:nvPr/>
        </p:nvSpPr>
        <p:spPr>
          <a:xfrm>
            <a:off x="10057254" y="2437278"/>
            <a:ext cx="362003" cy="451255"/>
          </a:xfrm>
          <a:custGeom>
            <a:avLst/>
            <a:gdLst/>
            <a:ahLst/>
            <a:cxnLst/>
            <a:rect l="l" t="t" r="r" b="b"/>
            <a:pathLst>
              <a:path w="362003" h="451255">
                <a:moveTo>
                  <a:pt x="362003" y="282522"/>
                </a:moveTo>
                <a:lnTo>
                  <a:pt x="359254" y="243615"/>
                </a:lnTo>
                <a:lnTo>
                  <a:pt x="351088" y="204162"/>
                </a:lnTo>
                <a:lnTo>
                  <a:pt x="337754" y="165362"/>
                </a:lnTo>
                <a:lnTo>
                  <a:pt x="319657" y="128392"/>
                </a:lnTo>
                <a:lnTo>
                  <a:pt x="297347" y="94377"/>
                </a:lnTo>
                <a:lnTo>
                  <a:pt x="271503" y="64349"/>
                </a:lnTo>
                <a:lnTo>
                  <a:pt x="242908" y="39222"/>
                </a:lnTo>
                <a:lnTo>
                  <a:pt x="212432" y="19759"/>
                </a:lnTo>
                <a:lnTo>
                  <a:pt x="181002" y="6551"/>
                </a:lnTo>
                <a:lnTo>
                  <a:pt x="149571" y="0"/>
                </a:lnTo>
                <a:lnTo>
                  <a:pt x="119095" y="304"/>
                </a:lnTo>
                <a:lnTo>
                  <a:pt x="90501" y="7455"/>
                </a:lnTo>
                <a:lnTo>
                  <a:pt x="64656" y="21234"/>
                </a:lnTo>
                <a:lnTo>
                  <a:pt x="42346" y="41224"/>
                </a:lnTo>
                <a:lnTo>
                  <a:pt x="24250" y="66817"/>
                </a:lnTo>
                <a:lnTo>
                  <a:pt x="10916" y="97235"/>
                </a:lnTo>
                <a:lnTo>
                  <a:pt x="2750" y="131555"/>
                </a:lnTo>
                <a:lnTo>
                  <a:pt x="0" y="168733"/>
                </a:lnTo>
                <a:lnTo>
                  <a:pt x="2750" y="207639"/>
                </a:lnTo>
                <a:lnTo>
                  <a:pt x="10916" y="247092"/>
                </a:lnTo>
                <a:lnTo>
                  <a:pt x="24250" y="285893"/>
                </a:lnTo>
                <a:lnTo>
                  <a:pt x="42346" y="322863"/>
                </a:lnTo>
                <a:lnTo>
                  <a:pt x="64656" y="356878"/>
                </a:lnTo>
                <a:lnTo>
                  <a:pt x="90501" y="386905"/>
                </a:lnTo>
                <a:lnTo>
                  <a:pt x="119095" y="412032"/>
                </a:lnTo>
                <a:lnTo>
                  <a:pt x="149571" y="431495"/>
                </a:lnTo>
                <a:lnTo>
                  <a:pt x="181002" y="444703"/>
                </a:lnTo>
                <a:lnTo>
                  <a:pt x="212432" y="451255"/>
                </a:lnTo>
                <a:lnTo>
                  <a:pt x="242908" y="450950"/>
                </a:lnTo>
                <a:lnTo>
                  <a:pt x="271503" y="443800"/>
                </a:lnTo>
                <a:lnTo>
                  <a:pt x="297347" y="430020"/>
                </a:lnTo>
                <a:lnTo>
                  <a:pt x="319657" y="410030"/>
                </a:lnTo>
                <a:lnTo>
                  <a:pt x="337754" y="384437"/>
                </a:lnTo>
                <a:lnTo>
                  <a:pt x="351088" y="354019"/>
                </a:lnTo>
                <a:lnTo>
                  <a:pt x="359254" y="319700"/>
                </a:lnTo>
                <a:close/>
              </a:path>
            </a:pathLst>
          </a:custGeom>
          <a:solidFill>
            <a:srgbClr val="1A1A1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5" name="Shape 313"/>
          <p:cNvSpPr/>
          <p:nvPr/>
        </p:nvSpPr>
        <p:spPr>
          <a:xfrm>
            <a:off x="10120605" y="2516248"/>
            <a:ext cx="235302" cy="293315"/>
          </a:xfrm>
          <a:custGeom>
            <a:avLst/>
            <a:gdLst/>
            <a:ahLst/>
            <a:cxnLst/>
            <a:rect l="l" t="t" r="r" b="b"/>
            <a:pathLst>
              <a:path w="235302" h="293315">
                <a:moveTo>
                  <a:pt x="235302" y="183639"/>
                </a:moveTo>
                <a:lnTo>
                  <a:pt x="233515" y="158350"/>
                </a:lnTo>
                <a:lnTo>
                  <a:pt x="228207" y="132706"/>
                </a:lnTo>
                <a:lnTo>
                  <a:pt x="219540" y="107485"/>
                </a:lnTo>
                <a:lnTo>
                  <a:pt x="207777" y="83455"/>
                </a:lnTo>
                <a:lnTo>
                  <a:pt x="193276" y="61345"/>
                </a:lnTo>
                <a:lnTo>
                  <a:pt x="176477" y="41827"/>
                </a:lnTo>
                <a:lnTo>
                  <a:pt x="157890" y="25495"/>
                </a:lnTo>
                <a:lnTo>
                  <a:pt x="138081" y="12844"/>
                </a:lnTo>
                <a:lnTo>
                  <a:pt x="117651" y="4258"/>
                </a:lnTo>
                <a:lnTo>
                  <a:pt x="97221" y="0"/>
                </a:lnTo>
                <a:lnTo>
                  <a:pt x="77412" y="198"/>
                </a:lnTo>
                <a:lnTo>
                  <a:pt x="58826" y="4846"/>
                </a:lnTo>
                <a:lnTo>
                  <a:pt x="42026" y="13802"/>
                </a:lnTo>
                <a:lnTo>
                  <a:pt x="27525" y="26796"/>
                </a:lnTo>
                <a:lnTo>
                  <a:pt x="15762" y="43431"/>
                </a:lnTo>
                <a:lnTo>
                  <a:pt x="7095" y="63203"/>
                </a:lnTo>
                <a:lnTo>
                  <a:pt x="1787" y="85511"/>
                </a:lnTo>
                <a:lnTo>
                  <a:pt x="0" y="109676"/>
                </a:lnTo>
                <a:lnTo>
                  <a:pt x="1787" y="134965"/>
                </a:lnTo>
                <a:lnTo>
                  <a:pt x="7095" y="160610"/>
                </a:lnTo>
                <a:lnTo>
                  <a:pt x="15762" y="185830"/>
                </a:lnTo>
                <a:lnTo>
                  <a:pt x="27525" y="209861"/>
                </a:lnTo>
                <a:lnTo>
                  <a:pt x="42026" y="231971"/>
                </a:lnTo>
                <a:lnTo>
                  <a:pt x="58826" y="251488"/>
                </a:lnTo>
                <a:lnTo>
                  <a:pt x="77412" y="267821"/>
                </a:lnTo>
                <a:lnTo>
                  <a:pt x="97221" y="280472"/>
                </a:lnTo>
                <a:lnTo>
                  <a:pt x="117651" y="289057"/>
                </a:lnTo>
                <a:lnTo>
                  <a:pt x="138081" y="293315"/>
                </a:lnTo>
                <a:lnTo>
                  <a:pt x="157890" y="293118"/>
                </a:lnTo>
                <a:lnTo>
                  <a:pt x="176477" y="288470"/>
                </a:lnTo>
                <a:lnTo>
                  <a:pt x="193276" y="279513"/>
                </a:lnTo>
                <a:lnTo>
                  <a:pt x="207777" y="266520"/>
                </a:lnTo>
                <a:lnTo>
                  <a:pt x="219540" y="249884"/>
                </a:lnTo>
                <a:lnTo>
                  <a:pt x="228207" y="230112"/>
                </a:lnTo>
                <a:lnTo>
                  <a:pt x="233515" y="207805"/>
                </a:ln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316" name="Shape 314"/>
          <p:cNvSpPr/>
          <p:nvPr/>
        </p:nvSpPr>
        <p:spPr>
          <a:xfrm>
            <a:off x="10181693" y="2592397"/>
            <a:ext cx="113126" cy="141017"/>
          </a:xfrm>
          <a:custGeom>
            <a:avLst/>
            <a:gdLst/>
            <a:ahLst/>
            <a:cxnLst/>
            <a:rect l="l" t="t" r="r" b="b"/>
            <a:pathLst>
              <a:path w="113126" h="141017">
                <a:moveTo>
                  <a:pt x="113126" y="88288"/>
                </a:moveTo>
                <a:lnTo>
                  <a:pt x="112267" y="76130"/>
                </a:lnTo>
                <a:lnTo>
                  <a:pt x="109715" y="63801"/>
                </a:lnTo>
                <a:lnTo>
                  <a:pt x="105548" y="51675"/>
                </a:lnTo>
                <a:lnTo>
                  <a:pt x="99893" y="40122"/>
                </a:lnTo>
                <a:lnTo>
                  <a:pt x="92921" y="29493"/>
                </a:lnTo>
                <a:lnTo>
                  <a:pt x="84845" y="20109"/>
                </a:lnTo>
                <a:lnTo>
                  <a:pt x="75909" y="12257"/>
                </a:lnTo>
                <a:lnTo>
                  <a:pt x="66385" y="6175"/>
                </a:lnTo>
                <a:lnTo>
                  <a:pt x="56563" y="2047"/>
                </a:lnTo>
                <a:lnTo>
                  <a:pt x="46741" y="0"/>
                </a:lnTo>
                <a:lnTo>
                  <a:pt x="37217" y="95"/>
                </a:lnTo>
                <a:lnTo>
                  <a:pt x="28282" y="2330"/>
                </a:lnTo>
                <a:lnTo>
                  <a:pt x="20205" y="6636"/>
                </a:lnTo>
                <a:lnTo>
                  <a:pt x="13233" y="12883"/>
                </a:lnTo>
                <a:lnTo>
                  <a:pt x="7578" y="20880"/>
                </a:lnTo>
                <a:lnTo>
                  <a:pt x="3411" y="30386"/>
                </a:lnTo>
                <a:lnTo>
                  <a:pt x="859" y="41111"/>
                </a:lnTo>
                <a:lnTo>
                  <a:pt x="0" y="52729"/>
                </a:lnTo>
                <a:lnTo>
                  <a:pt x="859" y="64887"/>
                </a:lnTo>
                <a:lnTo>
                  <a:pt x="3411" y="77216"/>
                </a:lnTo>
                <a:lnTo>
                  <a:pt x="7578" y="89342"/>
                </a:lnTo>
                <a:lnTo>
                  <a:pt x="13233" y="100895"/>
                </a:lnTo>
                <a:lnTo>
                  <a:pt x="20205" y="111524"/>
                </a:lnTo>
                <a:lnTo>
                  <a:pt x="28282" y="120908"/>
                </a:lnTo>
                <a:lnTo>
                  <a:pt x="37217" y="128760"/>
                </a:lnTo>
                <a:lnTo>
                  <a:pt x="46741" y="134842"/>
                </a:lnTo>
                <a:lnTo>
                  <a:pt x="56563" y="138970"/>
                </a:lnTo>
                <a:lnTo>
                  <a:pt x="66385" y="141017"/>
                </a:lnTo>
                <a:lnTo>
                  <a:pt x="75909" y="140922"/>
                </a:lnTo>
                <a:lnTo>
                  <a:pt x="84845" y="138687"/>
                </a:lnTo>
                <a:lnTo>
                  <a:pt x="92921" y="134381"/>
                </a:lnTo>
                <a:lnTo>
                  <a:pt x="99893" y="128135"/>
                </a:lnTo>
                <a:lnTo>
                  <a:pt x="105548" y="120137"/>
                </a:lnTo>
                <a:lnTo>
                  <a:pt x="109715" y="110631"/>
                </a:lnTo>
                <a:lnTo>
                  <a:pt x="112267" y="99906"/>
                </a:ln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317" name="Shape 315"/>
          <p:cNvSpPr/>
          <p:nvPr/>
        </p:nvSpPr>
        <p:spPr>
          <a:xfrm>
            <a:off x="10093469" y="2482020"/>
            <a:ext cx="122135" cy="163346"/>
          </a:xfrm>
          <a:custGeom>
            <a:avLst/>
            <a:gdLst/>
            <a:ahLst/>
            <a:cxnLst/>
            <a:rect l="l" t="t" r="r" b="b"/>
            <a:pathLst>
              <a:path w="122135" h="163346">
                <a:moveTo>
                  <a:pt x="122135" y="662"/>
                </a:moveTo>
                <a:lnTo>
                  <a:pt x="102012" y="0"/>
                </a:lnTo>
                <a:lnTo>
                  <a:pt x="82759" y="3021"/>
                </a:lnTo>
                <a:lnTo>
                  <a:pt x="64770" y="9662"/>
                </a:lnTo>
                <a:lnTo>
                  <a:pt x="48409" y="19789"/>
                </a:lnTo>
                <a:lnTo>
                  <a:pt x="34010" y="33196"/>
                </a:lnTo>
                <a:lnTo>
                  <a:pt x="21866" y="49609"/>
                </a:lnTo>
                <a:lnTo>
                  <a:pt x="12225" y="68694"/>
                </a:lnTo>
                <a:lnTo>
                  <a:pt x="5282" y="90064"/>
                </a:lnTo>
                <a:lnTo>
                  <a:pt x="1179" y="113282"/>
                </a:lnTo>
                <a:lnTo>
                  <a:pt x="0" y="137876"/>
                </a:lnTo>
                <a:lnTo>
                  <a:pt x="1768" y="163346"/>
                </a:lnTo>
                <a:close/>
              </a:path>
            </a:pathLst>
          </a:custGeom>
          <a:solidFill>
            <a:srgbClr val="E0E0E0"/>
          </a:solidFill>
          <a:ln/>
        </p:spPr>
      </p:sp>
      <p:sp>
        <p:nvSpPr>
          <p:cNvPr id="318" name="Shape 316"/>
          <p:cNvSpPr/>
          <p:nvPr/>
        </p:nvSpPr>
        <p:spPr>
          <a:xfrm>
            <a:off x="10824530" y="2745530"/>
            <a:ext cx="123077" cy="73832"/>
          </a:xfrm>
          <a:custGeom>
            <a:avLst/>
            <a:gdLst/>
            <a:ahLst/>
            <a:cxnLst/>
            <a:rect l="l" t="t" r="r" b="b"/>
            <a:pathLst>
              <a:path w="123077" h="73832">
                <a:moveTo>
                  <a:pt x="3173" y="73832"/>
                </a:moveTo>
                <a:lnTo>
                  <a:pt x="0" y="53530"/>
                </a:lnTo>
                <a:lnTo>
                  <a:pt x="119904" y="0"/>
                </a:lnTo>
                <a:lnTo>
                  <a:pt x="123077" y="20302"/>
                </a:lnTo>
                <a:close/>
              </a:path>
            </a:pathLst>
          </a:custGeom>
          <a:solidFill>
            <a:srgbClr val="B1B1B1"/>
          </a:solidFill>
          <a:ln w="6350">
            <a:solidFill>
              <a:srgbClr val="B1B1B1"/>
            </a:solidFill>
            <a:prstDash val="solid"/>
          </a:ln>
        </p:spPr>
      </p:sp>
      <p:sp>
        <p:nvSpPr>
          <p:cNvPr id="319" name="Shape 317"/>
          <p:cNvSpPr/>
          <p:nvPr/>
        </p:nvSpPr>
        <p:spPr>
          <a:xfrm>
            <a:off x="10815495" y="2726324"/>
            <a:ext cx="128939" cy="72735"/>
          </a:xfrm>
          <a:custGeom>
            <a:avLst/>
            <a:gdLst/>
            <a:ahLst/>
            <a:cxnLst/>
            <a:rect l="l" t="t" r="r" b="b"/>
            <a:pathLst>
              <a:path w="128939" h="72735">
                <a:moveTo>
                  <a:pt x="9035" y="72735"/>
                </a:moveTo>
                <a:lnTo>
                  <a:pt x="0" y="53530"/>
                </a:lnTo>
                <a:lnTo>
                  <a:pt x="119904" y="0"/>
                </a:lnTo>
                <a:lnTo>
                  <a:pt x="128939" y="19205"/>
                </a:lnTo>
                <a:close/>
              </a:path>
            </a:pathLst>
          </a:custGeom>
          <a:solidFill>
            <a:srgbClr val="C5C5C5"/>
          </a:solidFill>
          <a:ln w="6350">
            <a:solidFill>
              <a:srgbClr val="C5C5C5"/>
            </a:solidFill>
            <a:prstDash val="solid"/>
          </a:ln>
        </p:spPr>
      </p:sp>
      <p:sp>
        <p:nvSpPr>
          <p:cNvPr id="320" name="Shape 318"/>
          <p:cNvSpPr/>
          <p:nvPr/>
        </p:nvSpPr>
        <p:spPr>
          <a:xfrm>
            <a:off x="10801974" y="2711139"/>
            <a:ext cx="133425" cy="68715"/>
          </a:xfrm>
          <a:custGeom>
            <a:avLst/>
            <a:gdLst/>
            <a:ahLst/>
            <a:cxnLst/>
            <a:rect l="l" t="t" r="r" b="b"/>
            <a:pathLst>
              <a:path w="133425" h="68715">
                <a:moveTo>
                  <a:pt x="13521" y="68715"/>
                </a:moveTo>
                <a:lnTo>
                  <a:pt x="0" y="53530"/>
                </a:lnTo>
                <a:lnTo>
                  <a:pt x="119904" y="0"/>
                </a:lnTo>
                <a:lnTo>
                  <a:pt x="133425" y="15185"/>
                </a:lnTo>
                <a:close/>
              </a:path>
            </a:pathLst>
          </a:custGeom>
          <a:solidFill>
            <a:srgbClr val="D7D7D7"/>
          </a:solidFill>
          <a:ln w="6350">
            <a:solidFill>
              <a:srgbClr val="D7D7D7"/>
            </a:solidFill>
            <a:prstDash val="solid"/>
          </a:ln>
        </p:spPr>
      </p:sp>
      <p:sp>
        <p:nvSpPr>
          <p:cNvPr id="321" name="Shape 319"/>
          <p:cNvSpPr/>
          <p:nvPr/>
        </p:nvSpPr>
        <p:spPr>
          <a:xfrm>
            <a:off x="10786024" y="2702286"/>
            <a:ext cx="135854" cy="62383"/>
          </a:xfrm>
          <a:custGeom>
            <a:avLst/>
            <a:gdLst/>
            <a:ahLst/>
            <a:cxnLst/>
            <a:rect l="l" t="t" r="r" b="b"/>
            <a:pathLst>
              <a:path w="135854" h="62383">
                <a:moveTo>
                  <a:pt x="15949" y="62383"/>
                </a:moveTo>
                <a:lnTo>
                  <a:pt x="0" y="53530"/>
                </a:lnTo>
                <a:lnTo>
                  <a:pt x="119904" y="0"/>
                </a:lnTo>
                <a:lnTo>
                  <a:pt x="135854" y="8853"/>
                </a:lnTo>
                <a:close/>
              </a:path>
            </a:pathLst>
          </a:custGeom>
          <a:solidFill>
            <a:srgbClr val="E4E4E4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322" name="Shape 320"/>
          <p:cNvSpPr/>
          <p:nvPr/>
        </p:nvSpPr>
        <p:spPr>
          <a:xfrm>
            <a:off x="10770075" y="2701112"/>
            <a:ext cx="135854" cy="54703"/>
          </a:xfrm>
          <a:custGeom>
            <a:avLst/>
            <a:gdLst/>
            <a:ahLst/>
            <a:cxnLst/>
            <a:rect l="l" t="t" r="r" b="b"/>
            <a:pathLst>
              <a:path w="135854" h="54703">
                <a:moveTo>
                  <a:pt x="15949" y="54703"/>
                </a:moveTo>
                <a:lnTo>
                  <a:pt x="0" y="53530"/>
                </a:lnTo>
                <a:lnTo>
                  <a:pt x="119904" y="0"/>
                </a:lnTo>
                <a:lnTo>
                  <a:pt x="135854" y="1174"/>
                </a:lnTo>
                <a:close/>
              </a:path>
            </a:pathLst>
          </a:custGeom>
          <a:solidFill>
            <a:srgbClr val="E8E8E8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23" name="Shape 321"/>
          <p:cNvSpPr/>
          <p:nvPr/>
        </p:nvSpPr>
        <p:spPr>
          <a:xfrm>
            <a:off x="10801974" y="2797665"/>
            <a:ext cx="133425" cy="60215"/>
          </a:xfrm>
          <a:custGeom>
            <a:avLst/>
            <a:gdLst/>
            <a:ahLst/>
            <a:cxnLst/>
            <a:rect l="l" t="t" r="r" b="b"/>
            <a:pathLst>
              <a:path w="133425" h="60215">
                <a:moveTo>
                  <a:pt x="0" y="60215"/>
                </a:moveTo>
                <a:lnTo>
                  <a:pt x="13521" y="53530"/>
                </a:lnTo>
                <a:lnTo>
                  <a:pt x="133425" y="0"/>
                </a:lnTo>
                <a:lnTo>
                  <a:pt x="119904" y="6685"/>
                </a:lnTo>
                <a:close/>
              </a:path>
            </a:pathLst>
          </a:custGeom>
          <a:solidFill>
            <a:srgbClr val="B1B1B1"/>
          </a:solidFill>
          <a:ln w="6350">
            <a:solidFill>
              <a:srgbClr val="B1B1B1"/>
            </a:solidFill>
            <a:prstDash val="solid"/>
          </a:ln>
        </p:spPr>
      </p:sp>
      <p:sp>
        <p:nvSpPr>
          <p:cNvPr id="324" name="Shape 322"/>
          <p:cNvSpPr/>
          <p:nvPr/>
        </p:nvSpPr>
        <p:spPr>
          <a:xfrm>
            <a:off x="10815495" y="2784139"/>
            <a:ext cx="128939" cy="67056"/>
          </a:xfrm>
          <a:custGeom>
            <a:avLst/>
            <a:gdLst/>
            <a:ahLst/>
            <a:cxnLst/>
            <a:rect l="l" t="t" r="r" b="b"/>
            <a:pathLst>
              <a:path w="128939" h="67056">
                <a:moveTo>
                  <a:pt x="0" y="67056"/>
                </a:moveTo>
                <a:lnTo>
                  <a:pt x="9035" y="53530"/>
                </a:lnTo>
                <a:lnTo>
                  <a:pt x="128939" y="0"/>
                </a:lnTo>
                <a:lnTo>
                  <a:pt x="119904" y="13526"/>
                </a:lnTo>
                <a:close/>
              </a:path>
            </a:pathLst>
          </a:custGeom>
          <a:solidFill>
            <a:srgbClr val="B1B1B1"/>
          </a:solidFill>
          <a:ln w="6350">
            <a:solidFill>
              <a:srgbClr val="B1B1B1"/>
            </a:solidFill>
            <a:prstDash val="solid"/>
          </a:ln>
        </p:spPr>
      </p:sp>
      <p:sp>
        <p:nvSpPr>
          <p:cNvPr id="325" name="Shape 323"/>
          <p:cNvSpPr/>
          <p:nvPr/>
        </p:nvSpPr>
        <p:spPr>
          <a:xfrm>
            <a:off x="10824530" y="2765832"/>
            <a:ext cx="123077" cy="71837"/>
          </a:xfrm>
          <a:custGeom>
            <a:avLst/>
            <a:gdLst/>
            <a:ahLst/>
            <a:cxnLst/>
            <a:rect l="l" t="t" r="r" b="b"/>
            <a:pathLst>
              <a:path w="123077" h="71837">
                <a:moveTo>
                  <a:pt x="0" y="71837"/>
                </a:moveTo>
                <a:lnTo>
                  <a:pt x="3173" y="53530"/>
                </a:lnTo>
                <a:lnTo>
                  <a:pt x="123077" y="0"/>
                </a:lnTo>
                <a:lnTo>
                  <a:pt x="119904" y="18307"/>
                </a:lnTo>
                <a:close/>
              </a:path>
            </a:pathLst>
          </a:custGeom>
          <a:solidFill>
            <a:srgbClr val="B1B1B1"/>
          </a:solidFill>
          <a:ln w="6350">
            <a:solidFill>
              <a:srgbClr val="B1B1B1"/>
            </a:solidFill>
            <a:prstDash val="solid"/>
          </a:ln>
        </p:spPr>
      </p:sp>
      <p:sp>
        <p:nvSpPr>
          <p:cNvPr id="326" name="Shape 324"/>
          <p:cNvSpPr/>
          <p:nvPr/>
        </p:nvSpPr>
        <p:spPr>
          <a:xfrm>
            <a:off x="10744346" y="2701112"/>
            <a:ext cx="203260" cy="156767"/>
          </a:xfrm>
          <a:custGeom>
            <a:avLst/>
            <a:gdLst/>
            <a:ahLst/>
            <a:cxnLst/>
            <a:rect l="l" t="t" r="r" b="b"/>
            <a:pathLst>
              <a:path w="203260" h="156767">
                <a:moveTo>
                  <a:pt x="0" y="92048"/>
                </a:moveTo>
                <a:lnTo>
                  <a:pt x="3173" y="73740"/>
                </a:lnTo>
                <a:lnTo>
                  <a:pt x="12207" y="60215"/>
                </a:lnTo>
                <a:lnTo>
                  <a:pt x="25729" y="53530"/>
                </a:lnTo>
                <a:lnTo>
                  <a:pt x="145633" y="0"/>
                </a:lnTo>
                <a:lnTo>
                  <a:pt x="161582" y="1174"/>
                </a:lnTo>
                <a:lnTo>
                  <a:pt x="177532" y="10027"/>
                </a:lnTo>
                <a:lnTo>
                  <a:pt x="191053" y="25212"/>
                </a:lnTo>
                <a:lnTo>
                  <a:pt x="200088" y="44418"/>
                </a:lnTo>
                <a:lnTo>
                  <a:pt x="203260" y="64719"/>
                </a:lnTo>
                <a:lnTo>
                  <a:pt x="200088" y="83027"/>
                </a:lnTo>
                <a:lnTo>
                  <a:pt x="191053" y="96552"/>
                </a:lnTo>
                <a:lnTo>
                  <a:pt x="177532" y="103237"/>
                </a:lnTo>
                <a:lnTo>
                  <a:pt x="57628" y="156767"/>
                </a:lnTo>
                <a:lnTo>
                  <a:pt x="41678" y="155594"/>
                </a:lnTo>
                <a:lnTo>
                  <a:pt x="25729" y="146740"/>
                </a:lnTo>
                <a:lnTo>
                  <a:pt x="12207" y="131555"/>
                </a:lnTo>
                <a:lnTo>
                  <a:pt x="3173" y="112349"/>
                </a:lnTo>
                <a:close/>
              </a:path>
            </a:pathLst>
          </a:custGeom>
          <a:ln w="12700">
            <a:solidFill>
              <a:srgbClr val="000000"/>
            </a:solidFill>
            <a:prstDash val="solid"/>
          </a:ln>
        </p:spPr>
      </p:sp>
      <p:sp>
        <p:nvSpPr>
          <p:cNvPr id="327" name="Shape 325"/>
          <p:cNvSpPr/>
          <p:nvPr/>
        </p:nvSpPr>
        <p:spPr>
          <a:xfrm>
            <a:off x="10744346" y="2754642"/>
            <a:ext cx="83356" cy="103237"/>
          </a:xfrm>
          <a:custGeom>
            <a:avLst/>
            <a:gdLst/>
            <a:ahLst/>
            <a:cxnLst/>
            <a:rect l="l" t="t" r="r" b="b"/>
            <a:pathLst>
              <a:path w="83356" h="103237">
                <a:moveTo>
                  <a:pt x="83356" y="64719"/>
                </a:moveTo>
                <a:lnTo>
                  <a:pt x="80184" y="44418"/>
                </a:lnTo>
                <a:lnTo>
                  <a:pt x="71149" y="25212"/>
                </a:lnTo>
                <a:lnTo>
                  <a:pt x="57628" y="10027"/>
                </a:lnTo>
                <a:lnTo>
                  <a:pt x="41678" y="1174"/>
                </a:lnTo>
                <a:lnTo>
                  <a:pt x="25729" y="0"/>
                </a:lnTo>
                <a:lnTo>
                  <a:pt x="12207" y="6685"/>
                </a:lnTo>
                <a:lnTo>
                  <a:pt x="3173" y="20211"/>
                </a:lnTo>
                <a:lnTo>
                  <a:pt x="0" y="38518"/>
                </a:lnTo>
                <a:lnTo>
                  <a:pt x="3173" y="58820"/>
                </a:lnTo>
                <a:lnTo>
                  <a:pt x="12207" y="78025"/>
                </a:lnTo>
                <a:lnTo>
                  <a:pt x="25729" y="93210"/>
                </a:lnTo>
                <a:lnTo>
                  <a:pt x="41678" y="102064"/>
                </a:lnTo>
                <a:lnTo>
                  <a:pt x="57628" y="103237"/>
                </a:lnTo>
                <a:lnTo>
                  <a:pt x="71149" y="96552"/>
                </a:lnTo>
                <a:lnTo>
                  <a:pt x="80184" y="83027"/>
                </a:lnTo>
                <a:close/>
              </a:path>
            </a:pathLst>
          </a:custGeom>
          <a:solidFill>
            <a:srgbClr val="CFCFC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8" name="Shape 326"/>
          <p:cNvSpPr/>
          <p:nvPr/>
        </p:nvSpPr>
        <p:spPr>
          <a:xfrm>
            <a:off x="10330352" y="2508926"/>
            <a:ext cx="932688" cy="932688"/>
          </a:xfrm>
          <a:custGeom>
            <a:avLst/>
            <a:gdLst/>
            <a:ahLst/>
            <a:cxnLst/>
            <a:rect l="l" t="t" r="r" b="b"/>
            <a:pathLst>
              <a:path w="932688" h="932688">
                <a:moveTo>
                  <a:pt x="932688" y="466344"/>
                </a:moveTo>
                <a:lnTo>
                  <a:pt x="928698" y="527214"/>
                </a:lnTo>
                <a:lnTo>
                  <a:pt x="916798" y="587043"/>
                </a:lnTo>
                <a:lnTo>
                  <a:pt x="897190" y="644806"/>
                </a:lnTo>
                <a:lnTo>
                  <a:pt x="870210" y="699516"/>
                </a:lnTo>
                <a:lnTo>
                  <a:pt x="836320" y="750236"/>
                </a:lnTo>
                <a:lnTo>
                  <a:pt x="796099" y="796099"/>
                </a:lnTo>
                <a:lnTo>
                  <a:pt x="750236" y="836320"/>
                </a:lnTo>
                <a:lnTo>
                  <a:pt x="699516" y="870210"/>
                </a:lnTo>
                <a:lnTo>
                  <a:pt x="644806" y="897190"/>
                </a:lnTo>
                <a:lnTo>
                  <a:pt x="587043" y="916798"/>
                </a:lnTo>
                <a:lnTo>
                  <a:pt x="527214" y="928698"/>
                </a:lnTo>
                <a:lnTo>
                  <a:pt x="466344" y="932688"/>
                </a:lnTo>
                <a:lnTo>
                  <a:pt x="405474" y="928698"/>
                </a:lnTo>
                <a:lnTo>
                  <a:pt x="345645" y="916798"/>
                </a:lnTo>
                <a:lnTo>
                  <a:pt x="287882" y="897190"/>
                </a:lnTo>
                <a:lnTo>
                  <a:pt x="233172" y="870210"/>
                </a:lnTo>
                <a:lnTo>
                  <a:pt x="182452" y="836320"/>
                </a:lnTo>
                <a:lnTo>
                  <a:pt x="136589" y="796099"/>
                </a:lnTo>
                <a:lnTo>
                  <a:pt x="96368" y="750236"/>
                </a:lnTo>
                <a:lnTo>
                  <a:pt x="62478" y="699516"/>
                </a:lnTo>
                <a:lnTo>
                  <a:pt x="35498" y="644806"/>
                </a:lnTo>
                <a:lnTo>
                  <a:pt x="15890" y="587043"/>
                </a:lnTo>
                <a:lnTo>
                  <a:pt x="3990" y="527214"/>
                </a:lnTo>
                <a:lnTo>
                  <a:pt x="0" y="466344"/>
                </a:lnTo>
                <a:lnTo>
                  <a:pt x="3990" y="405474"/>
                </a:lnTo>
                <a:lnTo>
                  <a:pt x="15890" y="345645"/>
                </a:lnTo>
                <a:lnTo>
                  <a:pt x="35498" y="287882"/>
                </a:lnTo>
                <a:lnTo>
                  <a:pt x="62478" y="233172"/>
                </a:lnTo>
                <a:lnTo>
                  <a:pt x="96368" y="182452"/>
                </a:lnTo>
                <a:lnTo>
                  <a:pt x="136589" y="136589"/>
                </a:lnTo>
                <a:lnTo>
                  <a:pt x="182452" y="96368"/>
                </a:lnTo>
                <a:lnTo>
                  <a:pt x="233172" y="62478"/>
                </a:lnTo>
                <a:lnTo>
                  <a:pt x="287882" y="35498"/>
                </a:lnTo>
                <a:lnTo>
                  <a:pt x="345645" y="15890"/>
                </a:lnTo>
                <a:lnTo>
                  <a:pt x="405474" y="3990"/>
                </a:lnTo>
                <a:lnTo>
                  <a:pt x="466344" y="0"/>
                </a:lnTo>
                <a:lnTo>
                  <a:pt x="527214" y="3990"/>
                </a:lnTo>
                <a:lnTo>
                  <a:pt x="587043" y="15890"/>
                </a:lnTo>
                <a:lnTo>
                  <a:pt x="644806" y="35498"/>
                </a:lnTo>
                <a:lnTo>
                  <a:pt x="699516" y="62478"/>
                </a:lnTo>
                <a:lnTo>
                  <a:pt x="750236" y="96368"/>
                </a:lnTo>
                <a:lnTo>
                  <a:pt x="796099" y="136589"/>
                </a:lnTo>
                <a:lnTo>
                  <a:pt x="836320" y="182452"/>
                </a:lnTo>
                <a:lnTo>
                  <a:pt x="870210" y="233172"/>
                </a:lnTo>
                <a:lnTo>
                  <a:pt x="897190" y="287882"/>
                </a:lnTo>
                <a:lnTo>
                  <a:pt x="916798" y="345645"/>
                </a:lnTo>
                <a:lnTo>
                  <a:pt x="928698" y="405474"/>
                </a:lnTo>
                <a:close/>
              </a:path>
            </a:pathLst>
          </a:custGeom>
          <a:solidFill>
            <a:srgbClr val="535353"/>
          </a:solidFill>
          <a:ln/>
        </p:spPr>
      </p:sp>
      <p:sp>
        <p:nvSpPr>
          <p:cNvPr id="329" name="Shape 327"/>
          <p:cNvSpPr/>
          <p:nvPr/>
        </p:nvSpPr>
        <p:spPr>
          <a:xfrm>
            <a:off x="10347086" y="2524277"/>
            <a:ext cx="887700" cy="887700"/>
          </a:xfrm>
          <a:custGeom>
            <a:avLst/>
            <a:gdLst/>
            <a:ahLst/>
            <a:cxnLst/>
            <a:rect l="l" t="t" r="r" b="b"/>
            <a:pathLst>
              <a:path w="887700" h="887700">
                <a:moveTo>
                  <a:pt x="887700" y="443850"/>
                </a:moveTo>
                <a:lnTo>
                  <a:pt x="883902" y="501784"/>
                </a:lnTo>
                <a:lnTo>
                  <a:pt x="872576" y="558727"/>
                </a:lnTo>
                <a:lnTo>
                  <a:pt x="853913" y="613704"/>
                </a:lnTo>
                <a:lnTo>
                  <a:pt x="828235" y="665775"/>
                </a:lnTo>
                <a:lnTo>
                  <a:pt x="795979" y="714048"/>
                </a:lnTo>
                <a:lnTo>
                  <a:pt x="757699" y="757699"/>
                </a:lnTo>
                <a:lnTo>
                  <a:pt x="714048" y="795979"/>
                </a:lnTo>
                <a:lnTo>
                  <a:pt x="665775" y="828235"/>
                </a:lnTo>
                <a:lnTo>
                  <a:pt x="613704" y="853913"/>
                </a:lnTo>
                <a:lnTo>
                  <a:pt x="558727" y="872576"/>
                </a:lnTo>
                <a:lnTo>
                  <a:pt x="501784" y="883902"/>
                </a:lnTo>
                <a:lnTo>
                  <a:pt x="443850" y="887700"/>
                </a:lnTo>
                <a:lnTo>
                  <a:pt x="385916" y="883902"/>
                </a:lnTo>
                <a:lnTo>
                  <a:pt x="328973" y="872576"/>
                </a:lnTo>
                <a:lnTo>
                  <a:pt x="273996" y="853913"/>
                </a:lnTo>
                <a:lnTo>
                  <a:pt x="221925" y="828235"/>
                </a:lnTo>
                <a:lnTo>
                  <a:pt x="173651" y="795979"/>
                </a:lnTo>
                <a:lnTo>
                  <a:pt x="130001" y="757699"/>
                </a:lnTo>
                <a:lnTo>
                  <a:pt x="91720" y="714048"/>
                </a:lnTo>
                <a:lnTo>
                  <a:pt x="59465" y="665775"/>
                </a:lnTo>
                <a:lnTo>
                  <a:pt x="33786" y="613704"/>
                </a:lnTo>
                <a:lnTo>
                  <a:pt x="15124" y="558727"/>
                </a:lnTo>
                <a:lnTo>
                  <a:pt x="3797" y="501784"/>
                </a:lnTo>
                <a:lnTo>
                  <a:pt x="0" y="443850"/>
                </a:lnTo>
                <a:lnTo>
                  <a:pt x="3797" y="385916"/>
                </a:lnTo>
                <a:lnTo>
                  <a:pt x="15124" y="328973"/>
                </a:lnTo>
                <a:lnTo>
                  <a:pt x="33786" y="273996"/>
                </a:lnTo>
                <a:lnTo>
                  <a:pt x="59465" y="221925"/>
                </a:lnTo>
                <a:lnTo>
                  <a:pt x="91720" y="173651"/>
                </a:lnTo>
                <a:lnTo>
                  <a:pt x="130001" y="130001"/>
                </a:lnTo>
                <a:lnTo>
                  <a:pt x="173651" y="91720"/>
                </a:lnTo>
                <a:lnTo>
                  <a:pt x="221925" y="59465"/>
                </a:lnTo>
                <a:lnTo>
                  <a:pt x="273996" y="33786"/>
                </a:lnTo>
                <a:lnTo>
                  <a:pt x="328973" y="15124"/>
                </a:lnTo>
                <a:lnTo>
                  <a:pt x="385916" y="3797"/>
                </a:lnTo>
                <a:lnTo>
                  <a:pt x="443850" y="0"/>
                </a:lnTo>
                <a:lnTo>
                  <a:pt x="501784" y="3797"/>
                </a:lnTo>
                <a:lnTo>
                  <a:pt x="558727" y="15124"/>
                </a:lnTo>
                <a:lnTo>
                  <a:pt x="613704" y="33786"/>
                </a:lnTo>
                <a:lnTo>
                  <a:pt x="665775" y="59465"/>
                </a:lnTo>
                <a:lnTo>
                  <a:pt x="714048" y="91720"/>
                </a:lnTo>
                <a:lnTo>
                  <a:pt x="757699" y="130001"/>
                </a:lnTo>
                <a:lnTo>
                  <a:pt x="795979" y="173651"/>
                </a:lnTo>
                <a:lnTo>
                  <a:pt x="828235" y="221925"/>
                </a:lnTo>
                <a:lnTo>
                  <a:pt x="853913" y="273996"/>
                </a:lnTo>
                <a:lnTo>
                  <a:pt x="872576" y="328973"/>
                </a:lnTo>
                <a:lnTo>
                  <a:pt x="883902" y="385916"/>
                </a:lnTo>
                <a:close/>
              </a:path>
            </a:pathLst>
          </a:custGeom>
          <a:solidFill>
            <a:srgbClr val="595959"/>
          </a:solidFill>
          <a:ln/>
        </p:spPr>
      </p:sp>
      <p:sp>
        <p:nvSpPr>
          <p:cNvPr id="330" name="Shape 328"/>
          <p:cNvSpPr/>
          <p:nvPr/>
        </p:nvSpPr>
        <p:spPr>
          <a:xfrm>
            <a:off x="10363820" y="2539628"/>
            <a:ext cx="842711" cy="842711"/>
          </a:xfrm>
          <a:custGeom>
            <a:avLst/>
            <a:gdLst/>
            <a:ahLst/>
            <a:cxnLst/>
            <a:rect l="l" t="t" r="r" b="b"/>
            <a:pathLst>
              <a:path w="842711" h="842711">
                <a:moveTo>
                  <a:pt x="842711" y="421356"/>
                </a:moveTo>
                <a:lnTo>
                  <a:pt x="839106" y="476353"/>
                </a:lnTo>
                <a:lnTo>
                  <a:pt x="828354" y="530410"/>
                </a:lnTo>
                <a:lnTo>
                  <a:pt x="810637" y="582601"/>
                </a:lnTo>
                <a:lnTo>
                  <a:pt x="786260" y="632033"/>
                </a:lnTo>
                <a:lnTo>
                  <a:pt x="755639" y="677861"/>
                </a:lnTo>
                <a:lnTo>
                  <a:pt x="719299" y="719299"/>
                </a:lnTo>
                <a:lnTo>
                  <a:pt x="677861" y="755639"/>
                </a:lnTo>
                <a:lnTo>
                  <a:pt x="632033" y="786260"/>
                </a:lnTo>
                <a:lnTo>
                  <a:pt x="582601" y="810637"/>
                </a:lnTo>
                <a:lnTo>
                  <a:pt x="530410" y="828354"/>
                </a:lnTo>
                <a:lnTo>
                  <a:pt x="476353" y="839106"/>
                </a:lnTo>
                <a:lnTo>
                  <a:pt x="421356" y="842711"/>
                </a:lnTo>
                <a:lnTo>
                  <a:pt x="366358" y="839106"/>
                </a:lnTo>
                <a:lnTo>
                  <a:pt x="312301" y="828354"/>
                </a:lnTo>
                <a:lnTo>
                  <a:pt x="260110" y="810637"/>
                </a:lnTo>
                <a:lnTo>
                  <a:pt x="210678" y="786260"/>
                </a:lnTo>
                <a:lnTo>
                  <a:pt x="164851" y="755639"/>
                </a:lnTo>
                <a:lnTo>
                  <a:pt x="123412" y="719299"/>
                </a:lnTo>
                <a:lnTo>
                  <a:pt x="87072" y="677861"/>
                </a:lnTo>
                <a:lnTo>
                  <a:pt x="56451" y="632033"/>
                </a:lnTo>
                <a:lnTo>
                  <a:pt x="32074" y="582601"/>
                </a:lnTo>
                <a:lnTo>
                  <a:pt x="14357" y="530410"/>
                </a:lnTo>
                <a:lnTo>
                  <a:pt x="3605" y="476353"/>
                </a:lnTo>
                <a:lnTo>
                  <a:pt x="0" y="421356"/>
                </a:lnTo>
                <a:lnTo>
                  <a:pt x="3605" y="366358"/>
                </a:lnTo>
                <a:lnTo>
                  <a:pt x="14357" y="312301"/>
                </a:lnTo>
                <a:lnTo>
                  <a:pt x="32074" y="260110"/>
                </a:lnTo>
                <a:lnTo>
                  <a:pt x="56451" y="210678"/>
                </a:lnTo>
                <a:lnTo>
                  <a:pt x="87072" y="164851"/>
                </a:lnTo>
                <a:lnTo>
                  <a:pt x="123412" y="123412"/>
                </a:lnTo>
                <a:lnTo>
                  <a:pt x="164851" y="87072"/>
                </a:lnTo>
                <a:lnTo>
                  <a:pt x="210678" y="56451"/>
                </a:lnTo>
                <a:lnTo>
                  <a:pt x="260110" y="32074"/>
                </a:lnTo>
                <a:lnTo>
                  <a:pt x="312301" y="14357"/>
                </a:lnTo>
                <a:lnTo>
                  <a:pt x="366358" y="3605"/>
                </a:lnTo>
                <a:lnTo>
                  <a:pt x="421356" y="0"/>
                </a:lnTo>
                <a:lnTo>
                  <a:pt x="476353" y="3605"/>
                </a:lnTo>
                <a:lnTo>
                  <a:pt x="530410" y="14357"/>
                </a:lnTo>
                <a:lnTo>
                  <a:pt x="582601" y="32074"/>
                </a:lnTo>
                <a:lnTo>
                  <a:pt x="632033" y="56451"/>
                </a:lnTo>
                <a:lnTo>
                  <a:pt x="677861" y="87072"/>
                </a:lnTo>
                <a:lnTo>
                  <a:pt x="719299" y="123412"/>
                </a:lnTo>
                <a:lnTo>
                  <a:pt x="755639" y="164851"/>
                </a:lnTo>
                <a:lnTo>
                  <a:pt x="786260" y="210678"/>
                </a:lnTo>
                <a:lnTo>
                  <a:pt x="810637" y="260110"/>
                </a:lnTo>
                <a:lnTo>
                  <a:pt x="828354" y="312301"/>
                </a:lnTo>
                <a:lnTo>
                  <a:pt x="839106" y="366358"/>
                </a:lnTo>
                <a:close/>
              </a:path>
            </a:pathLst>
          </a:custGeom>
          <a:solidFill>
            <a:srgbClr val="606060"/>
          </a:solidFill>
          <a:ln/>
        </p:spPr>
      </p:sp>
      <p:sp>
        <p:nvSpPr>
          <p:cNvPr id="331" name="Shape 329"/>
          <p:cNvSpPr/>
          <p:nvPr/>
        </p:nvSpPr>
        <p:spPr>
          <a:xfrm>
            <a:off x="10380553" y="2554979"/>
            <a:ext cx="797723" cy="797723"/>
          </a:xfrm>
          <a:custGeom>
            <a:avLst/>
            <a:gdLst/>
            <a:ahLst/>
            <a:cxnLst/>
            <a:rect l="l" t="t" r="r" b="b"/>
            <a:pathLst>
              <a:path w="797723" h="797723">
                <a:moveTo>
                  <a:pt x="797723" y="398861"/>
                </a:moveTo>
                <a:lnTo>
                  <a:pt x="794310" y="450923"/>
                </a:lnTo>
                <a:lnTo>
                  <a:pt x="784132" y="502094"/>
                </a:lnTo>
                <a:lnTo>
                  <a:pt x="767361" y="551499"/>
                </a:lnTo>
                <a:lnTo>
                  <a:pt x="744285" y="598292"/>
                </a:lnTo>
                <a:lnTo>
                  <a:pt x="715299" y="641673"/>
                </a:lnTo>
                <a:lnTo>
                  <a:pt x="680899" y="680899"/>
                </a:lnTo>
                <a:lnTo>
                  <a:pt x="641673" y="715299"/>
                </a:lnTo>
                <a:lnTo>
                  <a:pt x="598292" y="744285"/>
                </a:lnTo>
                <a:lnTo>
                  <a:pt x="551499" y="767361"/>
                </a:lnTo>
                <a:lnTo>
                  <a:pt x="502094" y="784132"/>
                </a:lnTo>
                <a:lnTo>
                  <a:pt x="450923" y="794310"/>
                </a:lnTo>
                <a:lnTo>
                  <a:pt x="398861" y="797723"/>
                </a:lnTo>
                <a:lnTo>
                  <a:pt x="346799" y="794310"/>
                </a:lnTo>
                <a:lnTo>
                  <a:pt x="295628" y="784132"/>
                </a:lnTo>
                <a:lnTo>
                  <a:pt x="246224" y="767361"/>
                </a:lnTo>
                <a:lnTo>
                  <a:pt x="199431" y="744285"/>
                </a:lnTo>
                <a:lnTo>
                  <a:pt x="156050" y="715299"/>
                </a:lnTo>
                <a:lnTo>
                  <a:pt x="116824" y="680899"/>
                </a:lnTo>
                <a:lnTo>
                  <a:pt x="82423" y="641673"/>
                </a:lnTo>
                <a:lnTo>
                  <a:pt x="53437" y="598292"/>
                </a:lnTo>
                <a:lnTo>
                  <a:pt x="30362" y="551499"/>
                </a:lnTo>
                <a:lnTo>
                  <a:pt x="13591" y="502094"/>
                </a:lnTo>
                <a:lnTo>
                  <a:pt x="3412" y="450923"/>
                </a:lnTo>
                <a:lnTo>
                  <a:pt x="0" y="398861"/>
                </a:lnTo>
                <a:lnTo>
                  <a:pt x="3412" y="346799"/>
                </a:lnTo>
                <a:lnTo>
                  <a:pt x="13591" y="295628"/>
                </a:lnTo>
                <a:lnTo>
                  <a:pt x="30362" y="246224"/>
                </a:lnTo>
                <a:lnTo>
                  <a:pt x="53437" y="199431"/>
                </a:lnTo>
                <a:lnTo>
                  <a:pt x="82423" y="156050"/>
                </a:lnTo>
                <a:lnTo>
                  <a:pt x="116824" y="116824"/>
                </a:lnTo>
                <a:lnTo>
                  <a:pt x="156050" y="82423"/>
                </a:lnTo>
                <a:lnTo>
                  <a:pt x="199431" y="53437"/>
                </a:lnTo>
                <a:lnTo>
                  <a:pt x="246224" y="30362"/>
                </a:lnTo>
                <a:lnTo>
                  <a:pt x="295628" y="13591"/>
                </a:lnTo>
                <a:lnTo>
                  <a:pt x="346799" y="3412"/>
                </a:lnTo>
                <a:lnTo>
                  <a:pt x="398861" y="0"/>
                </a:lnTo>
                <a:lnTo>
                  <a:pt x="450923" y="3412"/>
                </a:lnTo>
                <a:lnTo>
                  <a:pt x="502094" y="13591"/>
                </a:lnTo>
                <a:lnTo>
                  <a:pt x="551499" y="30362"/>
                </a:lnTo>
                <a:lnTo>
                  <a:pt x="598292" y="53437"/>
                </a:lnTo>
                <a:lnTo>
                  <a:pt x="641673" y="82423"/>
                </a:lnTo>
                <a:lnTo>
                  <a:pt x="680899" y="116824"/>
                </a:lnTo>
                <a:lnTo>
                  <a:pt x="715299" y="156050"/>
                </a:lnTo>
                <a:lnTo>
                  <a:pt x="744285" y="199431"/>
                </a:lnTo>
                <a:lnTo>
                  <a:pt x="767361" y="246224"/>
                </a:lnTo>
                <a:lnTo>
                  <a:pt x="784132" y="295628"/>
                </a:lnTo>
                <a:lnTo>
                  <a:pt x="794310" y="346799"/>
                </a:lnTo>
                <a:close/>
              </a:path>
            </a:pathLst>
          </a:custGeom>
          <a:solidFill>
            <a:srgbClr val="666666"/>
          </a:solidFill>
          <a:ln/>
        </p:spPr>
      </p:sp>
      <p:sp>
        <p:nvSpPr>
          <p:cNvPr id="332" name="Shape 330"/>
          <p:cNvSpPr/>
          <p:nvPr/>
        </p:nvSpPr>
        <p:spPr>
          <a:xfrm>
            <a:off x="10397287" y="2570330"/>
            <a:ext cx="752734" cy="752734"/>
          </a:xfrm>
          <a:custGeom>
            <a:avLst/>
            <a:gdLst/>
            <a:ahLst/>
            <a:cxnLst/>
            <a:rect l="l" t="t" r="r" b="b"/>
            <a:pathLst>
              <a:path w="752734" h="752734">
                <a:moveTo>
                  <a:pt x="752734" y="376367"/>
                </a:moveTo>
                <a:lnTo>
                  <a:pt x="749514" y="425493"/>
                </a:lnTo>
                <a:lnTo>
                  <a:pt x="739910" y="473778"/>
                </a:lnTo>
                <a:lnTo>
                  <a:pt x="724085" y="520396"/>
                </a:lnTo>
                <a:lnTo>
                  <a:pt x="702310" y="564551"/>
                </a:lnTo>
                <a:lnTo>
                  <a:pt x="674959" y="605485"/>
                </a:lnTo>
                <a:lnTo>
                  <a:pt x="642499" y="642499"/>
                </a:lnTo>
                <a:lnTo>
                  <a:pt x="605485" y="674959"/>
                </a:lnTo>
                <a:lnTo>
                  <a:pt x="564551" y="702310"/>
                </a:lnTo>
                <a:lnTo>
                  <a:pt x="520396" y="724085"/>
                </a:lnTo>
                <a:lnTo>
                  <a:pt x="473778" y="739910"/>
                </a:lnTo>
                <a:lnTo>
                  <a:pt x="425493" y="749514"/>
                </a:lnTo>
                <a:lnTo>
                  <a:pt x="376367" y="752734"/>
                </a:lnTo>
                <a:lnTo>
                  <a:pt x="327241" y="749514"/>
                </a:lnTo>
                <a:lnTo>
                  <a:pt x="278956" y="739910"/>
                </a:lnTo>
                <a:lnTo>
                  <a:pt x="232338" y="724085"/>
                </a:lnTo>
                <a:lnTo>
                  <a:pt x="188184" y="702310"/>
                </a:lnTo>
                <a:lnTo>
                  <a:pt x="147249" y="674959"/>
                </a:lnTo>
                <a:lnTo>
                  <a:pt x="110235" y="642499"/>
                </a:lnTo>
                <a:lnTo>
                  <a:pt x="77775" y="605485"/>
                </a:lnTo>
                <a:lnTo>
                  <a:pt x="50424" y="564551"/>
                </a:lnTo>
                <a:lnTo>
                  <a:pt x="28649" y="520396"/>
                </a:lnTo>
                <a:lnTo>
                  <a:pt x="12824" y="473778"/>
                </a:lnTo>
                <a:lnTo>
                  <a:pt x="3220" y="425493"/>
                </a:lnTo>
                <a:lnTo>
                  <a:pt x="0" y="376367"/>
                </a:lnTo>
                <a:lnTo>
                  <a:pt x="3220" y="327241"/>
                </a:lnTo>
                <a:lnTo>
                  <a:pt x="12824" y="278956"/>
                </a:lnTo>
                <a:lnTo>
                  <a:pt x="28649" y="232338"/>
                </a:lnTo>
                <a:lnTo>
                  <a:pt x="50424" y="188184"/>
                </a:lnTo>
                <a:lnTo>
                  <a:pt x="77775" y="147249"/>
                </a:lnTo>
                <a:lnTo>
                  <a:pt x="110235" y="110235"/>
                </a:lnTo>
                <a:lnTo>
                  <a:pt x="147249" y="77775"/>
                </a:lnTo>
                <a:lnTo>
                  <a:pt x="188184" y="50424"/>
                </a:lnTo>
                <a:lnTo>
                  <a:pt x="232338" y="28649"/>
                </a:lnTo>
                <a:lnTo>
                  <a:pt x="278956" y="12824"/>
                </a:lnTo>
                <a:lnTo>
                  <a:pt x="327241" y="3220"/>
                </a:lnTo>
                <a:lnTo>
                  <a:pt x="376367" y="0"/>
                </a:lnTo>
                <a:lnTo>
                  <a:pt x="425493" y="3220"/>
                </a:lnTo>
                <a:lnTo>
                  <a:pt x="473778" y="12824"/>
                </a:lnTo>
                <a:lnTo>
                  <a:pt x="520396" y="28649"/>
                </a:lnTo>
                <a:lnTo>
                  <a:pt x="564551" y="50424"/>
                </a:lnTo>
                <a:lnTo>
                  <a:pt x="605485" y="77775"/>
                </a:lnTo>
                <a:lnTo>
                  <a:pt x="642499" y="110235"/>
                </a:lnTo>
                <a:lnTo>
                  <a:pt x="674959" y="147249"/>
                </a:lnTo>
                <a:lnTo>
                  <a:pt x="702310" y="188184"/>
                </a:lnTo>
                <a:lnTo>
                  <a:pt x="724085" y="232338"/>
                </a:lnTo>
                <a:lnTo>
                  <a:pt x="739910" y="278956"/>
                </a:lnTo>
                <a:lnTo>
                  <a:pt x="749514" y="327241"/>
                </a:lnTo>
                <a:close/>
              </a:path>
            </a:pathLst>
          </a:custGeom>
          <a:solidFill>
            <a:srgbClr val="6D6D6D"/>
          </a:solidFill>
          <a:ln/>
        </p:spPr>
      </p:sp>
      <p:sp>
        <p:nvSpPr>
          <p:cNvPr id="333" name="Shape 331"/>
          <p:cNvSpPr/>
          <p:nvPr/>
        </p:nvSpPr>
        <p:spPr>
          <a:xfrm>
            <a:off x="10414020" y="2585681"/>
            <a:ext cx="707746" cy="707746"/>
          </a:xfrm>
          <a:custGeom>
            <a:avLst/>
            <a:gdLst/>
            <a:ahLst/>
            <a:cxnLst/>
            <a:rect l="l" t="t" r="r" b="b"/>
            <a:pathLst>
              <a:path w="707746" h="707746">
                <a:moveTo>
                  <a:pt x="707746" y="353873"/>
                </a:moveTo>
                <a:lnTo>
                  <a:pt x="704718" y="400062"/>
                </a:lnTo>
                <a:lnTo>
                  <a:pt x="695688" y="445462"/>
                </a:lnTo>
                <a:lnTo>
                  <a:pt x="680809" y="489294"/>
                </a:lnTo>
                <a:lnTo>
                  <a:pt x="660336" y="530809"/>
                </a:lnTo>
                <a:lnTo>
                  <a:pt x="634619" y="569297"/>
                </a:lnTo>
                <a:lnTo>
                  <a:pt x="604099" y="604099"/>
                </a:lnTo>
                <a:lnTo>
                  <a:pt x="569297" y="634619"/>
                </a:lnTo>
                <a:lnTo>
                  <a:pt x="530809" y="660336"/>
                </a:lnTo>
                <a:lnTo>
                  <a:pt x="489294" y="680809"/>
                </a:lnTo>
                <a:lnTo>
                  <a:pt x="445462" y="695688"/>
                </a:lnTo>
                <a:lnTo>
                  <a:pt x="400062" y="704718"/>
                </a:lnTo>
                <a:lnTo>
                  <a:pt x="353873" y="707746"/>
                </a:lnTo>
                <a:lnTo>
                  <a:pt x="307683" y="704718"/>
                </a:lnTo>
                <a:lnTo>
                  <a:pt x="262284" y="695688"/>
                </a:lnTo>
                <a:lnTo>
                  <a:pt x="218452" y="680809"/>
                </a:lnTo>
                <a:lnTo>
                  <a:pt x="176936" y="660336"/>
                </a:lnTo>
                <a:lnTo>
                  <a:pt x="138449" y="634619"/>
                </a:lnTo>
                <a:lnTo>
                  <a:pt x="103647" y="604099"/>
                </a:lnTo>
                <a:lnTo>
                  <a:pt x="73127" y="569297"/>
                </a:lnTo>
                <a:lnTo>
                  <a:pt x="47410" y="530809"/>
                </a:lnTo>
                <a:lnTo>
                  <a:pt x="26937" y="489294"/>
                </a:lnTo>
                <a:lnTo>
                  <a:pt x="12058" y="445462"/>
                </a:lnTo>
                <a:lnTo>
                  <a:pt x="3027" y="400062"/>
                </a:lnTo>
                <a:lnTo>
                  <a:pt x="0" y="353873"/>
                </a:lnTo>
                <a:lnTo>
                  <a:pt x="3027" y="307683"/>
                </a:lnTo>
                <a:lnTo>
                  <a:pt x="12058" y="262284"/>
                </a:lnTo>
                <a:lnTo>
                  <a:pt x="26937" y="218452"/>
                </a:lnTo>
                <a:lnTo>
                  <a:pt x="47410" y="176936"/>
                </a:lnTo>
                <a:lnTo>
                  <a:pt x="73127" y="138449"/>
                </a:lnTo>
                <a:lnTo>
                  <a:pt x="103647" y="103647"/>
                </a:lnTo>
                <a:lnTo>
                  <a:pt x="138449" y="73127"/>
                </a:lnTo>
                <a:lnTo>
                  <a:pt x="176936" y="47410"/>
                </a:lnTo>
                <a:lnTo>
                  <a:pt x="218452" y="26937"/>
                </a:lnTo>
                <a:lnTo>
                  <a:pt x="262284" y="12058"/>
                </a:lnTo>
                <a:lnTo>
                  <a:pt x="307683" y="3027"/>
                </a:lnTo>
                <a:lnTo>
                  <a:pt x="353873" y="0"/>
                </a:lnTo>
                <a:lnTo>
                  <a:pt x="400062" y="3027"/>
                </a:lnTo>
                <a:lnTo>
                  <a:pt x="445462" y="12058"/>
                </a:lnTo>
                <a:lnTo>
                  <a:pt x="489294" y="26937"/>
                </a:lnTo>
                <a:lnTo>
                  <a:pt x="530809" y="47410"/>
                </a:lnTo>
                <a:lnTo>
                  <a:pt x="569297" y="73127"/>
                </a:lnTo>
                <a:lnTo>
                  <a:pt x="604099" y="103647"/>
                </a:lnTo>
                <a:lnTo>
                  <a:pt x="634619" y="138449"/>
                </a:lnTo>
                <a:lnTo>
                  <a:pt x="660336" y="176936"/>
                </a:lnTo>
                <a:lnTo>
                  <a:pt x="680809" y="218452"/>
                </a:lnTo>
                <a:lnTo>
                  <a:pt x="695688" y="262284"/>
                </a:lnTo>
                <a:lnTo>
                  <a:pt x="704718" y="307683"/>
                </a:lnTo>
                <a:close/>
              </a:path>
            </a:pathLst>
          </a:custGeom>
          <a:solidFill>
            <a:srgbClr val="747474"/>
          </a:solidFill>
          <a:ln/>
        </p:spPr>
      </p:sp>
      <p:sp>
        <p:nvSpPr>
          <p:cNvPr id="334" name="Shape 332"/>
          <p:cNvSpPr/>
          <p:nvPr/>
        </p:nvSpPr>
        <p:spPr>
          <a:xfrm>
            <a:off x="10430754" y="2601032"/>
            <a:ext cx="662757" cy="662757"/>
          </a:xfrm>
          <a:custGeom>
            <a:avLst/>
            <a:gdLst/>
            <a:ahLst/>
            <a:cxnLst/>
            <a:rect l="l" t="t" r="r" b="b"/>
            <a:pathLst>
              <a:path w="662757" h="662757">
                <a:moveTo>
                  <a:pt x="662757" y="331379"/>
                </a:moveTo>
                <a:lnTo>
                  <a:pt x="659922" y="374632"/>
                </a:lnTo>
                <a:lnTo>
                  <a:pt x="651466" y="417146"/>
                </a:lnTo>
                <a:lnTo>
                  <a:pt x="637532" y="458192"/>
                </a:lnTo>
                <a:lnTo>
                  <a:pt x="618361" y="497068"/>
                </a:lnTo>
                <a:lnTo>
                  <a:pt x="594279" y="533109"/>
                </a:lnTo>
                <a:lnTo>
                  <a:pt x="565699" y="565699"/>
                </a:lnTo>
                <a:lnTo>
                  <a:pt x="533109" y="594279"/>
                </a:lnTo>
                <a:lnTo>
                  <a:pt x="497068" y="618361"/>
                </a:lnTo>
                <a:lnTo>
                  <a:pt x="458192" y="637532"/>
                </a:lnTo>
                <a:lnTo>
                  <a:pt x="417146" y="651466"/>
                </a:lnTo>
                <a:lnTo>
                  <a:pt x="374632" y="659922"/>
                </a:lnTo>
                <a:lnTo>
                  <a:pt x="331379" y="662757"/>
                </a:lnTo>
                <a:lnTo>
                  <a:pt x="288125" y="659922"/>
                </a:lnTo>
                <a:lnTo>
                  <a:pt x="245611" y="651466"/>
                </a:lnTo>
                <a:lnTo>
                  <a:pt x="204565" y="637532"/>
                </a:lnTo>
                <a:lnTo>
                  <a:pt x="165689" y="618361"/>
                </a:lnTo>
                <a:lnTo>
                  <a:pt x="129648" y="594279"/>
                </a:lnTo>
                <a:lnTo>
                  <a:pt x="97059" y="565699"/>
                </a:lnTo>
                <a:lnTo>
                  <a:pt x="68478" y="533109"/>
                </a:lnTo>
                <a:lnTo>
                  <a:pt x="44396" y="497068"/>
                </a:lnTo>
                <a:lnTo>
                  <a:pt x="25225" y="458192"/>
                </a:lnTo>
                <a:lnTo>
                  <a:pt x="11291" y="417146"/>
                </a:lnTo>
                <a:lnTo>
                  <a:pt x="2835" y="374632"/>
                </a:lnTo>
                <a:lnTo>
                  <a:pt x="0" y="331379"/>
                </a:lnTo>
                <a:lnTo>
                  <a:pt x="2835" y="288125"/>
                </a:lnTo>
                <a:lnTo>
                  <a:pt x="11291" y="245611"/>
                </a:lnTo>
                <a:lnTo>
                  <a:pt x="25225" y="204565"/>
                </a:lnTo>
                <a:lnTo>
                  <a:pt x="44396" y="165689"/>
                </a:lnTo>
                <a:lnTo>
                  <a:pt x="68478" y="129648"/>
                </a:lnTo>
                <a:lnTo>
                  <a:pt x="97059" y="97059"/>
                </a:lnTo>
                <a:lnTo>
                  <a:pt x="129648" y="68478"/>
                </a:lnTo>
                <a:lnTo>
                  <a:pt x="165689" y="44396"/>
                </a:lnTo>
                <a:lnTo>
                  <a:pt x="204565" y="25225"/>
                </a:lnTo>
                <a:lnTo>
                  <a:pt x="245611" y="11291"/>
                </a:lnTo>
                <a:lnTo>
                  <a:pt x="288125" y="2835"/>
                </a:lnTo>
                <a:lnTo>
                  <a:pt x="331379" y="0"/>
                </a:lnTo>
                <a:lnTo>
                  <a:pt x="374632" y="2835"/>
                </a:lnTo>
                <a:lnTo>
                  <a:pt x="417146" y="11291"/>
                </a:lnTo>
                <a:lnTo>
                  <a:pt x="458192" y="25225"/>
                </a:lnTo>
                <a:lnTo>
                  <a:pt x="497068" y="44396"/>
                </a:lnTo>
                <a:lnTo>
                  <a:pt x="533109" y="68478"/>
                </a:lnTo>
                <a:lnTo>
                  <a:pt x="565699" y="97059"/>
                </a:lnTo>
                <a:lnTo>
                  <a:pt x="594279" y="129648"/>
                </a:lnTo>
                <a:lnTo>
                  <a:pt x="618361" y="165689"/>
                </a:lnTo>
                <a:lnTo>
                  <a:pt x="637532" y="204565"/>
                </a:lnTo>
                <a:lnTo>
                  <a:pt x="651466" y="245611"/>
                </a:lnTo>
                <a:lnTo>
                  <a:pt x="659922" y="288125"/>
                </a:lnTo>
                <a:close/>
              </a:path>
            </a:pathLst>
          </a:custGeom>
          <a:solidFill>
            <a:srgbClr val="7A7A7A"/>
          </a:solidFill>
          <a:ln/>
        </p:spPr>
      </p:sp>
      <p:sp>
        <p:nvSpPr>
          <p:cNvPr id="335" name="Shape 333"/>
          <p:cNvSpPr/>
          <p:nvPr/>
        </p:nvSpPr>
        <p:spPr>
          <a:xfrm>
            <a:off x="10447487" y="2616383"/>
            <a:ext cx="617769" cy="617769"/>
          </a:xfrm>
          <a:custGeom>
            <a:avLst/>
            <a:gdLst/>
            <a:ahLst/>
            <a:cxnLst/>
            <a:rect l="l" t="t" r="r" b="b"/>
            <a:pathLst>
              <a:path w="617769" h="617769">
                <a:moveTo>
                  <a:pt x="617769" y="308884"/>
                </a:moveTo>
                <a:lnTo>
                  <a:pt x="615126" y="349202"/>
                </a:lnTo>
                <a:lnTo>
                  <a:pt x="607244" y="388829"/>
                </a:lnTo>
                <a:lnTo>
                  <a:pt x="594256" y="427089"/>
                </a:lnTo>
                <a:lnTo>
                  <a:pt x="576386" y="463326"/>
                </a:lnTo>
                <a:lnTo>
                  <a:pt x="553939" y="496921"/>
                </a:lnTo>
                <a:lnTo>
                  <a:pt x="527299" y="527299"/>
                </a:lnTo>
                <a:lnTo>
                  <a:pt x="496921" y="553939"/>
                </a:lnTo>
                <a:lnTo>
                  <a:pt x="463326" y="576386"/>
                </a:lnTo>
                <a:lnTo>
                  <a:pt x="427089" y="594256"/>
                </a:lnTo>
                <a:lnTo>
                  <a:pt x="388829" y="607244"/>
                </a:lnTo>
                <a:lnTo>
                  <a:pt x="349202" y="615126"/>
                </a:lnTo>
                <a:lnTo>
                  <a:pt x="308884" y="617769"/>
                </a:lnTo>
                <a:lnTo>
                  <a:pt x="268567" y="615126"/>
                </a:lnTo>
                <a:lnTo>
                  <a:pt x="228939" y="607244"/>
                </a:lnTo>
                <a:lnTo>
                  <a:pt x="190679" y="594256"/>
                </a:lnTo>
                <a:lnTo>
                  <a:pt x="154442" y="576386"/>
                </a:lnTo>
                <a:lnTo>
                  <a:pt x="120847" y="553939"/>
                </a:lnTo>
                <a:lnTo>
                  <a:pt x="90470" y="527299"/>
                </a:lnTo>
                <a:lnTo>
                  <a:pt x="63830" y="496921"/>
                </a:lnTo>
                <a:lnTo>
                  <a:pt x="41383" y="463326"/>
                </a:lnTo>
                <a:lnTo>
                  <a:pt x="23512" y="427089"/>
                </a:lnTo>
                <a:lnTo>
                  <a:pt x="10525" y="388829"/>
                </a:lnTo>
                <a:lnTo>
                  <a:pt x="2643" y="349202"/>
                </a:lnTo>
                <a:lnTo>
                  <a:pt x="0" y="308884"/>
                </a:lnTo>
                <a:lnTo>
                  <a:pt x="2643" y="268567"/>
                </a:lnTo>
                <a:lnTo>
                  <a:pt x="10525" y="228939"/>
                </a:lnTo>
                <a:lnTo>
                  <a:pt x="23512" y="190679"/>
                </a:lnTo>
                <a:lnTo>
                  <a:pt x="41383" y="154442"/>
                </a:lnTo>
                <a:lnTo>
                  <a:pt x="63830" y="120847"/>
                </a:lnTo>
                <a:lnTo>
                  <a:pt x="90470" y="90470"/>
                </a:lnTo>
                <a:lnTo>
                  <a:pt x="120847" y="63830"/>
                </a:lnTo>
                <a:lnTo>
                  <a:pt x="154442" y="41383"/>
                </a:lnTo>
                <a:lnTo>
                  <a:pt x="190679" y="23512"/>
                </a:lnTo>
                <a:lnTo>
                  <a:pt x="228939" y="10525"/>
                </a:lnTo>
                <a:lnTo>
                  <a:pt x="268567" y="2643"/>
                </a:lnTo>
                <a:lnTo>
                  <a:pt x="308884" y="0"/>
                </a:lnTo>
                <a:lnTo>
                  <a:pt x="349202" y="2643"/>
                </a:lnTo>
                <a:lnTo>
                  <a:pt x="388829" y="10525"/>
                </a:lnTo>
                <a:lnTo>
                  <a:pt x="427089" y="23512"/>
                </a:lnTo>
                <a:lnTo>
                  <a:pt x="463326" y="41383"/>
                </a:lnTo>
                <a:lnTo>
                  <a:pt x="496921" y="63830"/>
                </a:lnTo>
                <a:lnTo>
                  <a:pt x="527299" y="90470"/>
                </a:lnTo>
                <a:lnTo>
                  <a:pt x="553939" y="120847"/>
                </a:lnTo>
                <a:lnTo>
                  <a:pt x="576386" y="154442"/>
                </a:lnTo>
                <a:lnTo>
                  <a:pt x="594256" y="190679"/>
                </a:lnTo>
                <a:lnTo>
                  <a:pt x="607244" y="228939"/>
                </a:lnTo>
                <a:lnTo>
                  <a:pt x="615126" y="268567"/>
                </a:lnTo>
                <a:close/>
              </a:path>
            </a:pathLst>
          </a:custGeom>
          <a:solidFill>
            <a:srgbClr val="818181"/>
          </a:solidFill>
          <a:ln/>
        </p:spPr>
      </p:sp>
      <p:sp>
        <p:nvSpPr>
          <p:cNvPr id="336" name="Shape 334"/>
          <p:cNvSpPr/>
          <p:nvPr/>
        </p:nvSpPr>
        <p:spPr>
          <a:xfrm>
            <a:off x="10464221" y="2631734"/>
            <a:ext cx="572780" cy="572780"/>
          </a:xfrm>
          <a:custGeom>
            <a:avLst/>
            <a:gdLst/>
            <a:ahLst/>
            <a:cxnLst/>
            <a:rect l="l" t="t" r="r" b="b"/>
            <a:pathLst>
              <a:path w="572780" h="572780">
                <a:moveTo>
                  <a:pt x="572780" y="286390"/>
                </a:moveTo>
                <a:lnTo>
                  <a:pt x="570330" y="323771"/>
                </a:lnTo>
                <a:lnTo>
                  <a:pt x="563022" y="360513"/>
                </a:lnTo>
                <a:lnTo>
                  <a:pt x="550980" y="395987"/>
                </a:lnTo>
                <a:lnTo>
                  <a:pt x="534411" y="429585"/>
                </a:lnTo>
                <a:lnTo>
                  <a:pt x="513599" y="460733"/>
                </a:lnTo>
                <a:lnTo>
                  <a:pt x="488898" y="488898"/>
                </a:lnTo>
                <a:lnTo>
                  <a:pt x="460733" y="513599"/>
                </a:lnTo>
                <a:lnTo>
                  <a:pt x="429585" y="534411"/>
                </a:lnTo>
                <a:lnTo>
                  <a:pt x="395987" y="550980"/>
                </a:lnTo>
                <a:lnTo>
                  <a:pt x="360513" y="563022"/>
                </a:lnTo>
                <a:lnTo>
                  <a:pt x="323771" y="570330"/>
                </a:lnTo>
                <a:lnTo>
                  <a:pt x="286390" y="572780"/>
                </a:lnTo>
                <a:lnTo>
                  <a:pt x="249009" y="570330"/>
                </a:lnTo>
                <a:lnTo>
                  <a:pt x="212267" y="563022"/>
                </a:lnTo>
                <a:lnTo>
                  <a:pt x="176793" y="550980"/>
                </a:lnTo>
                <a:lnTo>
                  <a:pt x="143195" y="534411"/>
                </a:lnTo>
                <a:lnTo>
                  <a:pt x="112047" y="513599"/>
                </a:lnTo>
                <a:lnTo>
                  <a:pt x="83882" y="488898"/>
                </a:lnTo>
                <a:lnTo>
                  <a:pt x="59182" y="460733"/>
                </a:lnTo>
                <a:lnTo>
                  <a:pt x="38369" y="429585"/>
                </a:lnTo>
                <a:lnTo>
                  <a:pt x="21800" y="395987"/>
                </a:lnTo>
                <a:lnTo>
                  <a:pt x="9759" y="360513"/>
                </a:lnTo>
                <a:lnTo>
                  <a:pt x="2450" y="323771"/>
                </a:lnTo>
                <a:lnTo>
                  <a:pt x="0" y="286390"/>
                </a:lnTo>
                <a:lnTo>
                  <a:pt x="2450" y="249009"/>
                </a:lnTo>
                <a:lnTo>
                  <a:pt x="9759" y="212267"/>
                </a:lnTo>
                <a:lnTo>
                  <a:pt x="21800" y="176793"/>
                </a:lnTo>
                <a:lnTo>
                  <a:pt x="38369" y="143195"/>
                </a:lnTo>
                <a:lnTo>
                  <a:pt x="59182" y="112047"/>
                </a:lnTo>
                <a:lnTo>
                  <a:pt x="83882" y="83882"/>
                </a:lnTo>
                <a:lnTo>
                  <a:pt x="112047" y="59182"/>
                </a:lnTo>
                <a:lnTo>
                  <a:pt x="143195" y="38369"/>
                </a:lnTo>
                <a:lnTo>
                  <a:pt x="176793" y="21800"/>
                </a:lnTo>
                <a:lnTo>
                  <a:pt x="212267" y="9759"/>
                </a:lnTo>
                <a:lnTo>
                  <a:pt x="249009" y="2450"/>
                </a:lnTo>
                <a:lnTo>
                  <a:pt x="286390" y="0"/>
                </a:lnTo>
                <a:lnTo>
                  <a:pt x="323771" y="2450"/>
                </a:lnTo>
                <a:lnTo>
                  <a:pt x="360513" y="9759"/>
                </a:lnTo>
                <a:lnTo>
                  <a:pt x="395987" y="21800"/>
                </a:lnTo>
                <a:lnTo>
                  <a:pt x="429585" y="38369"/>
                </a:lnTo>
                <a:lnTo>
                  <a:pt x="460733" y="59182"/>
                </a:lnTo>
                <a:lnTo>
                  <a:pt x="488898" y="83882"/>
                </a:lnTo>
                <a:lnTo>
                  <a:pt x="513599" y="112047"/>
                </a:lnTo>
                <a:lnTo>
                  <a:pt x="534411" y="143195"/>
                </a:lnTo>
                <a:lnTo>
                  <a:pt x="550980" y="176793"/>
                </a:lnTo>
                <a:lnTo>
                  <a:pt x="563022" y="212267"/>
                </a:lnTo>
                <a:lnTo>
                  <a:pt x="570330" y="249009"/>
                </a:lnTo>
                <a:close/>
              </a:path>
            </a:pathLst>
          </a:custGeom>
          <a:solidFill>
            <a:srgbClr val="878787"/>
          </a:solidFill>
          <a:ln/>
        </p:spPr>
      </p:sp>
      <p:sp>
        <p:nvSpPr>
          <p:cNvPr id="337" name="Shape 335"/>
          <p:cNvSpPr/>
          <p:nvPr/>
        </p:nvSpPr>
        <p:spPr>
          <a:xfrm>
            <a:off x="10480954" y="2647085"/>
            <a:ext cx="527792" cy="527792"/>
          </a:xfrm>
          <a:custGeom>
            <a:avLst/>
            <a:gdLst/>
            <a:ahLst/>
            <a:cxnLst/>
            <a:rect l="l" t="t" r="r" b="b"/>
            <a:pathLst>
              <a:path w="527792" h="527792">
                <a:moveTo>
                  <a:pt x="527792" y="263896"/>
                </a:moveTo>
                <a:lnTo>
                  <a:pt x="525534" y="298341"/>
                </a:lnTo>
                <a:lnTo>
                  <a:pt x="518800" y="332197"/>
                </a:lnTo>
                <a:lnTo>
                  <a:pt x="507704" y="364884"/>
                </a:lnTo>
                <a:lnTo>
                  <a:pt x="492436" y="395844"/>
                </a:lnTo>
                <a:lnTo>
                  <a:pt x="473258" y="424545"/>
                </a:lnTo>
                <a:lnTo>
                  <a:pt x="450498" y="450498"/>
                </a:lnTo>
                <a:lnTo>
                  <a:pt x="424545" y="473258"/>
                </a:lnTo>
                <a:lnTo>
                  <a:pt x="395844" y="492436"/>
                </a:lnTo>
                <a:lnTo>
                  <a:pt x="364884" y="507704"/>
                </a:lnTo>
                <a:lnTo>
                  <a:pt x="332197" y="518800"/>
                </a:lnTo>
                <a:lnTo>
                  <a:pt x="298341" y="525534"/>
                </a:lnTo>
                <a:lnTo>
                  <a:pt x="263896" y="527792"/>
                </a:lnTo>
                <a:lnTo>
                  <a:pt x="229451" y="525534"/>
                </a:lnTo>
                <a:lnTo>
                  <a:pt x="195595" y="518800"/>
                </a:lnTo>
                <a:lnTo>
                  <a:pt x="162907" y="507704"/>
                </a:lnTo>
                <a:lnTo>
                  <a:pt x="131948" y="492436"/>
                </a:lnTo>
                <a:lnTo>
                  <a:pt x="103246" y="473258"/>
                </a:lnTo>
                <a:lnTo>
                  <a:pt x="77293" y="450498"/>
                </a:lnTo>
                <a:lnTo>
                  <a:pt x="54533" y="424545"/>
                </a:lnTo>
                <a:lnTo>
                  <a:pt x="35355" y="395844"/>
                </a:lnTo>
                <a:lnTo>
                  <a:pt x="20088" y="364884"/>
                </a:lnTo>
                <a:lnTo>
                  <a:pt x="8992" y="332197"/>
                </a:lnTo>
                <a:lnTo>
                  <a:pt x="2258" y="298341"/>
                </a:lnTo>
                <a:lnTo>
                  <a:pt x="0" y="263896"/>
                </a:lnTo>
                <a:lnTo>
                  <a:pt x="2258" y="229451"/>
                </a:lnTo>
                <a:lnTo>
                  <a:pt x="8992" y="195595"/>
                </a:lnTo>
                <a:lnTo>
                  <a:pt x="20088" y="162907"/>
                </a:lnTo>
                <a:lnTo>
                  <a:pt x="35355" y="131948"/>
                </a:lnTo>
                <a:lnTo>
                  <a:pt x="54533" y="103246"/>
                </a:lnTo>
                <a:lnTo>
                  <a:pt x="77293" y="77293"/>
                </a:lnTo>
                <a:lnTo>
                  <a:pt x="103246" y="54533"/>
                </a:lnTo>
                <a:lnTo>
                  <a:pt x="131948" y="35355"/>
                </a:lnTo>
                <a:lnTo>
                  <a:pt x="162907" y="20088"/>
                </a:lnTo>
                <a:lnTo>
                  <a:pt x="195595" y="8992"/>
                </a:lnTo>
                <a:lnTo>
                  <a:pt x="229451" y="2258"/>
                </a:lnTo>
                <a:lnTo>
                  <a:pt x="263896" y="0"/>
                </a:lnTo>
                <a:lnTo>
                  <a:pt x="298341" y="2258"/>
                </a:lnTo>
                <a:lnTo>
                  <a:pt x="332197" y="8992"/>
                </a:lnTo>
                <a:lnTo>
                  <a:pt x="364884" y="20088"/>
                </a:lnTo>
                <a:lnTo>
                  <a:pt x="395844" y="35355"/>
                </a:lnTo>
                <a:lnTo>
                  <a:pt x="424545" y="54533"/>
                </a:lnTo>
                <a:lnTo>
                  <a:pt x="450498" y="77293"/>
                </a:lnTo>
                <a:lnTo>
                  <a:pt x="473258" y="103246"/>
                </a:lnTo>
                <a:lnTo>
                  <a:pt x="492436" y="131948"/>
                </a:lnTo>
                <a:lnTo>
                  <a:pt x="507704" y="162907"/>
                </a:lnTo>
                <a:lnTo>
                  <a:pt x="518800" y="195595"/>
                </a:lnTo>
                <a:lnTo>
                  <a:pt x="525534" y="229451"/>
                </a:lnTo>
                <a:close/>
              </a:path>
            </a:pathLst>
          </a:custGeom>
          <a:solidFill>
            <a:srgbClr val="8E8E8E"/>
          </a:solidFill>
          <a:ln/>
        </p:spPr>
      </p:sp>
      <p:sp>
        <p:nvSpPr>
          <p:cNvPr id="338" name="Shape 336"/>
          <p:cNvSpPr/>
          <p:nvPr/>
        </p:nvSpPr>
        <p:spPr>
          <a:xfrm>
            <a:off x="10497688" y="2662436"/>
            <a:ext cx="482803" cy="482803"/>
          </a:xfrm>
          <a:custGeom>
            <a:avLst/>
            <a:gdLst/>
            <a:ahLst/>
            <a:cxnLst/>
            <a:rect l="l" t="t" r="r" b="b"/>
            <a:pathLst>
              <a:path w="482803" h="482803">
                <a:moveTo>
                  <a:pt x="482803" y="241402"/>
                </a:moveTo>
                <a:lnTo>
                  <a:pt x="480738" y="272911"/>
                </a:lnTo>
                <a:lnTo>
                  <a:pt x="474578" y="303881"/>
                </a:lnTo>
                <a:lnTo>
                  <a:pt x="464428" y="333782"/>
                </a:lnTo>
                <a:lnTo>
                  <a:pt x="450462" y="362102"/>
                </a:lnTo>
                <a:lnTo>
                  <a:pt x="432918" y="388358"/>
                </a:lnTo>
                <a:lnTo>
                  <a:pt x="412098" y="412098"/>
                </a:lnTo>
                <a:lnTo>
                  <a:pt x="388358" y="432918"/>
                </a:lnTo>
                <a:lnTo>
                  <a:pt x="362102" y="450462"/>
                </a:lnTo>
                <a:lnTo>
                  <a:pt x="333782" y="464428"/>
                </a:lnTo>
                <a:lnTo>
                  <a:pt x="303881" y="474578"/>
                </a:lnTo>
                <a:lnTo>
                  <a:pt x="272911" y="480738"/>
                </a:lnTo>
                <a:lnTo>
                  <a:pt x="241402" y="482803"/>
                </a:lnTo>
                <a:lnTo>
                  <a:pt x="209892" y="480738"/>
                </a:lnTo>
                <a:lnTo>
                  <a:pt x="178922" y="474578"/>
                </a:lnTo>
                <a:lnTo>
                  <a:pt x="149021" y="464428"/>
                </a:lnTo>
                <a:lnTo>
                  <a:pt x="120701" y="450462"/>
                </a:lnTo>
                <a:lnTo>
                  <a:pt x="94446" y="432918"/>
                </a:lnTo>
                <a:lnTo>
                  <a:pt x="70705" y="412098"/>
                </a:lnTo>
                <a:lnTo>
                  <a:pt x="49885" y="388358"/>
                </a:lnTo>
                <a:lnTo>
                  <a:pt x="32342" y="362102"/>
                </a:lnTo>
                <a:lnTo>
                  <a:pt x="18376" y="333782"/>
                </a:lnTo>
                <a:lnTo>
                  <a:pt x="8226" y="303881"/>
                </a:lnTo>
                <a:lnTo>
                  <a:pt x="2065" y="272911"/>
                </a:lnTo>
                <a:lnTo>
                  <a:pt x="0" y="241402"/>
                </a:lnTo>
                <a:lnTo>
                  <a:pt x="2065" y="209892"/>
                </a:lnTo>
                <a:lnTo>
                  <a:pt x="8226" y="178922"/>
                </a:lnTo>
                <a:lnTo>
                  <a:pt x="18376" y="149021"/>
                </a:lnTo>
                <a:lnTo>
                  <a:pt x="32342" y="120701"/>
                </a:lnTo>
                <a:lnTo>
                  <a:pt x="49885" y="94446"/>
                </a:lnTo>
                <a:lnTo>
                  <a:pt x="70705" y="70705"/>
                </a:lnTo>
                <a:lnTo>
                  <a:pt x="94446" y="49885"/>
                </a:lnTo>
                <a:lnTo>
                  <a:pt x="120701" y="32342"/>
                </a:lnTo>
                <a:lnTo>
                  <a:pt x="149021" y="18376"/>
                </a:lnTo>
                <a:lnTo>
                  <a:pt x="178922" y="8226"/>
                </a:lnTo>
                <a:lnTo>
                  <a:pt x="209892" y="2065"/>
                </a:lnTo>
                <a:lnTo>
                  <a:pt x="241402" y="0"/>
                </a:lnTo>
                <a:lnTo>
                  <a:pt x="272911" y="2065"/>
                </a:lnTo>
                <a:lnTo>
                  <a:pt x="303881" y="8226"/>
                </a:lnTo>
                <a:lnTo>
                  <a:pt x="333782" y="18376"/>
                </a:lnTo>
                <a:lnTo>
                  <a:pt x="362102" y="32342"/>
                </a:lnTo>
                <a:lnTo>
                  <a:pt x="388358" y="49885"/>
                </a:lnTo>
                <a:lnTo>
                  <a:pt x="412098" y="70705"/>
                </a:lnTo>
                <a:lnTo>
                  <a:pt x="432918" y="94446"/>
                </a:lnTo>
                <a:lnTo>
                  <a:pt x="450462" y="120701"/>
                </a:lnTo>
                <a:lnTo>
                  <a:pt x="464428" y="149021"/>
                </a:lnTo>
                <a:lnTo>
                  <a:pt x="474578" y="178922"/>
                </a:lnTo>
                <a:lnTo>
                  <a:pt x="480738" y="209892"/>
                </a:lnTo>
                <a:close/>
              </a:path>
            </a:pathLst>
          </a:custGeom>
          <a:solidFill>
            <a:srgbClr val="959595"/>
          </a:solidFill>
          <a:ln/>
        </p:spPr>
      </p:sp>
      <p:sp>
        <p:nvSpPr>
          <p:cNvPr id="339" name="Shape 337"/>
          <p:cNvSpPr/>
          <p:nvPr/>
        </p:nvSpPr>
        <p:spPr>
          <a:xfrm>
            <a:off x="10514421" y="2677787"/>
            <a:ext cx="437815" cy="437815"/>
          </a:xfrm>
          <a:custGeom>
            <a:avLst/>
            <a:gdLst/>
            <a:ahLst/>
            <a:cxnLst/>
            <a:rect l="l" t="t" r="r" b="b"/>
            <a:pathLst>
              <a:path w="437815" h="437815">
                <a:moveTo>
                  <a:pt x="437815" y="218907"/>
                </a:moveTo>
                <a:lnTo>
                  <a:pt x="435942" y="247481"/>
                </a:lnTo>
                <a:lnTo>
                  <a:pt x="430356" y="275565"/>
                </a:lnTo>
                <a:lnTo>
                  <a:pt x="421151" y="302680"/>
                </a:lnTo>
                <a:lnTo>
                  <a:pt x="408487" y="328361"/>
                </a:lnTo>
                <a:lnTo>
                  <a:pt x="392578" y="352170"/>
                </a:lnTo>
                <a:lnTo>
                  <a:pt x="373698" y="373698"/>
                </a:lnTo>
                <a:lnTo>
                  <a:pt x="352170" y="392578"/>
                </a:lnTo>
                <a:lnTo>
                  <a:pt x="328361" y="408487"/>
                </a:lnTo>
                <a:lnTo>
                  <a:pt x="302680" y="421151"/>
                </a:lnTo>
                <a:lnTo>
                  <a:pt x="275565" y="430356"/>
                </a:lnTo>
                <a:lnTo>
                  <a:pt x="247481" y="435942"/>
                </a:lnTo>
                <a:lnTo>
                  <a:pt x="218907" y="437815"/>
                </a:lnTo>
                <a:lnTo>
                  <a:pt x="190334" y="435942"/>
                </a:lnTo>
                <a:lnTo>
                  <a:pt x="162250" y="430356"/>
                </a:lnTo>
                <a:lnTo>
                  <a:pt x="135135" y="421151"/>
                </a:lnTo>
                <a:lnTo>
                  <a:pt x="109454" y="408487"/>
                </a:lnTo>
                <a:lnTo>
                  <a:pt x="85645" y="392578"/>
                </a:lnTo>
                <a:lnTo>
                  <a:pt x="64116" y="373698"/>
                </a:lnTo>
                <a:lnTo>
                  <a:pt x="45236" y="352170"/>
                </a:lnTo>
                <a:lnTo>
                  <a:pt x="29328" y="328361"/>
                </a:lnTo>
                <a:lnTo>
                  <a:pt x="16663" y="302680"/>
                </a:lnTo>
                <a:lnTo>
                  <a:pt x="7459" y="275565"/>
                </a:lnTo>
                <a:lnTo>
                  <a:pt x="1873" y="247481"/>
                </a:lnTo>
                <a:lnTo>
                  <a:pt x="0" y="218907"/>
                </a:lnTo>
                <a:lnTo>
                  <a:pt x="1873" y="190334"/>
                </a:lnTo>
                <a:lnTo>
                  <a:pt x="7459" y="162250"/>
                </a:lnTo>
                <a:lnTo>
                  <a:pt x="16663" y="135135"/>
                </a:lnTo>
                <a:lnTo>
                  <a:pt x="29328" y="109454"/>
                </a:lnTo>
                <a:lnTo>
                  <a:pt x="45236" y="85645"/>
                </a:lnTo>
                <a:lnTo>
                  <a:pt x="64116" y="64116"/>
                </a:lnTo>
                <a:lnTo>
                  <a:pt x="85645" y="45236"/>
                </a:lnTo>
                <a:lnTo>
                  <a:pt x="109454" y="29328"/>
                </a:lnTo>
                <a:lnTo>
                  <a:pt x="135135" y="16663"/>
                </a:lnTo>
                <a:lnTo>
                  <a:pt x="162250" y="7459"/>
                </a:lnTo>
                <a:lnTo>
                  <a:pt x="190334" y="1873"/>
                </a:lnTo>
                <a:lnTo>
                  <a:pt x="218907" y="0"/>
                </a:lnTo>
                <a:lnTo>
                  <a:pt x="247481" y="1873"/>
                </a:lnTo>
                <a:lnTo>
                  <a:pt x="275565" y="7459"/>
                </a:lnTo>
                <a:lnTo>
                  <a:pt x="302680" y="16663"/>
                </a:lnTo>
                <a:lnTo>
                  <a:pt x="328361" y="29328"/>
                </a:lnTo>
                <a:lnTo>
                  <a:pt x="352170" y="45236"/>
                </a:lnTo>
                <a:lnTo>
                  <a:pt x="373698" y="64116"/>
                </a:lnTo>
                <a:lnTo>
                  <a:pt x="392578" y="85645"/>
                </a:lnTo>
                <a:lnTo>
                  <a:pt x="408487" y="109454"/>
                </a:lnTo>
                <a:lnTo>
                  <a:pt x="421151" y="135135"/>
                </a:lnTo>
                <a:lnTo>
                  <a:pt x="430356" y="162250"/>
                </a:lnTo>
                <a:lnTo>
                  <a:pt x="435942" y="190334"/>
                </a:lnTo>
                <a:close/>
              </a:path>
            </a:pathLst>
          </a:custGeom>
          <a:solidFill>
            <a:srgbClr val="9B9B9B"/>
          </a:solidFill>
          <a:ln/>
        </p:spPr>
      </p:sp>
      <p:sp>
        <p:nvSpPr>
          <p:cNvPr id="340" name="Shape 338"/>
          <p:cNvSpPr/>
          <p:nvPr/>
        </p:nvSpPr>
        <p:spPr>
          <a:xfrm>
            <a:off x="10531155" y="2693138"/>
            <a:ext cx="392826" cy="392826"/>
          </a:xfrm>
          <a:custGeom>
            <a:avLst/>
            <a:gdLst/>
            <a:ahLst/>
            <a:cxnLst/>
            <a:rect l="l" t="t" r="r" b="b"/>
            <a:pathLst>
              <a:path w="392826" h="392826">
                <a:moveTo>
                  <a:pt x="392826" y="196413"/>
                </a:moveTo>
                <a:lnTo>
                  <a:pt x="391146" y="222050"/>
                </a:lnTo>
                <a:lnTo>
                  <a:pt x="386134" y="247249"/>
                </a:lnTo>
                <a:lnTo>
                  <a:pt x="377875" y="271577"/>
                </a:lnTo>
                <a:lnTo>
                  <a:pt x="366512" y="294620"/>
                </a:lnTo>
                <a:lnTo>
                  <a:pt x="352238" y="315982"/>
                </a:lnTo>
                <a:lnTo>
                  <a:pt x="335298" y="335298"/>
                </a:lnTo>
                <a:lnTo>
                  <a:pt x="315982" y="352238"/>
                </a:lnTo>
                <a:lnTo>
                  <a:pt x="294620" y="366512"/>
                </a:lnTo>
                <a:lnTo>
                  <a:pt x="271577" y="377875"/>
                </a:lnTo>
                <a:lnTo>
                  <a:pt x="247249" y="386134"/>
                </a:lnTo>
                <a:lnTo>
                  <a:pt x="222050" y="391146"/>
                </a:lnTo>
                <a:lnTo>
                  <a:pt x="196413" y="392826"/>
                </a:lnTo>
                <a:lnTo>
                  <a:pt x="170776" y="391146"/>
                </a:lnTo>
                <a:lnTo>
                  <a:pt x="145578" y="386134"/>
                </a:lnTo>
                <a:lnTo>
                  <a:pt x="121249" y="377875"/>
                </a:lnTo>
                <a:lnTo>
                  <a:pt x="98207" y="366512"/>
                </a:lnTo>
                <a:lnTo>
                  <a:pt x="76844" y="352238"/>
                </a:lnTo>
                <a:lnTo>
                  <a:pt x="57528" y="335298"/>
                </a:lnTo>
                <a:lnTo>
                  <a:pt x="40588" y="315982"/>
                </a:lnTo>
                <a:lnTo>
                  <a:pt x="26314" y="294620"/>
                </a:lnTo>
                <a:lnTo>
                  <a:pt x="14951" y="271577"/>
                </a:lnTo>
                <a:lnTo>
                  <a:pt x="6693" y="247249"/>
                </a:lnTo>
                <a:lnTo>
                  <a:pt x="1680" y="222050"/>
                </a:lnTo>
                <a:lnTo>
                  <a:pt x="0" y="196413"/>
                </a:lnTo>
                <a:lnTo>
                  <a:pt x="1680" y="170776"/>
                </a:lnTo>
                <a:lnTo>
                  <a:pt x="6693" y="145578"/>
                </a:lnTo>
                <a:lnTo>
                  <a:pt x="14951" y="121249"/>
                </a:lnTo>
                <a:lnTo>
                  <a:pt x="26314" y="98207"/>
                </a:lnTo>
                <a:lnTo>
                  <a:pt x="40588" y="76844"/>
                </a:lnTo>
                <a:lnTo>
                  <a:pt x="57528" y="57528"/>
                </a:lnTo>
                <a:lnTo>
                  <a:pt x="76844" y="40588"/>
                </a:lnTo>
                <a:lnTo>
                  <a:pt x="98207" y="26314"/>
                </a:lnTo>
                <a:lnTo>
                  <a:pt x="121249" y="14951"/>
                </a:lnTo>
                <a:lnTo>
                  <a:pt x="145578" y="6693"/>
                </a:lnTo>
                <a:lnTo>
                  <a:pt x="170776" y="1680"/>
                </a:lnTo>
                <a:lnTo>
                  <a:pt x="196413" y="0"/>
                </a:lnTo>
                <a:lnTo>
                  <a:pt x="222050" y="1680"/>
                </a:lnTo>
                <a:lnTo>
                  <a:pt x="247249" y="6693"/>
                </a:lnTo>
                <a:lnTo>
                  <a:pt x="271577" y="14951"/>
                </a:lnTo>
                <a:lnTo>
                  <a:pt x="294620" y="26314"/>
                </a:lnTo>
                <a:lnTo>
                  <a:pt x="315982" y="40588"/>
                </a:lnTo>
                <a:lnTo>
                  <a:pt x="335298" y="57528"/>
                </a:lnTo>
                <a:lnTo>
                  <a:pt x="352238" y="76844"/>
                </a:lnTo>
                <a:lnTo>
                  <a:pt x="366512" y="98207"/>
                </a:lnTo>
                <a:lnTo>
                  <a:pt x="377875" y="121249"/>
                </a:lnTo>
                <a:lnTo>
                  <a:pt x="386134" y="145578"/>
                </a:lnTo>
                <a:lnTo>
                  <a:pt x="391146" y="170776"/>
                </a:lnTo>
                <a:close/>
              </a:path>
            </a:pathLst>
          </a:custGeom>
          <a:solidFill>
            <a:srgbClr val="A2A2A2"/>
          </a:solidFill>
          <a:ln/>
        </p:spPr>
      </p:sp>
      <p:sp>
        <p:nvSpPr>
          <p:cNvPr id="341" name="Shape 339"/>
          <p:cNvSpPr/>
          <p:nvPr/>
        </p:nvSpPr>
        <p:spPr>
          <a:xfrm>
            <a:off x="10547888" y="2708489"/>
            <a:ext cx="347838" cy="347838"/>
          </a:xfrm>
          <a:custGeom>
            <a:avLst/>
            <a:gdLst/>
            <a:ahLst/>
            <a:cxnLst/>
            <a:rect l="l" t="t" r="r" b="b"/>
            <a:pathLst>
              <a:path w="347838" h="347838">
                <a:moveTo>
                  <a:pt x="347838" y="173919"/>
                </a:moveTo>
                <a:lnTo>
                  <a:pt x="346350" y="196620"/>
                </a:lnTo>
                <a:lnTo>
                  <a:pt x="341912" y="218932"/>
                </a:lnTo>
                <a:lnTo>
                  <a:pt x="334599" y="240475"/>
                </a:lnTo>
                <a:lnTo>
                  <a:pt x="324537" y="260878"/>
                </a:lnTo>
                <a:lnTo>
                  <a:pt x="311898" y="279794"/>
                </a:lnTo>
                <a:lnTo>
                  <a:pt x="296898" y="296898"/>
                </a:lnTo>
                <a:lnTo>
                  <a:pt x="279794" y="311898"/>
                </a:lnTo>
                <a:lnTo>
                  <a:pt x="260878" y="324537"/>
                </a:lnTo>
                <a:lnTo>
                  <a:pt x="240475" y="334599"/>
                </a:lnTo>
                <a:lnTo>
                  <a:pt x="218932" y="341912"/>
                </a:lnTo>
                <a:lnTo>
                  <a:pt x="196620" y="346350"/>
                </a:lnTo>
                <a:lnTo>
                  <a:pt x="173919" y="347838"/>
                </a:lnTo>
                <a:lnTo>
                  <a:pt x="151218" y="346350"/>
                </a:lnTo>
                <a:lnTo>
                  <a:pt x="128905" y="341912"/>
                </a:lnTo>
                <a:lnTo>
                  <a:pt x="107363" y="334599"/>
                </a:lnTo>
                <a:lnTo>
                  <a:pt x="86959" y="324537"/>
                </a:lnTo>
                <a:lnTo>
                  <a:pt x="68044" y="311898"/>
                </a:lnTo>
                <a:lnTo>
                  <a:pt x="50940" y="296898"/>
                </a:lnTo>
                <a:lnTo>
                  <a:pt x="35940" y="279794"/>
                </a:lnTo>
                <a:lnTo>
                  <a:pt x="23301" y="260878"/>
                </a:lnTo>
                <a:lnTo>
                  <a:pt x="13239" y="240475"/>
                </a:lnTo>
                <a:lnTo>
                  <a:pt x="5926" y="218932"/>
                </a:lnTo>
                <a:lnTo>
                  <a:pt x="1488" y="196620"/>
                </a:lnTo>
                <a:lnTo>
                  <a:pt x="0" y="173919"/>
                </a:lnTo>
                <a:lnTo>
                  <a:pt x="1488" y="151218"/>
                </a:lnTo>
                <a:lnTo>
                  <a:pt x="5926" y="128905"/>
                </a:lnTo>
                <a:lnTo>
                  <a:pt x="13239" y="107363"/>
                </a:lnTo>
                <a:lnTo>
                  <a:pt x="23301" y="86959"/>
                </a:lnTo>
                <a:lnTo>
                  <a:pt x="35940" y="68044"/>
                </a:lnTo>
                <a:lnTo>
                  <a:pt x="50940" y="50940"/>
                </a:lnTo>
                <a:lnTo>
                  <a:pt x="68044" y="35940"/>
                </a:lnTo>
                <a:lnTo>
                  <a:pt x="86959" y="23301"/>
                </a:lnTo>
                <a:lnTo>
                  <a:pt x="107363" y="13239"/>
                </a:lnTo>
                <a:lnTo>
                  <a:pt x="128905" y="5926"/>
                </a:lnTo>
                <a:lnTo>
                  <a:pt x="151218" y="1488"/>
                </a:lnTo>
                <a:lnTo>
                  <a:pt x="173919" y="0"/>
                </a:lnTo>
                <a:lnTo>
                  <a:pt x="196620" y="1488"/>
                </a:lnTo>
                <a:lnTo>
                  <a:pt x="218932" y="5926"/>
                </a:lnTo>
                <a:lnTo>
                  <a:pt x="240475" y="13239"/>
                </a:lnTo>
                <a:lnTo>
                  <a:pt x="260878" y="23301"/>
                </a:lnTo>
                <a:lnTo>
                  <a:pt x="279794" y="35940"/>
                </a:lnTo>
                <a:lnTo>
                  <a:pt x="296898" y="50940"/>
                </a:lnTo>
                <a:lnTo>
                  <a:pt x="311898" y="68044"/>
                </a:lnTo>
                <a:lnTo>
                  <a:pt x="324537" y="86959"/>
                </a:lnTo>
                <a:lnTo>
                  <a:pt x="334599" y="107363"/>
                </a:lnTo>
                <a:lnTo>
                  <a:pt x="341912" y="128905"/>
                </a:lnTo>
                <a:lnTo>
                  <a:pt x="346350" y="151218"/>
                </a:lnTo>
                <a:close/>
              </a:path>
            </a:pathLst>
          </a:custGeom>
          <a:solidFill>
            <a:srgbClr val="A9A9A9"/>
          </a:solidFill>
          <a:ln/>
        </p:spPr>
      </p:sp>
      <p:sp>
        <p:nvSpPr>
          <p:cNvPr id="342" name="Shape 340"/>
          <p:cNvSpPr/>
          <p:nvPr/>
        </p:nvSpPr>
        <p:spPr>
          <a:xfrm>
            <a:off x="10564622" y="2723840"/>
            <a:ext cx="302849" cy="302849"/>
          </a:xfrm>
          <a:custGeom>
            <a:avLst/>
            <a:gdLst/>
            <a:ahLst/>
            <a:cxnLst/>
            <a:rect l="l" t="t" r="r" b="b"/>
            <a:pathLst>
              <a:path w="302849" h="302849">
                <a:moveTo>
                  <a:pt x="302849" y="151425"/>
                </a:moveTo>
                <a:lnTo>
                  <a:pt x="301554" y="171190"/>
                </a:lnTo>
                <a:lnTo>
                  <a:pt x="297690" y="190616"/>
                </a:lnTo>
                <a:lnTo>
                  <a:pt x="291323" y="209372"/>
                </a:lnTo>
                <a:lnTo>
                  <a:pt x="282562" y="227137"/>
                </a:lnTo>
                <a:lnTo>
                  <a:pt x="271558" y="243606"/>
                </a:lnTo>
                <a:lnTo>
                  <a:pt x="258498" y="258498"/>
                </a:lnTo>
                <a:lnTo>
                  <a:pt x="243606" y="271558"/>
                </a:lnTo>
                <a:lnTo>
                  <a:pt x="227137" y="282562"/>
                </a:lnTo>
                <a:lnTo>
                  <a:pt x="209372" y="291323"/>
                </a:lnTo>
                <a:lnTo>
                  <a:pt x="190616" y="297690"/>
                </a:lnTo>
                <a:lnTo>
                  <a:pt x="171190" y="301554"/>
                </a:lnTo>
                <a:lnTo>
                  <a:pt x="151425" y="302849"/>
                </a:lnTo>
                <a:lnTo>
                  <a:pt x="131660" y="301554"/>
                </a:lnTo>
                <a:lnTo>
                  <a:pt x="112233" y="297690"/>
                </a:lnTo>
                <a:lnTo>
                  <a:pt x="93477" y="291323"/>
                </a:lnTo>
                <a:lnTo>
                  <a:pt x="75712" y="282562"/>
                </a:lnTo>
                <a:lnTo>
                  <a:pt x="59243" y="271558"/>
                </a:lnTo>
                <a:lnTo>
                  <a:pt x="44351" y="258498"/>
                </a:lnTo>
                <a:lnTo>
                  <a:pt x="31291" y="243606"/>
                </a:lnTo>
                <a:lnTo>
                  <a:pt x="20287" y="227137"/>
                </a:lnTo>
                <a:lnTo>
                  <a:pt x="11527" y="209372"/>
                </a:lnTo>
                <a:lnTo>
                  <a:pt x="5160" y="190616"/>
                </a:lnTo>
                <a:lnTo>
                  <a:pt x="1295" y="171190"/>
                </a:lnTo>
                <a:lnTo>
                  <a:pt x="0" y="151425"/>
                </a:lnTo>
                <a:lnTo>
                  <a:pt x="1295" y="131660"/>
                </a:lnTo>
                <a:lnTo>
                  <a:pt x="5160" y="112233"/>
                </a:lnTo>
                <a:lnTo>
                  <a:pt x="11527" y="93477"/>
                </a:lnTo>
                <a:lnTo>
                  <a:pt x="20287" y="75712"/>
                </a:lnTo>
                <a:lnTo>
                  <a:pt x="31291" y="59243"/>
                </a:lnTo>
                <a:lnTo>
                  <a:pt x="44351" y="44351"/>
                </a:lnTo>
                <a:lnTo>
                  <a:pt x="59243" y="31291"/>
                </a:lnTo>
                <a:lnTo>
                  <a:pt x="75712" y="20287"/>
                </a:lnTo>
                <a:lnTo>
                  <a:pt x="93477" y="11527"/>
                </a:lnTo>
                <a:lnTo>
                  <a:pt x="112233" y="5160"/>
                </a:lnTo>
                <a:lnTo>
                  <a:pt x="131660" y="1295"/>
                </a:lnTo>
                <a:lnTo>
                  <a:pt x="151425" y="0"/>
                </a:lnTo>
                <a:lnTo>
                  <a:pt x="171190" y="1295"/>
                </a:lnTo>
                <a:lnTo>
                  <a:pt x="190616" y="5160"/>
                </a:lnTo>
                <a:lnTo>
                  <a:pt x="209372" y="11527"/>
                </a:lnTo>
                <a:lnTo>
                  <a:pt x="227137" y="20287"/>
                </a:lnTo>
                <a:lnTo>
                  <a:pt x="243606" y="31291"/>
                </a:lnTo>
                <a:lnTo>
                  <a:pt x="258498" y="44351"/>
                </a:lnTo>
                <a:lnTo>
                  <a:pt x="271558" y="59243"/>
                </a:lnTo>
                <a:lnTo>
                  <a:pt x="282562" y="75712"/>
                </a:lnTo>
                <a:lnTo>
                  <a:pt x="291323" y="93477"/>
                </a:lnTo>
                <a:lnTo>
                  <a:pt x="297690" y="112233"/>
                </a:lnTo>
                <a:lnTo>
                  <a:pt x="301554" y="131660"/>
                </a:lnTo>
                <a:close/>
              </a:path>
            </a:pathLst>
          </a:custGeom>
          <a:solidFill>
            <a:srgbClr val="AFAFAF"/>
          </a:solidFill>
          <a:ln/>
        </p:spPr>
      </p:sp>
      <p:sp>
        <p:nvSpPr>
          <p:cNvPr id="343" name="Shape 341"/>
          <p:cNvSpPr/>
          <p:nvPr/>
        </p:nvSpPr>
        <p:spPr>
          <a:xfrm>
            <a:off x="10581355" y="2739191"/>
            <a:ext cx="257861" cy="257861"/>
          </a:xfrm>
          <a:custGeom>
            <a:avLst/>
            <a:gdLst/>
            <a:ahLst/>
            <a:cxnLst/>
            <a:rect l="l" t="t" r="r" b="b"/>
            <a:pathLst>
              <a:path w="257861" h="257861">
                <a:moveTo>
                  <a:pt x="257861" y="128930"/>
                </a:moveTo>
                <a:lnTo>
                  <a:pt x="256758" y="145759"/>
                </a:lnTo>
                <a:lnTo>
                  <a:pt x="253468" y="162300"/>
                </a:lnTo>
                <a:lnTo>
                  <a:pt x="248047" y="178270"/>
                </a:lnTo>
                <a:lnTo>
                  <a:pt x="240587" y="193396"/>
                </a:lnTo>
                <a:lnTo>
                  <a:pt x="231218" y="207418"/>
                </a:lnTo>
                <a:lnTo>
                  <a:pt x="220098" y="220098"/>
                </a:lnTo>
                <a:lnTo>
                  <a:pt x="207418" y="231218"/>
                </a:lnTo>
                <a:lnTo>
                  <a:pt x="193396" y="240587"/>
                </a:lnTo>
                <a:lnTo>
                  <a:pt x="178270" y="248047"/>
                </a:lnTo>
                <a:lnTo>
                  <a:pt x="162300" y="253468"/>
                </a:lnTo>
                <a:lnTo>
                  <a:pt x="145759" y="256758"/>
                </a:lnTo>
                <a:lnTo>
                  <a:pt x="128930" y="257861"/>
                </a:lnTo>
                <a:lnTo>
                  <a:pt x="112102" y="256758"/>
                </a:lnTo>
                <a:lnTo>
                  <a:pt x="95561" y="253468"/>
                </a:lnTo>
                <a:lnTo>
                  <a:pt x="79591" y="248047"/>
                </a:lnTo>
                <a:lnTo>
                  <a:pt x="64465" y="240587"/>
                </a:lnTo>
                <a:lnTo>
                  <a:pt x="50443" y="231218"/>
                </a:lnTo>
                <a:lnTo>
                  <a:pt x="37763" y="220098"/>
                </a:lnTo>
                <a:lnTo>
                  <a:pt x="26643" y="207418"/>
                </a:lnTo>
                <a:lnTo>
                  <a:pt x="17273" y="193396"/>
                </a:lnTo>
                <a:lnTo>
                  <a:pt x="9814" y="178270"/>
                </a:lnTo>
                <a:lnTo>
                  <a:pt x="4393" y="162300"/>
                </a:lnTo>
                <a:lnTo>
                  <a:pt x="1103" y="145759"/>
                </a:lnTo>
                <a:lnTo>
                  <a:pt x="0" y="128930"/>
                </a:lnTo>
                <a:lnTo>
                  <a:pt x="1103" y="112102"/>
                </a:lnTo>
                <a:lnTo>
                  <a:pt x="4393" y="95561"/>
                </a:lnTo>
                <a:lnTo>
                  <a:pt x="9814" y="79591"/>
                </a:lnTo>
                <a:lnTo>
                  <a:pt x="17273" y="64465"/>
                </a:lnTo>
                <a:lnTo>
                  <a:pt x="26643" y="50443"/>
                </a:lnTo>
                <a:lnTo>
                  <a:pt x="37763" y="37763"/>
                </a:lnTo>
                <a:lnTo>
                  <a:pt x="50443" y="26643"/>
                </a:lnTo>
                <a:lnTo>
                  <a:pt x="64465" y="17273"/>
                </a:lnTo>
                <a:lnTo>
                  <a:pt x="79591" y="9814"/>
                </a:lnTo>
                <a:lnTo>
                  <a:pt x="95561" y="4393"/>
                </a:lnTo>
                <a:lnTo>
                  <a:pt x="112102" y="1103"/>
                </a:lnTo>
                <a:lnTo>
                  <a:pt x="128930" y="0"/>
                </a:lnTo>
                <a:lnTo>
                  <a:pt x="145759" y="1103"/>
                </a:lnTo>
                <a:lnTo>
                  <a:pt x="162300" y="4393"/>
                </a:lnTo>
                <a:lnTo>
                  <a:pt x="178270" y="9814"/>
                </a:lnTo>
                <a:lnTo>
                  <a:pt x="193396" y="17273"/>
                </a:lnTo>
                <a:lnTo>
                  <a:pt x="207418" y="26643"/>
                </a:lnTo>
                <a:lnTo>
                  <a:pt x="220098" y="37763"/>
                </a:lnTo>
                <a:lnTo>
                  <a:pt x="231218" y="50443"/>
                </a:lnTo>
                <a:lnTo>
                  <a:pt x="240587" y="64465"/>
                </a:lnTo>
                <a:lnTo>
                  <a:pt x="248047" y="79591"/>
                </a:lnTo>
                <a:lnTo>
                  <a:pt x="253468" y="95561"/>
                </a:lnTo>
                <a:lnTo>
                  <a:pt x="256758" y="112102"/>
                </a:lnTo>
                <a:close/>
              </a:path>
            </a:pathLst>
          </a:custGeom>
          <a:solidFill>
            <a:srgbClr val="B6B6B6"/>
          </a:solidFill>
          <a:ln/>
        </p:spPr>
      </p:sp>
      <p:sp>
        <p:nvSpPr>
          <p:cNvPr id="344" name="Shape 342"/>
          <p:cNvSpPr/>
          <p:nvPr/>
        </p:nvSpPr>
        <p:spPr>
          <a:xfrm>
            <a:off x="10598089" y="2754542"/>
            <a:ext cx="212872" cy="212872"/>
          </a:xfrm>
          <a:custGeom>
            <a:avLst/>
            <a:gdLst/>
            <a:ahLst/>
            <a:cxnLst/>
            <a:rect l="l" t="t" r="r" b="b"/>
            <a:pathLst>
              <a:path w="212872" h="212872">
                <a:moveTo>
                  <a:pt x="212872" y="106436"/>
                </a:moveTo>
                <a:lnTo>
                  <a:pt x="211962" y="120329"/>
                </a:lnTo>
                <a:lnTo>
                  <a:pt x="209246" y="133984"/>
                </a:lnTo>
                <a:lnTo>
                  <a:pt x="204770" y="147168"/>
                </a:lnTo>
                <a:lnTo>
                  <a:pt x="198613" y="159654"/>
                </a:lnTo>
                <a:lnTo>
                  <a:pt x="190878" y="171230"/>
                </a:lnTo>
                <a:lnTo>
                  <a:pt x="181698" y="181698"/>
                </a:lnTo>
                <a:lnTo>
                  <a:pt x="171230" y="190878"/>
                </a:lnTo>
                <a:lnTo>
                  <a:pt x="159654" y="198613"/>
                </a:lnTo>
                <a:lnTo>
                  <a:pt x="147168" y="204770"/>
                </a:lnTo>
                <a:lnTo>
                  <a:pt x="133984" y="209246"/>
                </a:lnTo>
                <a:lnTo>
                  <a:pt x="120329" y="211962"/>
                </a:lnTo>
                <a:lnTo>
                  <a:pt x="106436" y="212872"/>
                </a:lnTo>
                <a:lnTo>
                  <a:pt x="92543" y="211962"/>
                </a:lnTo>
                <a:lnTo>
                  <a:pt x="78888" y="209246"/>
                </a:lnTo>
                <a:lnTo>
                  <a:pt x="65705" y="204770"/>
                </a:lnTo>
                <a:lnTo>
                  <a:pt x="53218" y="198613"/>
                </a:lnTo>
                <a:lnTo>
                  <a:pt x="41642" y="190878"/>
                </a:lnTo>
                <a:lnTo>
                  <a:pt x="31174" y="181698"/>
                </a:lnTo>
                <a:lnTo>
                  <a:pt x="21995" y="171230"/>
                </a:lnTo>
                <a:lnTo>
                  <a:pt x="14260" y="159654"/>
                </a:lnTo>
                <a:lnTo>
                  <a:pt x="8102" y="147168"/>
                </a:lnTo>
                <a:lnTo>
                  <a:pt x="3627" y="133984"/>
                </a:lnTo>
                <a:lnTo>
                  <a:pt x="911" y="120329"/>
                </a:lnTo>
                <a:lnTo>
                  <a:pt x="0" y="106436"/>
                </a:lnTo>
                <a:lnTo>
                  <a:pt x="911" y="92543"/>
                </a:lnTo>
                <a:lnTo>
                  <a:pt x="3627" y="78888"/>
                </a:lnTo>
                <a:lnTo>
                  <a:pt x="8102" y="65705"/>
                </a:lnTo>
                <a:lnTo>
                  <a:pt x="14260" y="53218"/>
                </a:lnTo>
                <a:lnTo>
                  <a:pt x="21995" y="41642"/>
                </a:lnTo>
                <a:lnTo>
                  <a:pt x="31174" y="31174"/>
                </a:lnTo>
                <a:lnTo>
                  <a:pt x="41642" y="21995"/>
                </a:lnTo>
                <a:lnTo>
                  <a:pt x="53218" y="14260"/>
                </a:lnTo>
                <a:lnTo>
                  <a:pt x="65705" y="8102"/>
                </a:lnTo>
                <a:lnTo>
                  <a:pt x="78888" y="3627"/>
                </a:lnTo>
                <a:lnTo>
                  <a:pt x="92543" y="911"/>
                </a:lnTo>
                <a:lnTo>
                  <a:pt x="106436" y="0"/>
                </a:lnTo>
                <a:lnTo>
                  <a:pt x="120329" y="911"/>
                </a:lnTo>
                <a:lnTo>
                  <a:pt x="133984" y="3627"/>
                </a:lnTo>
                <a:lnTo>
                  <a:pt x="147168" y="8102"/>
                </a:lnTo>
                <a:lnTo>
                  <a:pt x="159654" y="14260"/>
                </a:lnTo>
                <a:lnTo>
                  <a:pt x="171230" y="21995"/>
                </a:lnTo>
                <a:lnTo>
                  <a:pt x="181698" y="31174"/>
                </a:lnTo>
                <a:lnTo>
                  <a:pt x="190878" y="41642"/>
                </a:lnTo>
                <a:lnTo>
                  <a:pt x="198613" y="53218"/>
                </a:lnTo>
                <a:lnTo>
                  <a:pt x="204770" y="65705"/>
                </a:lnTo>
                <a:lnTo>
                  <a:pt x="209246" y="78888"/>
                </a:lnTo>
                <a:lnTo>
                  <a:pt x="211962" y="92543"/>
                </a:lnTo>
                <a:close/>
              </a:path>
            </a:pathLst>
          </a:custGeom>
          <a:solidFill>
            <a:srgbClr val="BCBCBC"/>
          </a:solidFill>
          <a:ln/>
        </p:spPr>
      </p:sp>
      <p:sp>
        <p:nvSpPr>
          <p:cNvPr id="345" name="Shape 343"/>
          <p:cNvSpPr/>
          <p:nvPr/>
        </p:nvSpPr>
        <p:spPr>
          <a:xfrm>
            <a:off x="10614822" y="2769892"/>
            <a:ext cx="167884" cy="167884"/>
          </a:xfrm>
          <a:custGeom>
            <a:avLst/>
            <a:gdLst/>
            <a:ahLst/>
            <a:cxnLst/>
            <a:rect l="l" t="t" r="r" b="b"/>
            <a:pathLst>
              <a:path w="167884" h="167884">
                <a:moveTo>
                  <a:pt x="167884" y="83942"/>
                </a:moveTo>
                <a:lnTo>
                  <a:pt x="167166" y="94899"/>
                </a:lnTo>
                <a:lnTo>
                  <a:pt x="165024" y="105668"/>
                </a:lnTo>
                <a:lnTo>
                  <a:pt x="161494" y="116065"/>
                </a:lnTo>
                <a:lnTo>
                  <a:pt x="156638" y="125913"/>
                </a:lnTo>
                <a:lnTo>
                  <a:pt x="150538" y="135043"/>
                </a:lnTo>
                <a:lnTo>
                  <a:pt x="143298" y="143298"/>
                </a:lnTo>
                <a:lnTo>
                  <a:pt x="135043" y="150538"/>
                </a:lnTo>
                <a:lnTo>
                  <a:pt x="125913" y="156638"/>
                </a:lnTo>
                <a:lnTo>
                  <a:pt x="116065" y="161494"/>
                </a:lnTo>
                <a:lnTo>
                  <a:pt x="105668" y="165024"/>
                </a:lnTo>
                <a:lnTo>
                  <a:pt x="94899" y="167166"/>
                </a:lnTo>
                <a:lnTo>
                  <a:pt x="83942" y="167884"/>
                </a:lnTo>
                <a:lnTo>
                  <a:pt x="72985" y="167166"/>
                </a:lnTo>
                <a:lnTo>
                  <a:pt x="62216" y="165024"/>
                </a:lnTo>
                <a:lnTo>
                  <a:pt x="51819" y="161494"/>
                </a:lnTo>
                <a:lnTo>
                  <a:pt x="41971" y="156638"/>
                </a:lnTo>
                <a:lnTo>
                  <a:pt x="32841" y="150538"/>
                </a:lnTo>
                <a:lnTo>
                  <a:pt x="24586" y="143298"/>
                </a:lnTo>
                <a:lnTo>
                  <a:pt x="17346" y="135043"/>
                </a:lnTo>
                <a:lnTo>
                  <a:pt x="11246" y="125913"/>
                </a:lnTo>
                <a:lnTo>
                  <a:pt x="6390" y="116065"/>
                </a:lnTo>
                <a:lnTo>
                  <a:pt x="2860" y="105668"/>
                </a:lnTo>
                <a:lnTo>
                  <a:pt x="718" y="94899"/>
                </a:lnTo>
                <a:lnTo>
                  <a:pt x="0" y="83942"/>
                </a:lnTo>
                <a:lnTo>
                  <a:pt x="718" y="72985"/>
                </a:lnTo>
                <a:lnTo>
                  <a:pt x="2860" y="62216"/>
                </a:lnTo>
                <a:lnTo>
                  <a:pt x="6390" y="51819"/>
                </a:lnTo>
                <a:lnTo>
                  <a:pt x="11246" y="41971"/>
                </a:lnTo>
                <a:lnTo>
                  <a:pt x="17346" y="32841"/>
                </a:lnTo>
                <a:lnTo>
                  <a:pt x="24586" y="24586"/>
                </a:lnTo>
                <a:lnTo>
                  <a:pt x="32841" y="17346"/>
                </a:lnTo>
                <a:lnTo>
                  <a:pt x="41971" y="11246"/>
                </a:lnTo>
                <a:lnTo>
                  <a:pt x="51819" y="6390"/>
                </a:lnTo>
                <a:lnTo>
                  <a:pt x="62216" y="2860"/>
                </a:lnTo>
                <a:lnTo>
                  <a:pt x="72985" y="718"/>
                </a:lnTo>
                <a:lnTo>
                  <a:pt x="83942" y="0"/>
                </a:lnTo>
                <a:lnTo>
                  <a:pt x="94899" y="718"/>
                </a:lnTo>
                <a:lnTo>
                  <a:pt x="105668" y="2860"/>
                </a:lnTo>
                <a:lnTo>
                  <a:pt x="116065" y="6390"/>
                </a:lnTo>
                <a:lnTo>
                  <a:pt x="125913" y="11246"/>
                </a:lnTo>
                <a:lnTo>
                  <a:pt x="135043" y="17346"/>
                </a:lnTo>
                <a:lnTo>
                  <a:pt x="143298" y="24586"/>
                </a:lnTo>
                <a:lnTo>
                  <a:pt x="150538" y="32841"/>
                </a:lnTo>
                <a:lnTo>
                  <a:pt x="156638" y="41971"/>
                </a:lnTo>
                <a:lnTo>
                  <a:pt x="161494" y="51819"/>
                </a:lnTo>
                <a:lnTo>
                  <a:pt x="165024" y="62216"/>
                </a:lnTo>
                <a:lnTo>
                  <a:pt x="167166" y="72985"/>
                </a:lnTo>
                <a:close/>
              </a:path>
            </a:pathLst>
          </a:custGeom>
          <a:solidFill>
            <a:srgbClr val="C3C3C3"/>
          </a:solidFill>
          <a:ln/>
        </p:spPr>
      </p:sp>
      <p:sp>
        <p:nvSpPr>
          <p:cNvPr id="346" name="Shape 344"/>
          <p:cNvSpPr/>
          <p:nvPr/>
        </p:nvSpPr>
        <p:spPr>
          <a:xfrm>
            <a:off x="10330352" y="2508926"/>
            <a:ext cx="932688" cy="932688"/>
          </a:xfrm>
          <a:custGeom>
            <a:avLst/>
            <a:gdLst/>
            <a:ahLst/>
            <a:cxnLst/>
            <a:rect l="l" t="t" r="r" b="b"/>
            <a:pathLst>
              <a:path w="932688" h="932688">
                <a:moveTo>
                  <a:pt x="932688" y="466344"/>
                </a:moveTo>
                <a:lnTo>
                  <a:pt x="928698" y="527214"/>
                </a:lnTo>
                <a:lnTo>
                  <a:pt x="916798" y="587043"/>
                </a:lnTo>
                <a:lnTo>
                  <a:pt x="897190" y="644806"/>
                </a:lnTo>
                <a:lnTo>
                  <a:pt x="870210" y="699516"/>
                </a:lnTo>
                <a:lnTo>
                  <a:pt x="836320" y="750236"/>
                </a:lnTo>
                <a:lnTo>
                  <a:pt x="796099" y="796099"/>
                </a:lnTo>
                <a:lnTo>
                  <a:pt x="750236" y="836320"/>
                </a:lnTo>
                <a:lnTo>
                  <a:pt x="699516" y="870210"/>
                </a:lnTo>
                <a:lnTo>
                  <a:pt x="644806" y="897190"/>
                </a:lnTo>
                <a:lnTo>
                  <a:pt x="587043" y="916798"/>
                </a:lnTo>
                <a:lnTo>
                  <a:pt x="527214" y="928698"/>
                </a:lnTo>
                <a:lnTo>
                  <a:pt x="466344" y="932688"/>
                </a:lnTo>
                <a:lnTo>
                  <a:pt x="405474" y="928698"/>
                </a:lnTo>
                <a:lnTo>
                  <a:pt x="345645" y="916798"/>
                </a:lnTo>
                <a:lnTo>
                  <a:pt x="287882" y="897190"/>
                </a:lnTo>
                <a:lnTo>
                  <a:pt x="233172" y="870210"/>
                </a:lnTo>
                <a:lnTo>
                  <a:pt x="182452" y="836320"/>
                </a:lnTo>
                <a:lnTo>
                  <a:pt x="136589" y="796099"/>
                </a:lnTo>
                <a:lnTo>
                  <a:pt x="96368" y="750236"/>
                </a:lnTo>
                <a:lnTo>
                  <a:pt x="62478" y="699516"/>
                </a:lnTo>
                <a:lnTo>
                  <a:pt x="35498" y="644806"/>
                </a:lnTo>
                <a:lnTo>
                  <a:pt x="15890" y="587043"/>
                </a:lnTo>
                <a:lnTo>
                  <a:pt x="3990" y="527214"/>
                </a:lnTo>
                <a:lnTo>
                  <a:pt x="0" y="466344"/>
                </a:lnTo>
                <a:lnTo>
                  <a:pt x="3990" y="405474"/>
                </a:lnTo>
                <a:lnTo>
                  <a:pt x="15890" y="345645"/>
                </a:lnTo>
                <a:lnTo>
                  <a:pt x="35498" y="287882"/>
                </a:lnTo>
                <a:lnTo>
                  <a:pt x="62478" y="233172"/>
                </a:lnTo>
                <a:lnTo>
                  <a:pt x="96368" y="182452"/>
                </a:lnTo>
                <a:lnTo>
                  <a:pt x="136589" y="136589"/>
                </a:lnTo>
                <a:lnTo>
                  <a:pt x="182452" y="96368"/>
                </a:lnTo>
                <a:lnTo>
                  <a:pt x="233172" y="62478"/>
                </a:lnTo>
                <a:lnTo>
                  <a:pt x="287882" y="35498"/>
                </a:lnTo>
                <a:lnTo>
                  <a:pt x="345645" y="15890"/>
                </a:lnTo>
                <a:lnTo>
                  <a:pt x="405474" y="3990"/>
                </a:lnTo>
                <a:lnTo>
                  <a:pt x="466344" y="0"/>
                </a:lnTo>
                <a:lnTo>
                  <a:pt x="527214" y="3990"/>
                </a:lnTo>
                <a:lnTo>
                  <a:pt x="587043" y="15890"/>
                </a:lnTo>
                <a:lnTo>
                  <a:pt x="644806" y="35498"/>
                </a:lnTo>
                <a:lnTo>
                  <a:pt x="699516" y="62478"/>
                </a:lnTo>
                <a:lnTo>
                  <a:pt x="750236" y="96368"/>
                </a:lnTo>
                <a:lnTo>
                  <a:pt x="796099" y="136589"/>
                </a:lnTo>
                <a:lnTo>
                  <a:pt x="836320" y="182452"/>
                </a:lnTo>
                <a:lnTo>
                  <a:pt x="870210" y="233172"/>
                </a:lnTo>
                <a:lnTo>
                  <a:pt x="897190" y="287882"/>
                </a:lnTo>
                <a:lnTo>
                  <a:pt x="916798" y="345645"/>
                </a:lnTo>
                <a:lnTo>
                  <a:pt x="928698" y="405474"/>
                </a:lnTo>
                <a:close/>
              </a:path>
            </a:pathLst>
          </a:custGeom>
          <a:ln w="12700">
            <a:solidFill>
              <a:srgbClr val="000000"/>
            </a:solidFill>
            <a:prstDash val="solid"/>
          </a:ln>
        </p:spPr>
      </p:sp>
      <p:sp>
        <p:nvSpPr>
          <p:cNvPr id="347" name="Text 345"/>
          <p:cNvSpPr txBox="1"/>
          <p:nvPr/>
        </p:nvSpPr>
        <p:spPr>
          <a:xfrm>
            <a:off x="8412480" y="5120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후면 사선 (광축이 안쪽)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(b) 스탠드형 웹캠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1307541" y="4181747"/>
            <a:ext cx="76507" cy="175616"/>
          </a:xfrm>
          <a:custGeom>
            <a:avLst/>
            <a:gdLst/>
            <a:ahLst/>
            <a:cxnLst/>
            <a:rect l="l" t="t" r="r" b="b"/>
            <a:pathLst>
              <a:path w="76507" h="175616">
                <a:moveTo>
                  <a:pt x="0" y="141319"/>
                </a:moveTo>
                <a:lnTo>
                  <a:pt x="76507" y="175616"/>
                </a:lnTo>
                <a:lnTo>
                  <a:pt x="76507" y="34297"/>
                </a:lnTo>
                <a:lnTo>
                  <a:pt x="0" y="0"/>
                </a:lnTo>
                <a:close/>
              </a:path>
            </a:pathLst>
          </a:custGeom>
          <a:solidFill>
            <a:srgbClr val="9A9A9A"/>
          </a:solidFill>
          <a:ln w="6350">
            <a:solidFill>
              <a:srgbClr val="9A9A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84049" y="4216044"/>
            <a:ext cx="98356" cy="171657"/>
          </a:xfrm>
          <a:custGeom>
            <a:avLst/>
            <a:gdLst/>
            <a:ahLst/>
            <a:cxnLst/>
            <a:rect l="l" t="t" r="r" b="b"/>
            <a:pathLst>
              <a:path w="98356" h="171657">
                <a:moveTo>
                  <a:pt x="0" y="141319"/>
                </a:moveTo>
                <a:lnTo>
                  <a:pt x="98356" y="171657"/>
                </a:lnTo>
                <a:lnTo>
                  <a:pt x="98356" y="30338"/>
                </a:lnTo>
                <a:lnTo>
                  <a:pt x="0" y="0"/>
                </a:lnTo>
                <a:close/>
              </a:path>
            </a:pathLst>
          </a:custGeom>
          <a:solidFill>
            <a:srgbClr val="9B9B9B"/>
          </a:solidFill>
          <a:ln w="6350">
            <a:solidFill>
              <a:srgbClr val="9B9B9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82405" y="4246382"/>
            <a:ext cx="117216" cy="166775"/>
          </a:xfrm>
          <a:custGeom>
            <a:avLst/>
            <a:gdLst/>
            <a:ahLst/>
            <a:cxnLst/>
            <a:rect l="l" t="t" r="r" b="b"/>
            <a:pathLst>
              <a:path w="117216" h="166775">
                <a:moveTo>
                  <a:pt x="0" y="141319"/>
                </a:moveTo>
                <a:lnTo>
                  <a:pt x="117216" y="166775"/>
                </a:lnTo>
                <a:lnTo>
                  <a:pt x="117216" y="25456"/>
                </a:lnTo>
                <a:lnTo>
                  <a:pt x="0" y="0"/>
                </a:lnTo>
                <a:close/>
              </a:path>
            </a:pathLst>
          </a:custGeom>
          <a:solidFill>
            <a:srgbClr val="9A9A9A"/>
          </a:solidFill>
          <a:ln w="6350">
            <a:solidFill>
              <a:srgbClr val="9A9A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99621" y="4271838"/>
            <a:ext cx="132515" cy="161120"/>
          </a:xfrm>
          <a:custGeom>
            <a:avLst/>
            <a:gdLst/>
            <a:ahLst/>
            <a:cxnLst/>
            <a:rect l="l" t="t" r="r" b="b"/>
            <a:pathLst>
              <a:path w="132515" h="161120">
                <a:moveTo>
                  <a:pt x="0" y="141319"/>
                </a:moveTo>
                <a:lnTo>
                  <a:pt x="132515" y="161120"/>
                </a:lnTo>
                <a:lnTo>
                  <a:pt x="132515" y="19802"/>
                </a:lnTo>
                <a:lnTo>
                  <a:pt x="0" y="0"/>
                </a:lnTo>
                <a:close/>
              </a:path>
            </a:pathLst>
          </a:custGeom>
          <a:solidFill>
            <a:srgbClr val="979797"/>
          </a:solidFill>
          <a:ln w="6350">
            <a:solidFill>
              <a:srgbClr val="97979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32136" y="4291640"/>
            <a:ext cx="143787" cy="154864"/>
          </a:xfrm>
          <a:custGeom>
            <a:avLst/>
            <a:gdLst/>
            <a:ahLst/>
            <a:cxnLst/>
            <a:rect l="l" t="t" r="r" b="b"/>
            <a:pathLst>
              <a:path w="143787" h="154864">
                <a:moveTo>
                  <a:pt x="0" y="141319"/>
                </a:moveTo>
                <a:lnTo>
                  <a:pt x="143787" y="154864"/>
                </a:lnTo>
                <a:lnTo>
                  <a:pt x="143787" y="13545"/>
                </a:lnTo>
                <a:lnTo>
                  <a:pt x="0" y="0"/>
                </a:lnTo>
                <a:close/>
              </a:path>
            </a:pathLst>
          </a:custGeom>
          <a:solidFill>
            <a:srgbClr val="929292"/>
          </a:solidFill>
          <a:ln w="6350">
            <a:solidFill>
              <a:srgbClr val="92929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75922" y="4305185"/>
            <a:ext cx="150690" cy="148196"/>
          </a:xfrm>
          <a:custGeom>
            <a:avLst/>
            <a:gdLst/>
            <a:ahLst/>
            <a:cxnLst/>
            <a:rect l="l" t="t" r="r" b="b"/>
            <a:pathLst>
              <a:path w="150690" h="148196">
                <a:moveTo>
                  <a:pt x="0" y="141319"/>
                </a:moveTo>
                <a:lnTo>
                  <a:pt x="150690" y="148196"/>
                </a:lnTo>
                <a:lnTo>
                  <a:pt x="150690" y="6877"/>
                </a:lnTo>
                <a:lnTo>
                  <a:pt x="0" y="0"/>
                </a:lnTo>
                <a:close/>
              </a:path>
            </a:pathLst>
          </a:custGeom>
          <a:solidFill>
            <a:srgbClr val="8C8C8C"/>
          </a:solidFill>
          <a:ln w="6350">
            <a:solidFill>
              <a:srgbClr val="8C8C8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26613" y="4312062"/>
            <a:ext cx="153015" cy="141319"/>
          </a:xfrm>
          <a:custGeom>
            <a:avLst/>
            <a:gdLst/>
            <a:ahLst/>
            <a:cxnLst/>
            <a:rect l="l" t="t" r="r" b="b"/>
            <a:pathLst>
              <a:path w="153015" h="141319">
                <a:moveTo>
                  <a:pt x="0" y="141319"/>
                </a:moveTo>
                <a:lnTo>
                  <a:pt x="153015" y="141319"/>
                </a:lnTo>
                <a:lnTo>
                  <a:pt x="153015" y="0"/>
                </a:lnTo>
                <a:lnTo>
                  <a:pt x="0" y="0"/>
                </a:lnTo>
                <a:close/>
              </a:path>
            </a:pathLst>
          </a:custGeom>
          <a:solidFill>
            <a:srgbClr val="848484"/>
          </a:solidFill>
          <a:ln w="6350">
            <a:solidFill>
              <a:srgbClr val="84848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79627" y="4305185"/>
            <a:ext cx="150690" cy="148196"/>
          </a:xfrm>
          <a:custGeom>
            <a:avLst/>
            <a:gdLst/>
            <a:ahLst/>
            <a:cxnLst/>
            <a:rect l="l" t="t" r="r" b="b"/>
            <a:pathLst>
              <a:path w="150690" h="148196">
                <a:moveTo>
                  <a:pt x="0" y="148196"/>
                </a:moveTo>
                <a:lnTo>
                  <a:pt x="150690" y="141319"/>
                </a:lnTo>
                <a:lnTo>
                  <a:pt x="150690" y="0"/>
                </a:lnTo>
                <a:lnTo>
                  <a:pt x="0" y="6877"/>
                </a:lnTo>
                <a:close/>
              </a:path>
            </a:pathLst>
          </a:custGeom>
          <a:solidFill>
            <a:srgbClr val="7B7B7B"/>
          </a:solidFill>
          <a:ln w="6350">
            <a:solidFill>
              <a:srgbClr val="7B7B7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30318" y="4291640"/>
            <a:ext cx="143787" cy="154864"/>
          </a:xfrm>
          <a:custGeom>
            <a:avLst/>
            <a:gdLst/>
            <a:ahLst/>
            <a:cxnLst/>
            <a:rect l="l" t="t" r="r" b="b"/>
            <a:pathLst>
              <a:path w="143787" h="154864">
                <a:moveTo>
                  <a:pt x="0" y="154864"/>
                </a:moveTo>
                <a:lnTo>
                  <a:pt x="143787" y="141319"/>
                </a:lnTo>
                <a:lnTo>
                  <a:pt x="143787" y="0"/>
                </a:lnTo>
                <a:lnTo>
                  <a:pt x="0" y="13545"/>
                </a:lnTo>
                <a:close/>
              </a:path>
            </a:pathLst>
          </a:custGeom>
          <a:solidFill>
            <a:srgbClr val="717171"/>
          </a:solidFill>
          <a:ln w="6350">
            <a:solidFill>
              <a:srgbClr val="71717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74104" y="4271838"/>
            <a:ext cx="132515" cy="161120"/>
          </a:xfrm>
          <a:custGeom>
            <a:avLst/>
            <a:gdLst/>
            <a:ahLst/>
            <a:cxnLst/>
            <a:rect l="l" t="t" r="r" b="b"/>
            <a:pathLst>
              <a:path w="132515" h="161120">
                <a:moveTo>
                  <a:pt x="0" y="161120"/>
                </a:moveTo>
                <a:lnTo>
                  <a:pt x="132515" y="141319"/>
                </a:lnTo>
                <a:lnTo>
                  <a:pt x="132515" y="0"/>
                </a:lnTo>
                <a:lnTo>
                  <a:pt x="0" y="19802"/>
                </a:lnTo>
                <a:close/>
              </a:path>
            </a:pathLst>
          </a:custGeom>
          <a:solidFill>
            <a:srgbClr val="676767"/>
          </a:solidFill>
          <a:ln w="6350">
            <a:solidFill>
              <a:srgbClr val="67676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06619" y="4246382"/>
            <a:ext cx="117216" cy="166775"/>
          </a:xfrm>
          <a:custGeom>
            <a:avLst/>
            <a:gdLst/>
            <a:ahLst/>
            <a:cxnLst/>
            <a:rect l="l" t="t" r="r" b="b"/>
            <a:pathLst>
              <a:path w="117216" h="166775">
                <a:moveTo>
                  <a:pt x="0" y="166775"/>
                </a:moveTo>
                <a:lnTo>
                  <a:pt x="117216" y="141319"/>
                </a:lnTo>
                <a:lnTo>
                  <a:pt x="117216" y="0"/>
                </a:lnTo>
                <a:lnTo>
                  <a:pt x="0" y="25456"/>
                </a:lnTo>
                <a:close/>
              </a:path>
            </a:pathLst>
          </a:custGeom>
          <a:solidFill>
            <a:srgbClr val="5F5F5F"/>
          </a:solidFill>
          <a:ln w="6350">
            <a:solidFill>
              <a:srgbClr val="5F5F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23835" y="4216044"/>
            <a:ext cx="98356" cy="171657"/>
          </a:xfrm>
          <a:custGeom>
            <a:avLst/>
            <a:gdLst/>
            <a:ahLst/>
            <a:cxnLst/>
            <a:rect l="l" t="t" r="r" b="b"/>
            <a:pathLst>
              <a:path w="98356" h="171657">
                <a:moveTo>
                  <a:pt x="0" y="171657"/>
                </a:moveTo>
                <a:lnTo>
                  <a:pt x="98356" y="141319"/>
                </a:lnTo>
                <a:lnTo>
                  <a:pt x="98356" y="0"/>
                </a:lnTo>
                <a:lnTo>
                  <a:pt x="0" y="30338"/>
                </a:lnTo>
                <a:close/>
              </a:path>
            </a:pathLst>
          </a:custGeom>
          <a:solidFill>
            <a:srgbClr val="5F5F5F"/>
          </a:solidFill>
          <a:ln w="6350">
            <a:solidFill>
              <a:srgbClr val="5F5F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22191" y="4181747"/>
            <a:ext cx="76507" cy="175616"/>
          </a:xfrm>
          <a:custGeom>
            <a:avLst/>
            <a:gdLst/>
            <a:ahLst/>
            <a:cxnLst/>
            <a:rect l="l" t="t" r="r" b="b"/>
            <a:pathLst>
              <a:path w="76507" h="175616">
                <a:moveTo>
                  <a:pt x="0" y="175616"/>
                </a:moveTo>
                <a:lnTo>
                  <a:pt x="76507" y="141319"/>
                </a:lnTo>
                <a:lnTo>
                  <a:pt x="76507" y="0"/>
                </a:lnTo>
                <a:lnTo>
                  <a:pt x="0" y="34297"/>
                </a:lnTo>
                <a:close/>
              </a:path>
            </a:pathLst>
          </a:custGeom>
          <a:solidFill>
            <a:srgbClr val="5F5F5F"/>
          </a:solidFill>
          <a:ln w="6350">
            <a:solidFill>
              <a:srgbClr val="5F5F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98699" y="4144532"/>
            <a:ext cx="52334" cy="178534"/>
          </a:xfrm>
          <a:custGeom>
            <a:avLst/>
            <a:gdLst/>
            <a:ahLst/>
            <a:cxnLst/>
            <a:rect l="l" t="t" r="r" b="b"/>
            <a:pathLst>
              <a:path w="52334" h="178534">
                <a:moveTo>
                  <a:pt x="0" y="178534"/>
                </a:moveTo>
                <a:lnTo>
                  <a:pt x="52334" y="141319"/>
                </a:lnTo>
                <a:lnTo>
                  <a:pt x="52334" y="0"/>
                </a:lnTo>
                <a:lnTo>
                  <a:pt x="0" y="37215"/>
                </a:lnTo>
                <a:close/>
              </a:path>
            </a:pathLst>
          </a:custGeom>
          <a:solidFill>
            <a:srgbClr val="5F5F5F"/>
          </a:solidFill>
          <a:ln w="6350">
            <a:solidFill>
              <a:srgbClr val="5F5F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51033" y="4105530"/>
            <a:ext cx="26571" cy="180320"/>
          </a:xfrm>
          <a:custGeom>
            <a:avLst/>
            <a:gdLst/>
            <a:ahLst/>
            <a:cxnLst/>
            <a:rect l="l" t="t" r="r" b="b"/>
            <a:pathLst>
              <a:path w="26571" h="180320">
                <a:moveTo>
                  <a:pt x="0" y="180320"/>
                </a:moveTo>
                <a:lnTo>
                  <a:pt x="26571" y="141319"/>
                </a:lnTo>
                <a:lnTo>
                  <a:pt x="26571" y="0"/>
                </a:lnTo>
                <a:lnTo>
                  <a:pt x="0" y="39001"/>
                </a:lnTo>
                <a:close/>
              </a:path>
            </a:pathLst>
          </a:custGeom>
          <a:solidFill>
            <a:srgbClr val="5F5F5F"/>
          </a:solidFill>
          <a:ln w="6350">
            <a:solidFill>
              <a:srgbClr val="5F5F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28636" y="4105530"/>
            <a:ext cx="26571" cy="180320"/>
          </a:xfrm>
          <a:custGeom>
            <a:avLst/>
            <a:gdLst/>
            <a:ahLst/>
            <a:cxnLst/>
            <a:rect l="l" t="t" r="r" b="b"/>
            <a:pathLst>
              <a:path w="26571" h="180320">
                <a:moveTo>
                  <a:pt x="0" y="141319"/>
                </a:moveTo>
                <a:lnTo>
                  <a:pt x="26571" y="180320"/>
                </a:lnTo>
                <a:lnTo>
                  <a:pt x="26571" y="39001"/>
                </a:lnTo>
                <a:lnTo>
                  <a:pt x="0" y="0"/>
                </a:lnTo>
                <a:close/>
              </a:path>
            </a:pathLst>
          </a:custGeom>
          <a:solidFill>
            <a:srgbClr val="949494"/>
          </a:solidFill>
          <a:ln w="6350">
            <a:solidFill>
              <a:srgbClr val="94949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55207" y="4144532"/>
            <a:ext cx="52334" cy="178534"/>
          </a:xfrm>
          <a:custGeom>
            <a:avLst/>
            <a:gdLst/>
            <a:ahLst/>
            <a:cxnLst/>
            <a:rect l="l" t="t" r="r" b="b"/>
            <a:pathLst>
              <a:path w="52334" h="178534">
                <a:moveTo>
                  <a:pt x="0" y="141319"/>
                </a:moveTo>
                <a:lnTo>
                  <a:pt x="52334" y="178534"/>
                </a:lnTo>
                <a:lnTo>
                  <a:pt x="52334" y="37215"/>
                </a:lnTo>
                <a:lnTo>
                  <a:pt x="0" y="0"/>
                </a:lnTo>
                <a:close/>
              </a:path>
            </a:pathLst>
          </a:custGeom>
          <a:solidFill>
            <a:srgbClr val="989898"/>
          </a:solidFill>
          <a:ln w="6350">
            <a:solidFill>
              <a:srgbClr val="98989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28636" y="3859396"/>
            <a:ext cx="1748967" cy="593985"/>
          </a:xfrm>
          <a:custGeom>
            <a:avLst/>
            <a:gdLst/>
            <a:ahLst/>
            <a:cxnLst/>
            <a:rect l="l" t="t" r="r" b="b"/>
            <a:pathLst>
              <a:path w="1748967" h="593985">
                <a:moveTo>
                  <a:pt x="0" y="206531"/>
                </a:moveTo>
                <a:lnTo>
                  <a:pt x="26571" y="167530"/>
                </a:lnTo>
                <a:lnTo>
                  <a:pt x="78905" y="130315"/>
                </a:lnTo>
                <a:lnTo>
                  <a:pt x="155412" y="96018"/>
                </a:lnTo>
                <a:lnTo>
                  <a:pt x="253768" y="65680"/>
                </a:lnTo>
                <a:lnTo>
                  <a:pt x="370984" y="40224"/>
                </a:lnTo>
                <a:lnTo>
                  <a:pt x="503499" y="20422"/>
                </a:lnTo>
                <a:lnTo>
                  <a:pt x="647286" y="6877"/>
                </a:lnTo>
                <a:lnTo>
                  <a:pt x="797976" y="0"/>
                </a:lnTo>
                <a:lnTo>
                  <a:pt x="950991" y="0"/>
                </a:lnTo>
                <a:lnTo>
                  <a:pt x="1101681" y="6877"/>
                </a:lnTo>
                <a:lnTo>
                  <a:pt x="1245468" y="20422"/>
                </a:lnTo>
                <a:lnTo>
                  <a:pt x="1377983" y="40224"/>
                </a:lnTo>
                <a:lnTo>
                  <a:pt x="1495199" y="65680"/>
                </a:lnTo>
                <a:lnTo>
                  <a:pt x="1593555" y="96018"/>
                </a:lnTo>
                <a:lnTo>
                  <a:pt x="1670062" y="130315"/>
                </a:lnTo>
                <a:lnTo>
                  <a:pt x="1722396" y="167530"/>
                </a:lnTo>
                <a:lnTo>
                  <a:pt x="1748967" y="206531"/>
                </a:lnTo>
                <a:lnTo>
                  <a:pt x="1748967" y="347850"/>
                </a:lnTo>
                <a:lnTo>
                  <a:pt x="1748967" y="387453"/>
                </a:lnTo>
                <a:lnTo>
                  <a:pt x="1722396" y="426455"/>
                </a:lnTo>
                <a:lnTo>
                  <a:pt x="1670062" y="463670"/>
                </a:lnTo>
                <a:lnTo>
                  <a:pt x="1593555" y="497967"/>
                </a:lnTo>
                <a:lnTo>
                  <a:pt x="1495199" y="528305"/>
                </a:lnTo>
                <a:lnTo>
                  <a:pt x="1377983" y="553761"/>
                </a:lnTo>
                <a:lnTo>
                  <a:pt x="1245468" y="573563"/>
                </a:lnTo>
                <a:lnTo>
                  <a:pt x="1101681" y="587108"/>
                </a:lnTo>
                <a:lnTo>
                  <a:pt x="950991" y="593985"/>
                </a:lnTo>
                <a:lnTo>
                  <a:pt x="797976" y="593985"/>
                </a:lnTo>
                <a:lnTo>
                  <a:pt x="647286" y="587108"/>
                </a:lnTo>
                <a:lnTo>
                  <a:pt x="503499" y="573563"/>
                </a:lnTo>
                <a:lnTo>
                  <a:pt x="370984" y="553761"/>
                </a:lnTo>
                <a:lnTo>
                  <a:pt x="253768" y="528305"/>
                </a:lnTo>
                <a:lnTo>
                  <a:pt x="155412" y="497967"/>
                </a:lnTo>
                <a:lnTo>
                  <a:pt x="78905" y="463670"/>
                </a:lnTo>
                <a:lnTo>
                  <a:pt x="26571" y="426455"/>
                </a:lnTo>
                <a:lnTo>
                  <a:pt x="0" y="387453"/>
                </a:lnTo>
                <a:close/>
              </a:path>
            </a:pathLst>
          </a:custGeom>
          <a:ln w="12700">
            <a:solidFill>
              <a:srgbClr val="0000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28636" y="3859396"/>
            <a:ext cx="1748967" cy="452666"/>
          </a:xfrm>
          <a:custGeom>
            <a:avLst/>
            <a:gdLst/>
            <a:ahLst/>
            <a:cxnLst/>
            <a:rect l="l" t="t" r="r" b="b"/>
            <a:pathLst>
              <a:path w="1748967" h="452666">
                <a:moveTo>
                  <a:pt x="78905" y="322351"/>
                </a:moveTo>
                <a:lnTo>
                  <a:pt x="155412" y="356648"/>
                </a:lnTo>
                <a:lnTo>
                  <a:pt x="253768" y="386986"/>
                </a:lnTo>
                <a:lnTo>
                  <a:pt x="370984" y="412442"/>
                </a:lnTo>
                <a:lnTo>
                  <a:pt x="503499" y="432244"/>
                </a:lnTo>
                <a:lnTo>
                  <a:pt x="647286" y="445789"/>
                </a:lnTo>
                <a:lnTo>
                  <a:pt x="797976" y="452666"/>
                </a:lnTo>
                <a:lnTo>
                  <a:pt x="950991" y="452666"/>
                </a:lnTo>
                <a:lnTo>
                  <a:pt x="1101681" y="445789"/>
                </a:lnTo>
                <a:lnTo>
                  <a:pt x="1245468" y="432244"/>
                </a:lnTo>
                <a:lnTo>
                  <a:pt x="1377983" y="412442"/>
                </a:lnTo>
                <a:lnTo>
                  <a:pt x="1495199" y="386986"/>
                </a:lnTo>
                <a:lnTo>
                  <a:pt x="1593555" y="356648"/>
                </a:lnTo>
                <a:lnTo>
                  <a:pt x="1670062" y="322351"/>
                </a:lnTo>
                <a:lnTo>
                  <a:pt x="1722396" y="285136"/>
                </a:lnTo>
                <a:lnTo>
                  <a:pt x="1748967" y="246135"/>
                </a:lnTo>
                <a:lnTo>
                  <a:pt x="1748967" y="206531"/>
                </a:lnTo>
                <a:lnTo>
                  <a:pt x="1722396" y="167530"/>
                </a:lnTo>
                <a:lnTo>
                  <a:pt x="1670062" y="130315"/>
                </a:lnTo>
                <a:lnTo>
                  <a:pt x="1593555" y="96018"/>
                </a:lnTo>
                <a:lnTo>
                  <a:pt x="1495199" y="65680"/>
                </a:lnTo>
                <a:lnTo>
                  <a:pt x="1377983" y="40224"/>
                </a:lnTo>
                <a:lnTo>
                  <a:pt x="1245468" y="20422"/>
                </a:lnTo>
                <a:lnTo>
                  <a:pt x="1101681" y="6877"/>
                </a:lnTo>
                <a:lnTo>
                  <a:pt x="950991" y="0"/>
                </a:lnTo>
                <a:lnTo>
                  <a:pt x="797976" y="0"/>
                </a:lnTo>
                <a:lnTo>
                  <a:pt x="647286" y="6877"/>
                </a:lnTo>
                <a:lnTo>
                  <a:pt x="503499" y="20422"/>
                </a:lnTo>
                <a:lnTo>
                  <a:pt x="370984" y="40224"/>
                </a:lnTo>
                <a:lnTo>
                  <a:pt x="253768" y="65680"/>
                </a:lnTo>
                <a:lnTo>
                  <a:pt x="155412" y="96018"/>
                </a:lnTo>
                <a:lnTo>
                  <a:pt x="78905" y="130315"/>
                </a:lnTo>
                <a:lnTo>
                  <a:pt x="26571" y="167530"/>
                </a:lnTo>
                <a:lnTo>
                  <a:pt x="0" y="206531"/>
                </a:lnTo>
                <a:lnTo>
                  <a:pt x="0" y="246135"/>
                </a:lnTo>
                <a:lnTo>
                  <a:pt x="26571" y="285136"/>
                </a:lnTo>
                <a:close/>
              </a:path>
            </a:pathLst>
          </a:custGeom>
          <a:solidFill>
            <a:srgbClr val="B5B5B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97043" y="3321278"/>
            <a:ext cx="10201" cy="781826"/>
          </a:xfrm>
          <a:custGeom>
            <a:avLst/>
            <a:gdLst/>
            <a:ahLst/>
            <a:cxnLst/>
            <a:rect l="l" t="t" r="r" b="b"/>
            <a:pathLst>
              <a:path w="10201" h="781826">
                <a:moveTo>
                  <a:pt x="0" y="777253"/>
                </a:moveTo>
                <a:lnTo>
                  <a:pt x="10201" y="781826"/>
                </a:lnTo>
                <a:lnTo>
                  <a:pt x="10201" y="4573"/>
                </a:lnTo>
                <a:lnTo>
                  <a:pt x="0" y="0"/>
                </a:lnTo>
                <a:close/>
              </a:path>
            </a:pathLst>
          </a:custGeom>
          <a:solidFill>
            <a:srgbClr val="9D9D9D"/>
          </a:solidFill>
          <a:ln w="6350">
            <a:solidFill>
              <a:srgbClr val="9D9D9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007244" y="3325851"/>
            <a:ext cx="13114" cy="781299"/>
          </a:xfrm>
          <a:custGeom>
            <a:avLst/>
            <a:gdLst/>
            <a:ahLst/>
            <a:cxnLst/>
            <a:rect l="l" t="t" r="r" b="b"/>
            <a:pathLst>
              <a:path w="13114" h="781299">
                <a:moveTo>
                  <a:pt x="0" y="777253"/>
                </a:moveTo>
                <a:lnTo>
                  <a:pt x="13114" y="781299"/>
                </a:lnTo>
                <a:lnTo>
                  <a:pt x="13114" y="4045"/>
                </a:lnTo>
                <a:lnTo>
                  <a:pt x="0" y="0"/>
                </a:lnTo>
                <a:close/>
              </a:path>
            </a:pathLst>
          </a:custGeom>
          <a:solidFill>
            <a:srgbClr val="9E9E9E"/>
          </a:solidFill>
          <a:ln w="6350">
            <a:solidFill>
              <a:srgbClr val="9E9E9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20358" y="3329896"/>
            <a:ext cx="15629" cy="780648"/>
          </a:xfrm>
          <a:custGeom>
            <a:avLst/>
            <a:gdLst/>
            <a:ahLst/>
            <a:cxnLst/>
            <a:rect l="l" t="t" r="r" b="b"/>
            <a:pathLst>
              <a:path w="15629" h="780648">
                <a:moveTo>
                  <a:pt x="0" y="777253"/>
                </a:moveTo>
                <a:lnTo>
                  <a:pt x="15629" y="780648"/>
                </a:lnTo>
                <a:lnTo>
                  <a:pt x="15629" y="3394"/>
                </a:lnTo>
                <a:lnTo>
                  <a:pt x="0" y="0"/>
                </a:lnTo>
                <a:close/>
              </a:path>
            </a:pathLst>
          </a:custGeom>
          <a:solidFill>
            <a:srgbClr val="9D9D9D"/>
          </a:solidFill>
          <a:ln w="6350">
            <a:solidFill>
              <a:srgbClr val="9D9D9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035987" y="3333290"/>
            <a:ext cx="17669" cy="779894"/>
          </a:xfrm>
          <a:custGeom>
            <a:avLst/>
            <a:gdLst/>
            <a:ahLst/>
            <a:cxnLst/>
            <a:rect l="l" t="t" r="r" b="b"/>
            <a:pathLst>
              <a:path w="17669" h="779894">
                <a:moveTo>
                  <a:pt x="0" y="777253"/>
                </a:moveTo>
                <a:lnTo>
                  <a:pt x="17669" y="779894"/>
                </a:lnTo>
                <a:lnTo>
                  <a:pt x="17669" y="2640"/>
                </a:lnTo>
                <a:lnTo>
                  <a:pt x="0" y="0"/>
                </a:lnTo>
                <a:close/>
              </a:path>
            </a:pathLst>
          </a:custGeom>
          <a:solidFill>
            <a:srgbClr val="9A9A9A"/>
          </a:solidFill>
          <a:ln w="6350">
            <a:solidFill>
              <a:srgbClr val="9A9A9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053655" y="3335930"/>
            <a:ext cx="19172" cy="779059"/>
          </a:xfrm>
          <a:custGeom>
            <a:avLst/>
            <a:gdLst/>
            <a:ahLst/>
            <a:cxnLst/>
            <a:rect l="l" t="t" r="r" b="b"/>
            <a:pathLst>
              <a:path w="19172" h="779059">
                <a:moveTo>
                  <a:pt x="0" y="777253"/>
                </a:moveTo>
                <a:lnTo>
                  <a:pt x="19172" y="779059"/>
                </a:lnTo>
                <a:lnTo>
                  <a:pt x="19172" y="1806"/>
                </a:lnTo>
                <a:lnTo>
                  <a:pt x="0" y="0"/>
                </a:lnTo>
                <a:close/>
              </a:path>
            </a:pathLst>
          </a:custGeom>
          <a:solidFill>
            <a:srgbClr val="959595"/>
          </a:solidFill>
          <a:ln w="6350">
            <a:solidFill>
              <a:srgbClr val="95959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072827" y="3337736"/>
            <a:ext cx="20092" cy="778170"/>
          </a:xfrm>
          <a:custGeom>
            <a:avLst/>
            <a:gdLst/>
            <a:ahLst/>
            <a:cxnLst/>
            <a:rect l="l" t="t" r="r" b="b"/>
            <a:pathLst>
              <a:path w="20092" h="778170">
                <a:moveTo>
                  <a:pt x="0" y="777253"/>
                </a:moveTo>
                <a:lnTo>
                  <a:pt x="20092" y="778170"/>
                </a:lnTo>
                <a:lnTo>
                  <a:pt x="20092" y="917"/>
                </a:lnTo>
                <a:lnTo>
                  <a:pt x="0" y="0"/>
                </a:lnTo>
                <a:close/>
              </a:path>
            </a:pathLst>
          </a:custGeom>
          <a:solidFill>
            <a:srgbClr val="909090"/>
          </a:solidFill>
          <a:ln w="6350">
            <a:solidFill>
              <a:srgbClr val="90909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092919" y="3338653"/>
            <a:ext cx="20402" cy="777253"/>
          </a:xfrm>
          <a:custGeom>
            <a:avLst/>
            <a:gdLst/>
            <a:ahLst/>
            <a:cxnLst/>
            <a:rect l="l" t="t" r="r" b="b"/>
            <a:pathLst>
              <a:path w="20402" h="777253">
                <a:moveTo>
                  <a:pt x="0" y="777253"/>
                </a:moveTo>
                <a:lnTo>
                  <a:pt x="20402" y="777253"/>
                </a:lnTo>
                <a:lnTo>
                  <a:pt x="20402" y="0"/>
                </a:lnTo>
                <a:lnTo>
                  <a:pt x="0" y="0"/>
                </a:lnTo>
                <a:close/>
              </a:path>
            </a:pathLst>
          </a:custGeom>
          <a:solidFill>
            <a:srgbClr val="888888"/>
          </a:solidFill>
          <a:ln w="6350">
            <a:solidFill>
              <a:srgbClr val="88888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113321" y="3337736"/>
            <a:ext cx="20092" cy="778170"/>
          </a:xfrm>
          <a:custGeom>
            <a:avLst/>
            <a:gdLst/>
            <a:ahLst/>
            <a:cxnLst/>
            <a:rect l="l" t="t" r="r" b="b"/>
            <a:pathLst>
              <a:path w="20092" h="778170">
                <a:moveTo>
                  <a:pt x="0" y="778170"/>
                </a:moveTo>
                <a:lnTo>
                  <a:pt x="20092" y="777253"/>
                </a:lnTo>
                <a:lnTo>
                  <a:pt x="20092" y="0"/>
                </a:lnTo>
                <a:lnTo>
                  <a:pt x="0" y="917"/>
                </a:lnTo>
                <a:close/>
              </a:path>
            </a:pathLst>
          </a:custGeom>
          <a:solidFill>
            <a:srgbClr val="808080"/>
          </a:solidFill>
          <a:ln w="6350">
            <a:solidFill>
              <a:srgbClr val="80808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133413" y="3335930"/>
            <a:ext cx="19172" cy="779059"/>
          </a:xfrm>
          <a:custGeom>
            <a:avLst/>
            <a:gdLst/>
            <a:ahLst/>
            <a:cxnLst/>
            <a:rect l="l" t="t" r="r" b="b"/>
            <a:pathLst>
              <a:path w="19172" h="779059">
                <a:moveTo>
                  <a:pt x="0" y="779059"/>
                </a:moveTo>
                <a:lnTo>
                  <a:pt x="19172" y="777253"/>
                </a:lnTo>
                <a:lnTo>
                  <a:pt x="19172" y="0"/>
                </a:lnTo>
                <a:lnTo>
                  <a:pt x="0" y="1806"/>
                </a:lnTo>
                <a:close/>
              </a:path>
            </a:pathLst>
          </a:custGeom>
          <a:solidFill>
            <a:srgbClr val="777777"/>
          </a:solidFill>
          <a:ln w="6350">
            <a:solidFill>
              <a:srgbClr val="77777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152585" y="3333290"/>
            <a:ext cx="17669" cy="779894"/>
          </a:xfrm>
          <a:custGeom>
            <a:avLst/>
            <a:gdLst/>
            <a:ahLst/>
            <a:cxnLst/>
            <a:rect l="l" t="t" r="r" b="b"/>
            <a:pathLst>
              <a:path w="17669" h="779894">
                <a:moveTo>
                  <a:pt x="0" y="779894"/>
                </a:moveTo>
                <a:lnTo>
                  <a:pt x="17669" y="777253"/>
                </a:lnTo>
                <a:lnTo>
                  <a:pt x="17669" y="0"/>
                </a:lnTo>
                <a:lnTo>
                  <a:pt x="0" y="2640"/>
                </a:lnTo>
                <a:close/>
              </a:path>
            </a:pathLst>
          </a:custGeom>
          <a:solidFill>
            <a:srgbClr val="6E6E6E"/>
          </a:solidFill>
          <a:ln w="6350">
            <a:solidFill>
              <a:srgbClr val="6E6E6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170253" y="3329896"/>
            <a:ext cx="15629" cy="780648"/>
          </a:xfrm>
          <a:custGeom>
            <a:avLst/>
            <a:gdLst/>
            <a:ahLst/>
            <a:cxnLst/>
            <a:rect l="l" t="t" r="r" b="b"/>
            <a:pathLst>
              <a:path w="15629" h="780648">
                <a:moveTo>
                  <a:pt x="0" y="780648"/>
                </a:moveTo>
                <a:lnTo>
                  <a:pt x="15629" y="777253"/>
                </a:lnTo>
                <a:lnTo>
                  <a:pt x="15629" y="0"/>
                </a:lnTo>
                <a:lnTo>
                  <a:pt x="0" y="3394"/>
                </a:lnTo>
                <a:close/>
              </a:path>
            </a:pathLst>
          </a:custGeom>
          <a:solidFill>
            <a:srgbClr val="666666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85882" y="3325851"/>
            <a:ext cx="13114" cy="781299"/>
          </a:xfrm>
          <a:custGeom>
            <a:avLst/>
            <a:gdLst/>
            <a:ahLst/>
            <a:cxnLst/>
            <a:rect l="l" t="t" r="r" b="b"/>
            <a:pathLst>
              <a:path w="13114" h="781299">
                <a:moveTo>
                  <a:pt x="0" y="781299"/>
                </a:moveTo>
                <a:lnTo>
                  <a:pt x="13114" y="777253"/>
                </a:lnTo>
                <a:lnTo>
                  <a:pt x="13114" y="0"/>
                </a:lnTo>
                <a:lnTo>
                  <a:pt x="0" y="4045"/>
                </a:lnTo>
                <a:close/>
              </a:path>
            </a:pathLst>
          </a:custGeom>
          <a:solidFill>
            <a:srgbClr val="666666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198996" y="3321278"/>
            <a:ext cx="10201" cy="781826"/>
          </a:xfrm>
          <a:custGeom>
            <a:avLst/>
            <a:gdLst/>
            <a:ahLst/>
            <a:cxnLst/>
            <a:rect l="l" t="t" r="r" b="b"/>
            <a:pathLst>
              <a:path w="10201" h="781826">
                <a:moveTo>
                  <a:pt x="0" y="781826"/>
                </a:moveTo>
                <a:lnTo>
                  <a:pt x="10201" y="777253"/>
                </a:lnTo>
                <a:lnTo>
                  <a:pt x="10201" y="0"/>
                </a:lnTo>
                <a:lnTo>
                  <a:pt x="0" y="4573"/>
                </a:lnTo>
                <a:close/>
              </a:path>
            </a:pathLst>
          </a:custGeom>
          <a:solidFill>
            <a:srgbClr val="666666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209197" y="3316316"/>
            <a:ext cx="6978" cy="782215"/>
          </a:xfrm>
          <a:custGeom>
            <a:avLst/>
            <a:gdLst/>
            <a:ahLst/>
            <a:cxnLst/>
            <a:rect l="l" t="t" r="r" b="b"/>
            <a:pathLst>
              <a:path w="6978" h="782215">
                <a:moveTo>
                  <a:pt x="0" y="782215"/>
                </a:moveTo>
                <a:lnTo>
                  <a:pt x="6978" y="777253"/>
                </a:lnTo>
                <a:lnTo>
                  <a:pt x="6978" y="0"/>
                </a:lnTo>
                <a:lnTo>
                  <a:pt x="0" y="4962"/>
                </a:lnTo>
                <a:close/>
              </a:path>
            </a:pathLst>
          </a:custGeom>
          <a:solidFill>
            <a:srgbClr val="666666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216175" y="3311115"/>
            <a:ext cx="3543" cy="782454"/>
          </a:xfrm>
          <a:custGeom>
            <a:avLst/>
            <a:gdLst/>
            <a:ahLst/>
            <a:cxnLst/>
            <a:rect l="l" t="t" r="r" b="b"/>
            <a:pathLst>
              <a:path w="3543" h="782454">
                <a:moveTo>
                  <a:pt x="0" y="782454"/>
                </a:moveTo>
                <a:lnTo>
                  <a:pt x="3543" y="777253"/>
                </a:lnTo>
                <a:lnTo>
                  <a:pt x="3543" y="0"/>
                </a:lnTo>
                <a:lnTo>
                  <a:pt x="0" y="5200"/>
                </a:lnTo>
                <a:close/>
              </a:path>
            </a:pathLst>
          </a:custGeom>
          <a:solidFill>
            <a:srgbClr val="666666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986522" y="3311115"/>
            <a:ext cx="3543" cy="782454"/>
          </a:xfrm>
          <a:custGeom>
            <a:avLst/>
            <a:gdLst/>
            <a:ahLst/>
            <a:cxnLst/>
            <a:rect l="l" t="t" r="r" b="b"/>
            <a:pathLst>
              <a:path w="3543" h="782454">
                <a:moveTo>
                  <a:pt x="0" y="777253"/>
                </a:moveTo>
                <a:lnTo>
                  <a:pt x="3543" y="782454"/>
                </a:lnTo>
                <a:lnTo>
                  <a:pt x="3543" y="5200"/>
                </a:lnTo>
                <a:lnTo>
                  <a:pt x="0" y="0"/>
                </a:lnTo>
                <a:close/>
              </a:path>
            </a:pathLst>
          </a:custGeom>
          <a:solidFill>
            <a:srgbClr val="989898"/>
          </a:solidFill>
          <a:ln w="6350">
            <a:solidFill>
              <a:srgbClr val="98989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990065" y="3316316"/>
            <a:ext cx="6978" cy="782215"/>
          </a:xfrm>
          <a:custGeom>
            <a:avLst/>
            <a:gdLst/>
            <a:ahLst/>
            <a:cxnLst/>
            <a:rect l="l" t="t" r="r" b="b"/>
            <a:pathLst>
              <a:path w="6978" h="782215">
                <a:moveTo>
                  <a:pt x="0" y="777253"/>
                </a:moveTo>
                <a:lnTo>
                  <a:pt x="6978" y="782215"/>
                </a:lnTo>
                <a:lnTo>
                  <a:pt x="6978" y="4962"/>
                </a:lnTo>
                <a:lnTo>
                  <a:pt x="0" y="0"/>
                </a:lnTo>
                <a:close/>
              </a:path>
            </a:pathLst>
          </a:custGeom>
          <a:solidFill>
            <a:srgbClr val="9B9B9B"/>
          </a:solidFill>
          <a:ln w="6350">
            <a:solidFill>
              <a:srgbClr val="9B9B9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86522" y="3278298"/>
            <a:ext cx="233196" cy="837609"/>
          </a:xfrm>
          <a:custGeom>
            <a:avLst/>
            <a:gdLst/>
            <a:ahLst/>
            <a:cxnLst/>
            <a:rect l="l" t="t" r="r" b="b"/>
            <a:pathLst>
              <a:path w="233196" h="837609">
                <a:moveTo>
                  <a:pt x="0" y="27538"/>
                </a:moveTo>
                <a:lnTo>
                  <a:pt x="3543" y="22337"/>
                </a:lnTo>
                <a:lnTo>
                  <a:pt x="10521" y="17375"/>
                </a:lnTo>
                <a:lnTo>
                  <a:pt x="20722" y="12802"/>
                </a:lnTo>
                <a:lnTo>
                  <a:pt x="33836" y="8757"/>
                </a:lnTo>
                <a:lnTo>
                  <a:pt x="49465" y="5363"/>
                </a:lnTo>
                <a:lnTo>
                  <a:pt x="67133" y="2723"/>
                </a:lnTo>
                <a:lnTo>
                  <a:pt x="86305" y="917"/>
                </a:lnTo>
                <a:lnTo>
                  <a:pt x="106397" y="0"/>
                </a:lnTo>
                <a:lnTo>
                  <a:pt x="126799" y="0"/>
                </a:lnTo>
                <a:lnTo>
                  <a:pt x="146891" y="917"/>
                </a:lnTo>
                <a:lnTo>
                  <a:pt x="166062" y="2723"/>
                </a:lnTo>
                <a:lnTo>
                  <a:pt x="183731" y="5363"/>
                </a:lnTo>
                <a:lnTo>
                  <a:pt x="199360" y="8757"/>
                </a:lnTo>
                <a:lnTo>
                  <a:pt x="212474" y="12802"/>
                </a:lnTo>
                <a:lnTo>
                  <a:pt x="222675" y="17375"/>
                </a:lnTo>
                <a:lnTo>
                  <a:pt x="229653" y="22337"/>
                </a:lnTo>
                <a:lnTo>
                  <a:pt x="233196" y="27538"/>
                </a:lnTo>
                <a:lnTo>
                  <a:pt x="233196" y="810071"/>
                </a:lnTo>
                <a:lnTo>
                  <a:pt x="229653" y="815272"/>
                </a:lnTo>
                <a:lnTo>
                  <a:pt x="222675" y="820234"/>
                </a:lnTo>
                <a:lnTo>
                  <a:pt x="212474" y="824807"/>
                </a:lnTo>
                <a:lnTo>
                  <a:pt x="199360" y="828852"/>
                </a:lnTo>
                <a:lnTo>
                  <a:pt x="183731" y="832246"/>
                </a:lnTo>
                <a:lnTo>
                  <a:pt x="166062" y="834886"/>
                </a:lnTo>
                <a:lnTo>
                  <a:pt x="146891" y="836692"/>
                </a:lnTo>
                <a:lnTo>
                  <a:pt x="126799" y="837609"/>
                </a:lnTo>
                <a:lnTo>
                  <a:pt x="106397" y="837609"/>
                </a:lnTo>
                <a:lnTo>
                  <a:pt x="86305" y="836692"/>
                </a:lnTo>
                <a:lnTo>
                  <a:pt x="67133" y="834886"/>
                </a:lnTo>
                <a:lnTo>
                  <a:pt x="49465" y="832246"/>
                </a:lnTo>
                <a:lnTo>
                  <a:pt x="33836" y="828852"/>
                </a:lnTo>
                <a:lnTo>
                  <a:pt x="20722" y="824807"/>
                </a:lnTo>
                <a:lnTo>
                  <a:pt x="10521" y="820234"/>
                </a:lnTo>
                <a:lnTo>
                  <a:pt x="3543" y="815272"/>
                </a:lnTo>
                <a:lnTo>
                  <a:pt x="0" y="810071"/>
                </a:lnTo>
                <a:close/>
              </a:path>
            </a:pathLst>
          </a:custGeom>
          <a:ln w="12700">
            <a:solidFill>
              <a:srgbClr val="0000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986522" y="3278298"/>
            <a:ext cx="233196" cy="60355"/>
          </a:xfrm>
          <a:custGeom>
            <a:avLst/>
            <a:gdLst/>
            <a:ahLst/>
            <a:cxnLst/>
            <a:rect l="l" t="t" r="r" b="b"/>
            <a:pathLst>
              <a:path w="233196" h="60355">
                <a:moveTo>
                  <a:pt x="10521" y="42980"/>
                </a:moveTo>
                <a:lnTo>
                  <a:pt x="20722" y="47553"/>
                </a:lnTo>
                <a:lnTo>
                  <a:pt x="33836" y="51598"/>
                </a:lnTo>
                <a:lnTo>
                  <a:pt x="49465" y="54992"/>
                </a:lnTo>
                <a:lnTo>
                  <a:pt x="67133" y="57633"/>
                </a:lnTo>
                <a:lnTo>
                  <a:pt x="86305" y="59439"/>
                </a:lnTo>
                <a:lnTo>
                  <a:pt x="106397" y="60355"/>
                </a:lnTo>
                <a:lnTo>
                  <a:pt x="126799" y="60355"/>
                </a:lnTo>
                <a:lnTo>
                  <a:pt x="146891" y="59439"/>
                </a:lnTo>
                <a:lnTo>
                  <a:pt x="166062" y="57633"/>
                </a:lnTo>
                <a:lnTo>
                  <a:pt x="183731" y="54992"/>
                </a:lnTo>
                <a:lnTo>
                  <a:pt x="199360" y="51598"/>
                </a:lnTo>
                <a:lnTo>
                  <a:pt x="212474" y="47553"/>
                </a:lnTo>
                <a:lnTo>
                  <a:pt x="222675" y="42980"/>
                </a:lnTo>
                <a:lnTo>
                  <a:pt x="229653" y="38018"/>
                </a:lnTo>
                <a:lnTo>
                  <a:pt x="233196" y="32818"/>
                </a:lnTo>
                <a:lnTo>
                  <a:pt x="233196" y="27538"/>
                </a:lnTo>
                <a:lnTo>
                  <a:pt x="229653" y="22337"/>
                </a:lnTo>
                <a:lnTo>
                  <a:pt x="222675" y="17375"/>
                </a:lnTo>
                <a:lnTo>
                  <a:pt x="212474" y="12802"/>
                </a:lnTo>
                <a:lnTo>
                  <a:pt x="199360" y="8757"/>
                </a:lnTo>
                <a:lnTo>
                  <a:pt x="183731" y="5363"/>
                </a:lnTo>
                <a:lnTo>
                  <a:pt x="166062" y="2723"/>
                </a:lnTo>
                <a:lnTo>
                  <a:pt x="146891" y="917"/>
                </a:lnTo>
                <a:lnTo>
                  <a:pt x="126799" y="0"/>
                </a:lnTo>
                <a:lnTo>
                  <a:pt x="106397" y="0"/>
                </a:lnTo>
                <a:lnTo>
                  <a:pt x="86305" y="917"/>
                </a:lnTo>
                <a:lnTo>
                  <a:pt x="67133" y="2723"/>
                </a:lnTo>
                <a:lnTo>
                  <a:pt x="49465" y="5363"/>
                </a:lnTo>
                <a:lnTo>
                  <a:pt x="33836" y="8757"/>
                </a:lnTo>
                <a:lnTo>
                  <a:pt x="20722" y="12802"/>
                </a:lnTo>
                <a:lnTo>
                  <a:pt x="10521" y="17375"/>
                </a:lnTo>
                <a:lnTo>
                  <a:pt x="3543" y="22337"/>
                </a:lnTo>
                <a:lnTo>
                  <a:pt x="0" y="27538"/>
                </a:lnTo>
                <a:lnTo>
                  <a:pt x="0" y="32818"/>
                </a:lnTo>
                <a:lnTo>
                  <a:pt x="3543" y="38018"/>
                </a:lnTo>
                <a:close/>
              </a:path>
            </a:pathLst>
          </a:custGeom>
          <a:solidFill>
            <a:srgbClr val="B6B6B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843288" y="3233170"/>
            <a:ext cx="148394" cy="280211"/>
          </a:xfrm>
          <a:custGeom>
            <a:avLst/>
            <a:gdLst/>
            <a:ahLst/>
            <a:cxnLst/>
            <a:rect l="l" t="t" r="r" b="b"/>
            <a:pathLst>
              <a:path w="148394" h="280211">
                <a:moveTo>
                  <a:pt x="0" y="197846"/>
                </a:moveTo>
                <a:lnTo>
                  <a:pt x="0" y="0"/>
                </a:lnTo>
                <a:lnTo>
                  <a:pt x="148394" y="82364"/>
                </a:lnTo>
                <a:lnTo>
                  <a:pt x="148394" y="280211"/>
                </a:lnTo>
                <a:close/>
              </a:path>
            </a:pathLst>
          </a:custGeom>
          <a:solidFill>
            <a:srgbClr val="60606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843288" y="3188361"/>
            <a:ext cx="519664" cy="127173"/>
          </a:xfrm>
          <a:custGeom>
            <a:avLst/>
            <a:gdLst/>
            <a:ahLst/>
            <a:cxnLst/>
            <a:rect l="l" t="t" r="r" b="b"/>
            <a:pathLst>
              <a:path w="519664" h="127173">
                <a:moveTo>
                  <a:pt x="371270" y="0"/>
                </a:moveTo>
                <a:lnTo>
                  <a:pt x="519664" y="82364"/>
                </a:lnTo>
                <a:lnTo>
                  <a:pt x="148394" y="127173"/>
                </a:lnTo>
                <a:lnTo>
                  <a:pt x="0" y="44808"/>
                </a:lnTo>
                <a:close/>
              </a:path>
            </a:pathLst>
          </a:custGeom>
          <a:solidFill>
            <a:srgbClr val="67676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991682" y="3270726"/>
            <a:ext cx="371270" cy="242655"/>
          </a:xfrm>
          <a:custGeom>
            <a:avLst/>
            <a:gdLst/>
            <a:ahLst/>
            <a:cxnLst/>
            <a:rect l="l" t="t" r="r" b="b"/>
            <a:pathLst>
              <a:path w="371270" h="242655">
                <a:moveTo>
                  <a:pt x="371270" y="197846"/>
                </a:moveTo>
                <a:lnTo>
                  <a:pt x="0" y="242655"/>
                </a:lnTo>
                <a:lnTo>
                  <a:pt x="0" y="44808"/>
                </a:lnTo>
                <a:lnTo>
                  <a:pt x="371270" y="0"/>
                </a:lnTo>
                <a:close/>
              </a:path>
            </a:pathLst>
          </a:custGeom>
          <a:solidFill>
            <a:srgbClr val="5D5D5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371600" y="2011680"/>
            <a:ext cx="1463040" cy="1463040"/>
          </a:xfrm>
          <a:custGeom>
            <a:avLst/>
            <a:gdLst/>
            <a:ahLst/>
            <a:cxnLst/>
            <a:rect l="l" t="t" r="r" b="b"/>
            <a:pathLst>
              <a:path w="1463040" h="1463040">
                <a:moveTo>
                  <a:pt x="1463040" y="731520"/>
                </a:moveTo>
                <a:lnTo>
                  <a:pt x="1456782" y="827003"/>
                </a:lnTo>
                <a:lnTo>
                  <a:pt x="1438114" y="920851"/>
                </a:lnTo>
                <a:lnTo>
                  <a:pt x="1407356" y="1011461"/>
                </a:lnTo>
                <a:lnTo>
                  <a:pt x="1365035" y="1097280"/>
                </a:lnTo>
                <a:lnTo>
                  <a:pt x="1311874" y="1176841"/>
                </a:lnTo>
                <a:lnTo>
                  <a:pt x="1248783" y="1248783"/>
                </a:lnTo>
                <a:lnTo>
                  <a:pt x="1176841" y="1311874"/>
                </a:lnTo>
                <a:lnTo>
                  <a:pt x="1097280" y="1365035"/>
                </a:lnTo>
                <a:lnTo>
                  <a:pt x="1011461" y="1407356"/>
                </a:lnTo>
                <a:lnTo>
                  <a:pt x="920851" y="1438114"/>
                </a:lnTo>
                <a:lnTo>
                  <a:pt x="827003" y="1456782"/>
                </a:lnTo>
                <a:lnTo>
                  <a:pt x="731520" y="1463040"/>
                </a:lnTo>
                <a:lnTo>
                  <a:pt x="636037" y="1456782"/>
                </a:lnTo>
                <a:lnTo>
                  <a:pt x="542189" y="1438114"/>
                </a:lnTo>
                <a:lnTo>
                  <a:pt x="451579" y="1407356"/>
                </a:lnTo>
                <a:lnTo>
                  <a:pt x="365760" y="1365035"/>
                </a:lnTo>
                <a:lnTo>
                  <a:pt x="286199" y="1311874"/>
                </a:lnTo>
                <a:lnTo>
                  <a:pt x="214257" y="1248783"/>
                </a:lnTo>
                <a:lnTo>
                  <a:pt x="151166" y="1176841"/>
                </a:lnTo>
                <a:lnTo>
                  <a:pt x="98005" y="1097280"/>
                </a:lnTo>
                <a:lnTo>
                  <a:pt x="55684" y="1011461"/>
                </a:lnTo>
                <a:lnTo>
                  <a:pt x="24926" y="920851"/>
                </a:lnTo>
                <a:lnTo>
                  <a:pt x="6258" y="827003"/>
                </a:lnTo>
                <a:lnTo>
                  <a:pt x="0" y="731520"/>
                </a:lnTo>
                <a:lnTo>
                  <a:pt x="6258" y="636037"/>
                </a:lnTo>
                <a:lnTo>
                  <a:pt x="24926" y="542189"/>
                </a:lnTo>
                <a:lnTo>
                  <a:pt x="55684" y="451579"/>
                </a:lnTo>
                <a:lnTo>
                  <a:pt x="98005" y="365760"/>
                </a:lnTo>
                <a:lnTo>
                  <a:pt x="151166" y="286199"/>
                </a:lnTo>
                <a:lnTo>
                  <a:pt x="214257" y="214257"/>
                </a:lnTo>
                <a:lnTo>
                  <a:pt x="286199" y="151166"/>
                </a:lnTo>
                <a:lnTo>
                  <a:pt x="365760" y="98005"/>
                </a:lnTo>
                <a:lnTo>
                  <a:pt x="451579" y="55684"/>
                </a:lnTo>
                <a:lnTo>
                  <a:pt x="542189" y="24926"/>
                </a:lnTo>
                <a:lnTo>
                  <a:pt x="636037" y="6258"/>
                </a:lnTo>
                <a:lnTo>
                  <a:pt x="731520" y="0"/>
                </a:lnTo>
                <a:lnTo>
                  <a:pt x="827003" y="6258"/>
                </a:lnTo>
                <a:lnTo>
                  <a:pt x="920851" y="24926"/>
                </a:lnTo>
                <a:lnTo>
                  <a:pt x="1011461" y="55684"/>
                </a:lnTo>
                <a:lnTo>
                  <a:pt x="1097280" y="98005"/>
                </a:lnTo>
                <a:lnTo>
                  <a:pt x="1176841" y="151166"/>
                </a:lnTo>
                <a:lnTo>
                  <a:pt x="1248783" y="214257"/>
                </a:lnTo>
                <a:lnTo>
                  <a:pt x="1311874" y="286199"/>
                </a:lnTo>
                <a:lnTo>
                  <a:pt x="1365035" y="365760"/>
                </a:lnTo>
                <a:lnTo>
                  <a:pt x="1407356" y="451579"/>
                </a:lnTo>
                <a:lnTo>
                  <a:pt x="1438114" y="542189"/>
                </a:lnTo>
                <a:lnTo>
                  <a:pt x="1456782" y="636037"/>
                </a:lnTo>
                <a:close/>
              </a:path>
            </a:pathLst>
          </a:custGeom>
          <a:solidFill>
            <a:srgbClr val="5F5F5F"/>
          </a:solidFill>
          <a:ln/>
        </p:spPr>
      </p:sp>
      <p:sp>
        <p:nvSpPr>
          <p:cNvPr id="45" name="Shape 43"/>
          <p:cNvSpPr/>
          <p:nvPr/>
        </p:nvSpPr>
        <p:spPr>
          <a:xfrm>
            <a:off x="1397849" y="2035760"/>
            <a:ext cx="1392470" cy="1392470"/>
          </a:xfrm>
          <a:custGeom>
            <a:avLst/>
            <a:gdLst/>
            <a:ahLst/>
            <a:cxnLst/>
            <a:rect l="l" t="t" r="r" b="b"/>
            <a:pathLst>
              <a:path w="1392470" h="1392470">
                <a:moveTo>
                  <a:pt x="1392470" y="696235"/>
                </a:moveTo>
                <a:lnTo>
                  <a:pt x="1386513" y="787112"/>
                </a:lnTo>
                <a:lnTo>
                  <a:pt x="1368746" y="876434"/>
                </a:lnTo>
                <a:lnTo>
                  <a:pt x="1339472" y="962672"/>
                </a:lnTo>
                <a:lnTo>
                  <a:pt x="1299192" y="1044352"/>
                </a:lnTo>
                <a:lnTo>
                  <a:pt x="1248595" y="1120076"/>
                </a:lnTo>
                <a:lnTo>
                  <a:pt x="1188547" y="1188547"/>
                </a:lnTo>
                <a:lnTo>
                  <a:pt x="1120076" y="1248595"/>
                </a:lnTo>
                <a:lnTo>
                  <a:pt x="1044352" y="1299192"/>
                </a:lnTo>
                <a:lnTo>
                  <a:pt x="962672" y="1339472"/>
                </a:lnTo>
                <a:lnTo>
                  <a:pt x="876434" y="1368746"/>
                </a:lnTo>
                <a:lnTo>
                  <a:pt x="787112" y="1386513"/>
                </a:lnTo>
                <a:lnTo>
                  <a:pt x="696235" y="1392470"/>
                </a:lnTo>
                <a:lnTo>
                  <a:pt x="605358" y="1386513"/>
                </a:lnTo>
                <a:lnTo>
                  <a:pt x="516036" y="1368746"/>
                </a:lnTo>
                <a:lnTo>
                  <a:pt x="429797" y="1339472"/>
                </a:lnTo>
                <a:lnTo>
                  <a:pt x="348117" y="1299192"/>
                </a:lnTo>
                <a:lnTo>
                  <a:pt x="272394" y="1248595"/>
                </a:lnTo>
                <a:lnTo>
                  <a:pt x="203922" y="1188547"/>
                </a:lnTo>
                <a:lnTo>
                  <a:pt x="143875" y="1120076"/>
                </a:lnTo>
                <a:lnTo>
                  <a:pt x="93278" y="1044352"/>
                </a:lnTo>
                <a:lnTo>
                  <a:pt x="52998" y="962672"/>
                </a:lnTo>
                <a:lnTo>
                  <a:pt x="23724" y="876434"/>
                </a:lnTo>
                <a:lnTo>
                  <a:pt x="5956" y="787112"/>
                </a:lnTo>
                <a:lnTo>
                  <a:pt x="0" y="696235"/>
                </a:lnTo>
                <a:lnTo>
                  <a:pt x="5956" y="605358"/>
                </a:lnTo>
                <a:lnTo>
                  <a:pt x="23724" y="516036"/>
                </a:lnTo>
                <a:lnTo>
                  <a:pt x="52998" y="429797"/>
                </a:lnTo>
                <a:lnTo>
                  <a:pt x="93278" y="348117"/>
                </a:lnTo>
                <a:lnTo>
                  <a:pt x="143875" y="272394"/>
                </a:lnTo>
                <a:lnTo>
                  <a:pt x="203922" y="203922"/>
                </a:lnTo>
                <a:lnTo>
                  <a:pt x="272394" y="143875"/>
                </a:lnTo>
                <a:lnTo>
                  <a:pt x="348117" y="93278"/>
                </a:lnTo>
                <a:lnTo>
                  <a:pt x="429797" y="52998"/>
                </a:lnTo>
                <a:lnTo>
                  <a:pt x="516036" y="23724"/>
                </a:lnTo>
                <a:lnTo>
                  <a:pt x="605358" y="5956"/>
                </a:lnTo>
                <a:lnTo>
                  <a:pt x="696235" y="0"/>
                </a:lnTo>
                <a:lnTo>
                  <a:pt x="787112" y="5956"/>
                </a:lnTo>
                <a:lnTo>
                  <a:pt x="876434" y="23724"/>
                </a:lnTo>
                <a:lnTo>
                  <a:pt x="962672" y="52998"/>
                </a:lnTo>
                <a:lnTo>
                  <a:pt x="1044352" y="93278"/>
                </a:lnTo>
                <a:lnTo>
                  <a:pt x="1120076" y="143875"/>
                </a:lnTo>
                <a:lnTo>
                  <a:pt x="1188547" y="203922"/>
                </a:lnTo>
                <a:lnTo>
                  <a:pt x="1248595" y="272394"/>
                </a:lnTo>
                <a:lnTo>
                  <a:pt x="1299192" y="348117"/>
                </a:lnTo>
                <a:lnTo>
                  <a:pt x="1339472" y="429797"/>
                </a:lnTo>
                <a:lnTo>
                  <a:pt x="1368746" y="516036"/>
                </a:lnTo>
                <a:lnTo>
                  <a:pt x="1386513" y="605358"/>
                </a:lnTo>
                <a:close/>
              </a:path>
            </a:pathLst>
          </a:custGeom>
          <a:solidFill>
            <a:srgbClr val="666666"/>
          </a:solidFill>
          <a:ln/>
        </p:spPr>
      </p:sp>
      <p:sp>
        <p:nvSpPr>
          <p:cNvPr id="46" name="Shape 44"/>
          <p:cNvSpPr/>
          <p:nvPr/>
        </p:nvSpPr>
        <p:spPr>
          <a:xfrm>
            <a:off x="1424097" y="2059840"/>
            <a:ext cx="1321900" cy="1321900"/>
          </a:xfrm>
          <a:custGeom>
            <a:avLst/>
            <a:gdLst/>
            <a:ahLst/>
            <a:cxnLst/>
            <a:rect l="l" t="t" r="r" b="b"/>
            <a:pathLst>
              <a:path w="1321900" h="1321900">
                <a:moveTo>
                  <a:pt x="1321900" y="660950"/>
                </a:moveTo>
                <a:lnTo>
                  <a:pt x="1316245" y="747221"/>
                </a:lnTo>
                <a:lnTo>
                  <a:pt x="1299378" y="832016"/>
                </a:lnTo>
                <a:lnTo>
                  <a:pt x="1271588" y="913884"/>
                </a:lnTo>
                <a:lnTo>
                  <a:pt x="1233349" y="991425"/>
                </a:lnTo>
                <a:lnTo>
                  <a:pt x="1185317" y="1063311"/>
                </a:lnTo>
                <a:lnTo>
                  <a:pt x="1128312" y="1128312"/>
                </a:lnTo>
                <a:lnTo>
                  <a:pt x="1063311" y="1185317"/>
                </a:lnTo>
                <a:lnTo>
                  <a:pt x="991425" y="1233349"/>
                </a:lnTo>
                <a:lnTo>
                  <a:pt x="913884" y="1271588"/>
                </a:lnTo>
                <a:lnTo>
                  <a:pt x="832016" y="1299378"/>
                </a:lnTo>
                <a:lnTo>
                  <a:pt x="747221" y="1316245"/>
                </a:lnTo>
                <a:lnTo>
                  <a:pt x="660950" y="1321900"/>
                </a:lnTo>
                <a:lnTo>
                  <a:pt x="574679" y="1316245"/>
                </a:lnTo>
                <a:lnTo>
                  <a:pt x="489883" y="1299378"/>
                </a:lnTo>
                <a:lnTo>
                  <a:pt x="408015" y="1271588"/>
                </a:lnTo>
                <a:lnTo>
                  <a:pt x="330475" y="1233349"/>
                </a:lnTo>
                <a:lnTo>
                  <a:pt x="258589" y="1185317"/>
                </a:lnTo>
                <a:lnTo>
                  <a:pt x="193588" y="1128312"/>
                </a:lnTo>
                <a:lnTo>
                  <a:pt x="136583" y="1063311"/>
                </a:lnTo>
                <a:lnTo>
                  <a:pt x="88550" y="991425"/>
                </a:lnTo>
                <a:lnTo>
                  <a:pt x="50312" y="913884"/>
                </a:lnTo>
                <a:lnTo>
                  <a:pt x="22521" y="832016"/>
                </a:lnTo>
                <a:lnTo>
                  <a:pt x="5655" y="747221"/>
                </a:lnTo>
                <a:lnTo>
                  <a:pt x="0" y="660950"/>
                </a:lnTo>
                <a:lnTo>
                  <a:pt x="5655" y="574679"/>
                </a:lnTo>
                <a:lnTo>
                  <a:pt x="22521" y="489883"/>
                </a:lnTo>
                <a:lnTo>
                  <a:pt x="50312" y="408015"/>
                </a:lnTo>
                <a:lnTo>
                  <a:pt x="88550" y="330475"/>
                </a:lnTo>
                <a:lnTo>
                  <a:pt x="136583" y="258589"/>
                </a:lnTo>
                <a:lnTo>
                  <a:pt x="193588" y="193588"/>
                </a:lnTo>
                <a:lnTo>
                  <a:pt x="258589" y="136583"/>
                </a:lnTo>
                <a:lnTo>
                  <a:pt x="330475" y="88550"/>
                </a:lnTo>
                <a:lnTo>
                  <a:pt x="408015" y="50312"/>
                </a:lnTo>
                <a:lnTo>
                  <a:pt x="489883" y="22521"/>
                </a:lnTo>
                <a:lnTo>
                  <a:pt x="574679" y="5655"/>
                </a:lnTo>
                <a:lnTo>
                  <a:pt x="660950" y="0"/>
                </a:lnTo>
                <a:lnTo>
                  <a:pt x="747221" y="5655"/>
                </a:lnTo>
                <a:lnTo>
                  <a:pt x="832016" y="22521"/>
                </a:lnTo>
                <a:lnTo>
                  <a:pt x="913884" y="50312"/>
                </a:lnTo>
                <a:lnTo>
                  <a:pt x="991425" y="88550"/>
                </a:lnTo>
                <a:lnTo>
                  <a:pt x="1063311" y="136583"/>
                </a:lnTo>
                <a:lnTo>
                  <a:pt x="1128312" y="193588"/>
                </a:lnTo>
                <a:lnTo>
                  <a:pt x="1185317" y="258589"/>
                </a:lnTo>
                <a:lnTo>
                  <a:pt x="1233349" y="330475"/>
                </a:lnTo>
                <a:lnTo>
                  <a:pt x="1271588" y="408015"/>
                </a:lnTo>
                <a:lnTo>
                  <a:pt x="1299378" y="489883"/>
                </a:lnTo>
                <a:lnTo>
                  <a:pt x="1316245" y="574679"/>
                </a:lnTo>
                <a:close/>
              </a:path>
            </a:pathLst>
          </a:custGeom>
          <a:solidFill>
            <a:srgbClr val="6D6D6D"/>
          </a:solidFill>
          <a:ln/>
        </p:spPr>
      </p:sp>
      <p:sp>
        <p:nvSpPr>
          <p:cNvPr id="47" name="Shape 45"/>
          <p:cNvSpPr/>
          <p:nvPr/>
        </p:nvSpPr>
        <p:spPr>
          <a:xfrm>
            <a:off x="1450346" y="2083920"/>
            <a:ext cx="1251330" cy="1251330"/>
          </a:xfrm>
          <a:custGeom>
            <a:avLst/>
            <a:gdLst/>
            <a:ahLst/>
            <a:cxnLst/>
            <a:rect l="l" t="t" r="r" b="b"/>
            <a:pathLst>
              <a:path w="1251330" h="1251330">
                <a:moveTo>
                  <a:pt x="1251330" y="625665"/>
                </a:moveTo>
                <a:lnTo>
                  <a:pt x="1245977" y="707330"/>
                </a:lnTo>
                <a:lnTo>
                  <a:pt x="1230010" y="787599"/>
                </a:lnTo>
                <a:lnTo>
                  <a:pt x="1203704" y="865096"/>
                </a:lnTo>
                <a:lnTo>
                  <a:pt x="1167506" y="938497"/>
                </a:lnTo>
                <a:lnTo>
                  <a:pt x="1122038" y="1006545"/>
                </a:lnTo>
                <a:lnTo>
                  <a:pt x="1068077" y="1068077"/>
                </a:lnTo>
                <a:lnTo>
                  <a:pt x="1006545" y="1122038"/>
                </a:lnTo>
                <a:lnTo>
                  <a:pt x="938497" y="1167506"/>
                </a:lnTo>
                <a:lnTo>
                  <a:pt x="865096" y="1203704"/>
                </a:lnTo>
                <a:lnTo>
                  <a:pt x="787599" y="1230010"/>
                </a:lnTo>
                <a:lnTo>
                  <a:pt x="707330" y="1245977"/>
                </a:lnTo>
                <a:lnTo>
                  <a:pt x="625665" y="1251330"/>
                </a:lnTo>
                <a:lnTo>
                  <a:pt x="543999" y="1245977"/>
                </a:lnTo>
                <a:lnTo>
                  <a:pt x="463731" y="1230010"/>
                </a:lnTo>
                <a:lnTo>
                  <a:pt x="386233" y="1203704"/>
                </a:lnTo>
                <a:lnTo>
                  <a:pt x="312832" y="1167506"/>
                </a:lnTo>
                <a:lnTo>
                  <a:pt x="244784" y="1122038"/>
                </a:lnTo>
                <a:lnTo>
                  <a:pt x="183253" y="1068077"/>
                </a:lnTo>
                <a:lnTo>
                  <a:pt x="129292" y="1006545"/>
                </a:lnTo>
                <a:lnTo>
                  <a:pt x="83823" y="938497"/>
                </a:lnTo>
                <a:lnTo>
                  <a:pt x="47626" y="865096"/>
                </a:lnTo>
                <a:lnTo>
                  <a:pt x="21319" y="787599"/>
                </a:lnTo>
                <a:lnTo>
                  <a:pt x="5353" y="707330"/>
                </a:lnTo>
                <a:lnTo>
                  <a:pt x="0" y="625665"/>
                </a:lnTo>
                <a:lnTo>
                  <a:pt x="5353" y="543999"/>
                </a:lnTo>
                <a:lnTo>
                  <a:pt x="21319" y="463731"/>
                </a:lnTo>
                <a:lnTo>
                  <a:pt x="47626" y="386233"/>
                </a:lnTo>
                <a:lnTo>
                  <a:pt x="83823" y="312832"/>
                </a:lnTo>
                <a:lnTo>
                  <a:pt x="129292" y="244784"/>
                </a:lnTo>
                <a:lnTo>
                  <a:pt x="183253" y="183253"/>
                </a:lnTo>
                <a:lnTo>
                  <a:pt x="244784" y="129292"/>
                </a:lnTo>
                <a:lnTo>
                  <a:pt x="312832" y="83823"/>
                </a:lnTo>
                <a:lnTo>
                  <a:pt x="386233" y="47626"/>
                </a:lnTo>
                <a:lnTo>
                  <a:pt x="463731" y="21319"/>
                </a:lnTo>
                <a:lnTo>
                  <a:pt x="543999" y="5353"/>
                </a:lnTo>
                <a:lnTo>
                  <a:pt x="625665" y="0"/>
                </a:lnTo>
                <a:lnTo>
                  <a:pt x="707330" y="5353"/>
                </a:lnTo>
                <a:lnTo>
                  <a:pt x="787599" y="21319"/>
                </a:lnTo>
                <a:lnTo>
                  <a:pt x="865096" y="47626"/>
                </a:lnTo>
                <a:lnTo>
                  <a:pt x="938497" y="83823"/>
                </a:lnTo>
                <a:lnTo>
                  <a:pt x="1006545" y="129292"/>
                </a:lnTo>
                <a:lnTo>
                  <a:pt x="1068077" y="183253"/>
                </a:lnTo>
                <a:lnTo>
                  <a:pt x="1122038" y="244784"/>
                </a:lnTo>
                <a:lnTo>
                  <a:pt x="1167506" y="312832"/>
                </a:lnTo>
                <a:lnTo>
                  <a:pt x="1203704" y="386233"/>
                </a:lnTo>
                <a:lnTo>
                  <a:pt x="1230010" y="463731"/>
                </a:lnTo>
                <a:lnTo>
                  <a:pt x="1245977" y="543999"/>
                </a:lnTo>
                <a:close/>
              </a:path>
            </a:pathLst>
          </a:custGeom>
          <a:solidFill>
            <a:srgbClr val="747474"/>
          </a:solidFill>
          <a:ln/>
        </p:spPr>
      </p:sp>
      <p:sp>
        <p:nvSpPr>
          <p:cNvPr id="48" name="Shape 46"/>
          <p:cNvSpPr/>
          <p:nvPr/>
        </p:nvSpPr>
        <p:spPr>
          <a:xfrm>
            <a:off x="1476595" y="2108000"/>
            <a:ext cx="1180759" cy="1180759"/>
          </a:xfrm>
          <a:custGeom>
            <a:avLst/>
            <a:gdLst/>
            <a:ahLst/>
            <a:cxnLst/>
            <a:rect l="l" t="t" r="r" b="b"/>
            <a:pathLst>
              <a:path w="1180759" h="1180759">
                <a:moveTo>
                  <a:pt x="1180759" y="590380"/>
                </a:moveTo>
                <a:lnTo>
                  <a:pt x="1175709" y="667440"/>
                </a:lnTo>
                <a:lnTo>
                  <a:pt x="1160643" y="743181"/>
                </a:lnTo>
                <a:lnTo>
                  <a:pt x="1135819" y="816308"/>
                </a:lnTo>
                <a:lnTo>
                  <a:pt x="1101663" y="885570"/>
                </a:lnTo>
                <a:lnTo>
                  <a:pt x="1058759" y="949780"/>
                </a:lnTo>
                <a:lnTo>
                  <a:pt x="1007841" y="1007841"/>
                </a:lnTo>
                <a:lnTo>
                  <a:pt x="949780" y="1058759"/>
                </a:lnTo>
                <a:lnTo>
                  <a:pt x="885570" y="1101663"/>
                </a:lnTo>
                <a:lnTo>
                  <a:pt x="816308" y="1135819"/>
                </a:lnTo>
                <a:lnTo>
                  <a:pt x="743181" y="1160643"/>
                </a:lnTo>
                <a:lnTo>
                  <a:pt x="667440" y="1175709"/>
                </a:lnTo>
                <a:lnTo>
                  <a:pt x="590380" y="1180759"/>
                </a:lnTo>
                <a:lnTo>
                  <a:pt x="513320" y="1175709"/>
                </a:lnTo>
                <a:lnTo>
                  <a:pt x="437578" y="1160643"/>
                </a:lnTo>
                <a:lnTo>
                  <a:pt x="364451" y="1135819"/>
                </a:lnTo>
                <a:lnTo>
                  <a:pt x="295190" y="1101663"/>
                </a:lnTo>
                <a:lnTo>
                  <a:pt x="230979" y="1058759"/>
                </a:lnTo>
                <a:lnTo>
                  <a:pt x="172918" y="1007841"/>
                </a:lnTo>
                <a:lnTo>
                  <a:pt x="122000" y="949780"/>
                </a:lnTo>
                <a:lnTo>
                  <a:pt x="79096" y="885570"/>
                </a:lnTo>
                <a:lnTo>
                  <a:pt x="44940" y="816308"/>
                </a:lnTo>
                <a:lnTo>
                  <a:pt x="20117" y="743181"/>
                </a:lnTo>
                <a:lnTo>
                  <a:pt x="5051" y="667440"/>
                </a:lnTo>
                <a:lnTo>
                  <a:pt x="0" y="590380"/>
                </a:lnTo>
                <a:lnTo>
                  <a:pt x="5051" y="513320"/>
                </a:lnTo>
                <a:lnTo>
                  <a:pt x="20117" y="437578"/>
                </a:lnTo>
                <a:lnTo>
                  <a:pt x="44940" y="364451"/>
                </a:lnTo>
                <a:lnTo>
                  <a:pt x="79096" y="295190"/>
                </a:lnTo>
                <a:lnTo>
                  <a:pt x="122000" y="230979"/>
                </a:lnTo>
                <a:lnTo>
                  <a:pt x="172918" y="172918"/>
                </a:lnTo>
                <a:lnTo>
                  <a:pt x="230979" y="122000"/>
                </a:lnTo>
                <a:lnTo>
                  <a:pt x="295190" y="79096"/>
                </a:lnTo>
                <a:lnTo>
                  <a:pt x="364451" y="44940"/>
                </a:lnTo>
                <a:lnTo>
                  <a:pt x="437578" y="20117"/>
                </a:lnTo>
                <a:lnTo>
                  <a:pt x="513320" y="5051"/>
                </a:lnTo>
                <a:lnTo>
                  <a:pt x="590380" y="0"/>
                </a:lnTo>
                <a:lnTo>
                  <a:pt x="667440" y="5051"/>
                </a:lnTo>
                <a:lnTo>
                  <a:pt x="743181" y="20117"/>
                </a:lnTo>
                <a:lnTo>
                  <a:pt x="816308" y="44940"/>
                </a:lnTo>
                <a:lnTo>
                  <a:pt x="885570" y="79096"/>
                </a:lnTo>
                <a:lnTo>
                  <a:pt x="949780" y="122000"/>
                </a:lnTo>
                <a:lnTo>
                  <a:pt x="1007841" y="172918"/>
                </a:lnTo>
                <a:lnTo>
                  <a:pt x="1058759" y="230979"/>
                </a:lnTo>
                <a:lnTo>
                  <a:pt x="1101663" y="295190"/>
                </a:lnTo>
                <a:lnTo>
                  <a:pt x="1135819" y="364451"/>
                </a:lnTo>
                <a:lnTo>
                  <a:pt x="1160643" y="437578"/>
                </a:lnTo>
                <a:lnTo>
                  <a:pt x="1175709" y="513320"/>
                </a:lnTo>
                <a:close/>
              </a:path>
            </a:pathLst>
          </a:custGeom>
          <a:solidFill>
            <a:srgbClr val="7B7B7B"/>
          </a:solidFill>
          <a:ln/>
        </p:spPr>
      </p:sp>
      <p:sp>
        <p:nvSpPr>
          <p:cNvPr id="49" name="Shape 47"/>
          <p:cNvSpPr/>
          <p:nvPr/>
        </p:nvSpPr>
        <p:spPr>
          <a:xfrm>
            <a:off x="1502843" y="2132080"/>
            <a:ext cx="1110189" cy="1110189"/>
          </a:xfrm>
          <a:custGeom>
            <a:avLst/>
            <a:gdLst/>
            <a:ahLst/>
            <a:cxnLst/>
            <a:rect l="l" t="t" r="r" b="b"/>
            <a:pathLst>
              <a:path w="1110189" h="1110189">
                <a:moveTo>
                  <a:pt x="1110189" y="555095"/>
                </a:moveTo>
                <a:lnTo>
                  <a:pt x="1105440" y="627549"/>
                </a:lnTo>
                <a:lnTo>
                  <a:pt x="1091275" y="698764"/>
                </a:lnTo>
                <a:lnTo>
                  <a:pt x="1067935" y="767520"/>
                </a:lnTo>
                <a:lnTo>
                  <a:pt x="1035821" y="832642"/>
                </a:lnTo>
                <a:lnTo>
                  <a:pt x="995481" y="893015"/>
                </a:lnTo>
                <a:lnTo>
                  <a:pt x="947606" y="947606"/>
                </a:lnTo>
                <a:lnTo>
                  <a:pt x="893015" y="995481"/>
                </a:lnTo>
                <a:lnTo>
                  <a:pt x="832642" y="1035821"/>
                </a:lnTo>
                <a:lnTo>
                  <a:pt x="767520" y="1067935"/>
                </a:lnTo>
                <a:lnTo>
                  <a:pt x="698764" y="1091275"/>
                </a:lnTo>
                <a:lnTo>
                  <a:pt x="627549" y="1105440"/>
                </a:lnTo>
                <a:lnTo>
                  <a:pt x="555095" y="1110189"/>
                </a:lnTo>
                <a:lnTo>
                  <a:pt x="482640" y="1105440"/>
                </a:lnTo>
                <a:lnTo>
                  <a:pt x="411426" y="1091275"/>
                </a:lnTo>
                <a:lnTo>
                  <a:pt x="342669" y="1067935"/>
                </a:lnTo>
                <a:lnTo>
                  <a:pt x="277547" y="1035821"/>
                </a:lnTo>
                <a:lnTo>
                  <a:pt x="217174" y="995481"/>
                </a:lnTo>
                <a:lnTo>
                  <a:pt x="162583" y="947606"/>
                </a:lnTo>
                <a:lnTo>
                  <a:pt x="114708" y="893015"/>
                </a:lnTo>
                <a:lnTo>
                  <a:pt x="74369" y="832642"/>
                </a:lnTo>
                <a:lnTo>
                  <a:pt x="42254" y="767520"/>
                </a:lnTo>
                <a:lnTo>
                  <a:pt x="18914" y="698764"/>
                </a:lnTo>
                <a:lnTo>
                  <a:pt x="4749" y="627549"/>
                </a:lnTo>
                <a:lnTo>
                  <a:pt x="0" y="555095"/>
                </a:lnTo>
                <a:lnTo>
                  <a:pt x="4749" y="482640"/>
                </a:lnTo>
                <a:lnTo>
                  <a:pt x="18914" y="411426"/>
                </a:lnTo>
                <a:lnTo>
                  <a:pt x="42254" y="342669"/>
                </a:lnTo>
                <a:lnTo>
                  <a:pt x="74369" y="277547"/>
                </a:lnTo>
                <a:lnTo>
                  <a:pt x="114708" y="217174"/>
                </a:lnTo>
                <a:lnTo>
                  <a:pt x="162583" y="162583"/>
                </a:lnTo>
                <a:lnTo>
                  <a:pt x="217174" y="114708"/>
                </a:lnTo>
                <a:lnTo>
                  <a:pt x="277547" y="74369"/>
                </a:lnTo>
                <a:lnTo>
                  <a:pt x="342669" y="42254"/>
                </a:lnTo>
                <a:lnTo>
                  <a:pt x="411426" y="18914"/>
                </a:lnTo>
                <a:lnTo>
                  <a:pt x="482640" y="4749"/>
                </a:lnTo>
                <a:lnTo>
                  <a:pt x="555095" y="0"/>
                </a:lnTo>
                <a:lnTo>
                  <a:pt x="627549" y="4749"/>
                </a:lnTo>
                <a:lnTo>
                  <a:pt x="698764" y="18914"/>
                </a:lnTo>
                <a:lnTo>
                  <a:pt x="767520" y="42254"/>
                </a:lnTo>
                <a:lnTo>
                  <a:pt x="832642" y="74369"/>
                </a:lnTo>
                <a:lnTo>
                  <a:pt x="893015" y="114708"/>
                </a:lnTo>
                <a:lnTo>
                  <a:pt x="947606" y="162583"/>
                </a:lnTo>
                <a:lnTo>
                  <a:pt x="995481" y="217174"/>
                </a:lnTo>
                <a:lnTo>
                  <a:pt x="1035821" y="277547"/>
                </a:lnTo>
                <a:lnTo>
                  <a:pt x="1067935" y="342669"/>
                </a:lnTo>
                <a:lnTo>
                  <a:pt x="1091275" y="411426"/>
                </a:lnTo>
                <a:lnTo>
                  <a:pt x="1105440" y="482640"/>
                </a:lnTo>
                <a:close/>
              </a:path>
            </a:pathLst>
          </a:custGeom>
          <a:solidFill>
            <a:srgbClr val="828282"/>
          </a:solidFill>
          <a:ln/>
        </p:spPr>
      </p:sp>
      <p:sp>
        <p:nvSpPr>
          <p:cNvPr id="50" name="Shape 48"/>
          <p:cNvSpPr/>
          <p:nvPr/>
        </p:nvSpPr>
        <p:spPr>
          <a:xfrm>
            <a:off x="1529092" y="2156160"/>
            <a:ext cx="1039619" cy="1039619"/>
          </a:xfrm>
          <a:custGeom>
            <a:avLst/>
            <a:gdLst/>
            <a:ahLst/>
            <a:cxnLst/>
            <a:rect l="l" t="t" r="r" b="b"/>
            <a:pathLst>
              <a:path w="1039619" h="1039619">
                <a:moveTo>
                  <a:pt x="1039619" y="519810"/>
                </a:moveTo>
                <a:lnTo>
                  <a:pt x="1035172" y="587658"/>
                </a:lnTo>
                <a:lnTo>
                  <a:pt x="1021907" y="654346"/>
                </a:lnTo>
                <a:lnTo>
                  <a:pt x="1000051" y="718732"/>
                </a:lnTo>
                <a:lnTo>
                  <a:pt x="969978" y="779714"/>
                </a:lnTo>
                <a:lnTo>
                  <a:pt x="932202" y="836249"/>
                </a:lnTo>
                <a:lnTo>
                  <a:pt x="887370" y="887370"/>
                </a:lnTo>
                <a:lnTo>
                  <a:pt x="836249" y="932202"/>
                </a:lnTo>
                <a:lnTo>
                  <a:pt x="779714" y="969978"/>
                </a:lnTo>
                <a:lnTo>
                  <a:pt x="718732" y="1000051"/>
                </a:lnTo>
                <a:lnTo>
                  <a:pt x="654346" y="1021907"/>
                </a:lnTo>
                <a:lnTo>
                  <a:pt x="587658" y="1035172"/>
                </a:lnTo>
                <a:lnTo>
                  <a:pt x="519810" y="1039619"/>
                </a:lnTo>
                <a:lnTo>
                  <a:pt x="451961" y="1035172"/>
                </a:lnTo>
                <a:lnTo>
                  <a:pt x="385273" y="1021907"/>
                </a:lnTo>
                <a:lnTo>
                  <a:pt x="320887" y="1000051"/>
                </a:lnTo>
                <a:lnTo>
                  <a:pt x="259905" y="969978"/>
                </a:lnTo>
                <a:lnTo>
                  <a:pt x="203370" y="932202"/>
                </a:lnTo>
                <a:lnTo>
                  <a:pt x="152249" y="887370"/>
                </a:lnTo>
                <a:lnTo>
                  <a:pt x="107417" y="836249"/>
                </a:lnTo>
                <a:lnTo>
                  <a:pt x="69641" y="779714"/>
                </a:lnTo>
                <a:lnTo>
                  <a:pt x="39568" y="718732"/>
                </a:lnTo>
                <a:lnTo>
                  <a:pt x="17712" y="654346"/>
                </a:lnTo>
                <a:lnTo>
                  <a:pt x="4447" y="587658"/>
                </a:lnTo>
                <a:lnTo>
                  <a:pt x="0" y="519810"/>
                </a:lnTo>
                <a:lnTo>
                  <a:pt x="4447" y="451961"/>
                </a:lnTo>
                <a:lnTo>
                  <a:pt x="17712" y="385273"/>
                </a:lnTo>
                <a:lnTo>
                  <a:pt x="39568" y="320887"/>
                </a:lnTo>
                <a:lnTo>
                  <a:pt x="69641" y="259905"/>
                </a:lnTo>
                <a:lnTo>
                  <a:pt x="107417" y="203370"/>
                </a:lnTo>
                <a:lnTo>
                  <a:pt x="152249" y="152249"/>
                </a:lnTo>
                <a:lnTo>
                  <a:pt x="203370" y="107417"/>
                </a:lnTo>
                <a:lnTo>
                  <a:pt x="259905" y="69641"/>
                </a:lnTo>
                <a:lnTo>
                  <a:pt x="320887" y="39568"/>
                </a:lnTo>
                <a:lnTo>
                  <a:pt x="385273" y="17712"/>
                </a:lnTo>
                <a:lnTo>
                  <a:pt x="451961" y="4447"/>
                </a:lnTo>
                <a:lnTo>
                  <a:pt x="519810" y="0"/>
                </a:lnTo>
                <a:lnTo>
                  <a:pt x="587658" y="4447"/>
                </a:lnTo>
                <a:lnTo>
                  <a:pt x="654346" y="17712"/>
                </a:lnTo>
                <a:lnTo>
                  <a:pt x="718732" y="39568"/>
                </a:lnTo>
                <a:lnTo>
                  <a:pt x="779714" y="69641"/>
                </a:lnTo>
                <a:lnTo>
                  <a:pt x="836249" y="107417"/>
                </a:lnTo>
                <a:lnTo>
                  <a:pt x="887370" y="152249"/>
                </a:lnTo>
                <a:lnTo>
                  <a:pt x="932202" y="203370"/>
                </a:lnTo>
                <a:lnTo>
                  <a:pt x="969978" y="259905"/>
                </a:lnTo>
                <a:lnTo>
                  <a:pt x="1000051" y="320887"/>
                </a:lnTo>
                <a:lnTo>
                  <a:pt x="1021907" y="385273"/>
                </a:lnTo>
                <a:lnTo>
                  <a:pt x="1035172" y="451961"/>
                </a:lnTo>
                <a:close/>
              </a:path>
            </a:pathLst>
          </a:custGeom>
          <a:solidFill>
            <a:srgbClr val="898989"/>
          </a:solidFill>
          <a:ln/>
        </p:spPr>
      </p:sp>
      <p:sp>
        <p:nvSpPr>
          <p:cNvPr id="51" name="Shape 49"/>
          <p:cNvSpPr/>
          <p:nvPr/>
        </p:nvSpPr>
        <p:spPr>
          <a:xfrm>
            <a:off x="1555341" y="2180239"/>
            <a:ext cx="969049" cy="969049"/>
          </a:xfrm>
          <a:custGeom>
            <a:avLst/>
            <a:gdLst/>
            <a:ahLst/>
            <a:cxnLst/>
            <a:rect l="l" t="t" r="r" b="b"/>
            <a:pathLst>
              <a:path w="969049" h="969049">
                <a:moveTo>
                  <a:pt x="969049" y="484524"/>
                </a:moveTo>
                <a:lnTo>
                  <a:pt x="964904" y="547768"/>
                </a:lnTo>
                <a:lnTo>
                  <a:pt x="952539" y="609929"/>
                </a:lnTo>
                <a:lnTo>
                  <a:pt x="932167" y="669944"/>
                </a:lnTo>
                <a:lnTo>
                  <a:pt x="904135" y="726787"/>
                </a:lnTo>
                <a:lnTo>
                  <a:pt x="868923" y="779484"/>
                </a:lnTo>
                <a:lnTo>
                  <a:pt x="827135" y="827135"/>
                </a:lnTo>
                <a:lnTo>
                  <a:pt x="779484" y="868923"/>
                </a:lnTo>
                <a:lnTo>
                  <a:pt x="726787" y="904135"/>
                </a:lnTo>
                <a:lnTo>
                  <a:pt x="669944" y="932167"/>
                </a:lnTo>
                <a:lnTo>
                  <a:pt x="609929" y="952539"/>
                </a:lnTo>
                <a:lnTo>
                  <a:pt x="547768" y="964904"/>
                </a:lnTo>
                <a:lnTo>
                  <a:pt x="484524" y="969049"/>
                </a:lnTo>
                <a:lnTo>
                  <a:pt x="421281" y="964904"/>
                </a:lnTo>
                <a:lnTo>
                  <a:pt x="359120" y="952539"/>
                </a:lnTo>
                <a:lnTo>
                  <a:pt x="299105" y="932167"/>
                </a:lnTo>
                <a:lnTo>
                  <a:pt x="242262" y="904135"/>
                </a:lnTo>
                <a:lnTo>
                  <a:pt x="189565" y="868923"/>
                </a:lnTo>
                <a:lnTo>
                  <a:pt x="141914" y="827135"/>
                </a:lnTo>
                <a:lnTo>
                  <a:pt x="100125" y="779484"/>
                </a:lnTo>
                <a:lnTo>
                  <a:pt x="64914" y="726787"/>
                </a:lnTo>
                <a:lnTo>
                  <a:pt x="36882" y="669944"/>
                </a:lnTo>
                <a:lnTo>
                  <a:pt x="16510" y="609929"/>
                </a:lnTo>
                <a:lnTo>
                  <a:pt x="4145" y="547768"/>
                </a:lnTo>
                <a:lnTo>
                  <a:pt x="0" y="484524"/>
                </a:lnTo>
                <a:lnTo>
                  <a:pt x="4145" y="421281"/>
                </a:lnTo>
                <a:lnTo>
                  <a:pt x="16510" y="359120"/>
                </a:lnTo>
                <a:lnTo>
                  <a:pt x="36882" y="299105"/>
                </a:lnTo>
                <a:lnTo>
                  <a:pt x="64914" y="242262"/>
                </a:lnTo>
                <a:lnTo>
                  <a:pt x="100125" y="189565"/>
                </a:lnTo>
                <a:lnTo>
                  <a:pt x="141914" y="141914"/>
                </a:lnTo>
                <a:lnTo>
                  <a:pt x="189565" y="100125"/>
                </a:lnTo>
                <a:lnTo>
                  <a:pt x="242262" y="64914"/>
                </a:lnTo>
                <a:lnTo>
                  <a:pt x="299105" y="36882"/>
                </a:lnTo>
                <a:lnTo>
                  <a:pt x="359120" y="16510"/>
                </a:lnTo>
                <a:lnTo>
                  <a:pt x="421281" y="4145"/>
                </a:lnTo>
                <a:lnTo>
                  <a:pt x="484524" y="0"/>
                </a:lnTo>
                <a:lnTo>
                  <a:pt x="547768" y="4145"/>
                </a:lnTo>
                <a:lnTo>
                  <a:pt x="609929" y="16510"/>
                </a:lnTo>
                <a:lnTo>
                  <a:pt x="669944" y="36882"/>
                </a:lnTo>
                <a:lnTo>
                  <a:pt x="726787" y="64914"/>
                </a:lnTo>
                <a:lnTo>
                  <a:pt x="779484" y="100125"/>
                </a:lnTo>
                <a:lnTo>
                  <a:pt x="827135" y="141914"/>
                </a:lnTo>
                <a:lnTo>
                  <a:pt x="868923" y="189565"/>
                </a:lnTo>
                <a:lnTo>
                  <a:pt x="904135" y="242262"/>
                </a:lnTo>
                <a:lnTo>
                  <a:pt x="932167" y="299105"/>
                </a:lnTo>
                <a:lnTo>
                  <a:pt x="952539" y="359120"/>
                </a:lnTo>
                <a:lnTo>
                  <a:pt x="964904" y="421281"/>
                </a:lnTo>
                <a:close/>
              </a:path>
            </a:pathLst>
          </a:custGeom>
          <a:solidFill>
            <a:srgbClr val="909090"/>
          </a:solidFill>
          <a:ln/>
        </p:spPr>
      </p:sp>
      <p:sp>
        <p:nvSpPr>
          <p:cNvPr id="52" name="Shape 50"/>
          <p:cNvSpPr/>
          <p:nvPr/>
        </p:nvSpPr>
        <p:spPr>
          <a:xfrm>
            <a:off x="1581589" y="2204319"/>
            <a:ext cx="898479" cy="898479"/>
          </a:xfrm>
          <a:custGeom>
            <a:avLst/>
            <a:gdLst/>
            <a:ahLst/>
            <a:cxnLst/>
            <a:rect l="l" t="t" r="r" b="b"/>
            <a:pathLst>
              <a:path w="898479" h="898479">
                <a:moveTo>
                  <a:pt x="898479" y="449239"/>
                </a:moveTo>
                <a:lnTo>
                  <a:pt x="894635" y="507877"/>
                </a:lnTo>
                <a:lnTo>
                  <a:pt x="883171" y="565511"/>
                </a:lnTo>
                <a:lnTo>
                  <a:pt x="864282" y="621156"/>
                </a:lnTo>
                <a:lnTo>
                  <a:pt x="838292" y="673859"/>
                </a:lnTo>
                <a:lnTo>
                  <a:pt x="805645" y="722719"/>
                </a:lnTo>
                <a:lnTo>
                  <a:pt x="766900" y="766900"/>
                </a:lnTo>
                <a:lnTo>
                  <a:pt x="722719" y="805645"/>
                </a:lnTo>
                <a:lnTo>
                  <a:pt x="673859" y="838292"/>
                </a:lnTo>
                <a:lnTo>
                  <a:pt x="621156" y="864282"/>
                </a:lnTo>
                <a:lnTo>
                  <a:pt x="565511" y="883171"/>
                </a:lnTo>
                <a:lnTo>
                  <a:pt x="507877" y="894635"/>
                </a:lnTo>
                <a:lnTo>
                  <a:pt x="449239" y="898479"/>
                </a:lnTo>
                <a:lnTo>
                  <a:pt x="390602" y="894635"/>
                </a:lnTo>
                <a:lnTo>
                  <a:pt x="332968" y="883171"/>
                </a:lnTo>
                <a:lnTo>
                  <a:pt x="277323" y="864282"/>
                </a:lnTo>
                <a:lnTo>
                  <a:pt x="224620" y="838292"/>
                </a:lnTo>
                <a:lnTo>
                  <a:pt x="175760" y="805645"/>
                </a:lnTo>
                <a:lnTo>
                  <a:pt x="131579" y="766900"/>
                </a:lnTo>
                <a:lnTo>
                  <a:pt x="92834" y="722719"/>
                </a:lnTo>
                <a:lnTo>
                  <a:pt x="60187" y="673859"/>
                </a:lnTo>
                <a:lnTo>
                  <a:pt x="34196" y="621156"/>
                </a:lnTo>
                <a:lnTo>
                  <a:pt x="15307" y="565511"/>
                </a:lnTo>
                <a:lnTo>
                  <a:pt x="3843" y="507877"/>
                </a:lnTo>
                <a:lnTo>
                  <a:pt x="0" y="449239"/>
                </a:lnTo>
                <a:lnTo>
                  <a:pt x="3843" y="390602"/>
                </a:lnTo>
                <a:lnTo>
                  <a:pt x="15307" y="332968"/>
                </a:lnTo>
                <a:lnTo>
                  <a:pt x="34196" y="277323"/>
                </a:lnTo>
                <a:lnTo>
                  <a:pt x="60187" y="224620"/>
                </a:lnTo>
                <a:lnTo>
                  <a:pt x="92834" y="175760"/>
                </a:lnTo>
                <a:lnTo>
                  <a:pt x="131579" y="131579"/>
                </a:lnTo>
                <a:lnTo>
                  <a:pt x="175760" y="92834"/>
                </a:lnTo>
                <a:lnTo>
                  <a:pt x="224620" y="60187"/>
                </a:lnTo>
                <a:lnTo>
                  <a:pt x="277323" y="34196"/>
                </a:lnTo>
                <a:lnTo>
                  <a:pt x="332968" y="15307"/>
                </a:lnTo>
                <a:lnTo>
                  <a:pt x="390602" y="3843"/>
                </a:lnTo>
                <a:lnTo>
                  <a:pt x="449239" y="0"/>
                </a:lnTo>
                <a:lnTo>
                  <a:pt x="507877" y="3843"/>
                </a:lnTo>
                <a:lnTo>
                  <a:pt x="565511" y="15307"/>
                </a:lnTo>
                <a:lnTo>
                  <a:pt x="621156" y="34196"/>
                </a:lnTo>
                <a:lnTo>
                  <a:pt x="673859" y="60187"/>
                </a:lnTo>
                <a:lnTo>
                  <a:pt x="722719" y="92834"/>
                </a:lnTo>
                <a:lnTo>
                  <a:pt x="766900" y="131579"/>
                </a:lnTo>
                <a:lnTo>
                  <a:pt x="805645" y="175760"/>
                </a:lnTo>
                <a:lnTo>
                  <a:pt x="838292" y="224620"/>
                </a:lnTo>
                <a:lnTo>
                  <a:pt x="864282" y="277323"/>
                </a:lnTo>
                <a:lnTo>
                  <a:pt x="883171" y="332968"/>
                </a:lnTo>
                <a:lnTo>
                  <a:pt x="894635" y="390602"/>
                </a:lnTo>
                <a:close/>
              </a:path>
            </a:pathLst>
          </a:custGeom>
          <a:solidFill>
            <a:srgbClr val="979797"/>
          </a:solidFill>
          <a:ln/>
        </p:spPr>
      </p:sp>
      <p:sp>
        <p:nvSpPr>
          <p:cNvPr id="53" name="Shape 51"/>
          <p:cNvSpPr/>
          <p:nvPr/>
        </p:nvSpPr>
        <p:spPr>
          <a:xfrm>
            <a:off x="1607838" y="2228399"/>
            <a:ext cx="827909" cy="827909"/>
          </a:xfrm>
          <a:custGeom>
            <a:avLst/>
            <a:gdLst/>
            <a:ahLst/>
            <a:cxnLst/>
            <a:rect l="l" t="t" r="r" b="b"/>
            <a:pathLst>
              <a:path w="827909" h="827909">
                <a:moveTo>
                  <a:pt x="827909" y="413954"/>
                </a:moveTo>
                <a:lnTo>
                  <a:pt x="824367" y="467986"/>
                </a:lnTo>
                <a:lnTo>
                  <a:pt x="813803" y="521094"/>
                </a:lnTo>
                <a:lnTo>
                  <a:pt x="796398" y="572368"/>
                </a:lnTo>
                <a:lnTo>
                  <a:pt x="772449" y="620931"/>
                </a:lnTo>
                <a:lnTo>
                  <a:pt x="742366" y="665954"/>
                </a:lnTo>
                <a:lnTo>
                  <a:pt x="706664" y="706664"/>
                </a:lnTo>
                <a:lnTo>
                  <a:pt x="665954" y="742366"/>
                </a:lnTo>
                <a:lnTo>
                  <a:pt x="620931" y="772449"/>
                </a:lnTo>
                <a:lnTo>
                  <a:pt x="572368" y="796398"/>
                </a:lnTo>
                <a:lnTo>
                  <a:pt x="521094" y="813803"/>
                </a:lnTo>
                <a:lnTo>
                  <a:pt x="467986" y="824367"/>
                </a:lnTo>
                <a:lnTo>
                  <a:pt x="413954" y="827909"/>
                </a:lnTo>
                <a:lnTo>
                  <a:pt x="359922" y="824367"/>
                </a:lnTo>
                <a:lnTo>
                  <a:pt x="306815" y="813803"/>
                </a:lnTo>
                <a:lnTo>
                  <a:pt x="255541" y="796398"/>
                </a:lnTo>
                <a:lnTo>
                  <a:pt x="206977" y="772449"/>
                </a:lnTo>
                <a:lnTo>
                  <a:pt x="161955" y="742366"/>
                </a:lnTo>
                <a:lnTo>
                  <a:pt x="121244" y="706664"/>
                </a:lnTo>
                <a:lnTo>
                  <a:pt x="85542" y="665954"/>
                </a:lnTo>
                <a:lnTo>
                  <a:pt x="55459" y="620931"/>
                </a:lnTo>
                <a:lnTo>
                  <a:pt x="31510" y="572368"/>
                </a:lnTo>
                <a:lnTo>
                  <a:pt x="14105" y="521094"/>
                </a:lnTo>
                <a:lnTo>
                  <a:pt x="3541" y="467986"/>
                </a:lnTo>
                <a:lnTo>
                  <a:pt x="0" y="413954"/>
                </a:lnTo>
                <a:lnTo>
                  <a:pt x="3541" y="359922"/>
                </a:lnTo>
                <a:lnTo>
                  <a:pt x="14105" y="306815"/>
                </a:lnTo>
                <a:lnTo>
                  <a:pt x="31510" y="255541"/>
                </a:lnTo>
                <a:lnTo>
                  <a:pt x="55459" y="206977"/>
                </a:lnTo>
                <a:lnTo>
                  <a:pt x="85542" y="161955"/>
                </a:lnTo>
                <a:lnTo>
                  <a:pt x="121244" y="121244"/>
                </a:lnTo>
                <a:lnTo>
                  <a:pt x="161955" y="85542"/>
                </a:lnTo>
                <a:lnTo>
                  <a:pt x="206977" y="55459"/>
                </a:lnTo>
                <a:lnTo>
                  <a:pt x="255541" y="31510"/>
                </a:lnTo>
                <a:lnTo>
                  <a:pt x="306815" y="14105"/>
                </a:lnTo>
                <a:lnTo>
                  <a:pt x="359922" y="3541"/>
                </a:lnTo>
                <a:lnTo>
                  <a:pt x="413954" y="0"/>
                </a:lnTo>
                <a:lnTo>
                  <a:pt x="467986" y="3541"/>
                </a:lnTo>
                <a:lnTo>
                  <a:pt x="521094" y="14105"/>
                </a:lnTo>
                <a:lnTo>
                  <a:pt x="572368" y="31510"/>
                </a:lnTo>
                <a:lnTo>
                  <a:pt x="620931" y="55459"/>
                </a:lnTo>
                <a:lnTo>
                  <a:pt x="665954" y="85542"/>
                </a:lnTo>
                <a:lnTo>
                  <a:pt x="706664" y="121244"/>
                </a:lnTo>
                <a:lnTo>
                  <a:pt x="742366" y="161955"/>
                </a:lnTo>
                <a:lnTo>
                  <a:pt x="772449" y="206977"/>
                </a:lnTo>
                <a:lnTo>
                  <a:pt x="796398" y="255541"/>
                </a:lnTo>
                <a:lnTo>
                  <a:pt x="813803" y="306815"/>
                </a:lnTo>
                <a:lnTo>
                  <a:pt x="824367" y="359922"/>
                </a:lnTo>
                <a:close/>
              </a:path>
            </a:pathLst>
          </a:custGeom>
          <a:solidFill>
            <a:srgbClr val="9F9F9F"/>
          </a:solidFill>
          <a:ln/>
        </p:spPr>
      </p:sp>
      <p:sp>
        <p:nvSpPr>
          <p:cNvPr id="54" name="Shape 52"/>
          <p:cNvSpPr/>
          <p:nvPr/>
        </p:nvSpPr>
        <p:spPr>
          <a:xfrm>
            <a:off x="1634087" y="2252479"/>
            <a:ext cx="757338" cy="757338"/>
          </a:xfrm>
          <a:custGeom>
            <a:avLst/>
            <a:gdLst/>
            <a:ahLst/>
            <a:cxnLst/>
            <a:rect l="l" t="t" r="r" b="b"/>
            <a:pathLst>
              <a:path w="757338" h="757338">
                <a:moveTo>
                  <a:pt x="757338" y="378669"/>
                </a:moveTo>
                <a:lnTo>
                  <a:pt x="754099" y="428095"/>
                </a:lnTo>
                <a:lnTo>
                  <a:pt x="744436" y="476676"/>
                </a:lnTo>
                <a:lnTo>
                  <a:pt x="728514" y="523580"/>
                </a:lnTo>
                <a:lnTo>
                  <a:pt x="706606" y="568004"/>
                </a:lnTo>
                <a:lnTo>
                  <a:pt x="679088" y="609188"/>
                </a:lnTo>
                <a:lnTo>
                  <a:pt x="646429" y="646429"/>
                </a:lnTo>
                <a:lnTo>
                  <a:pt x="609188" y="679088"/>
                </a:lnTo>
                <a:lnTo>
                  <a:pt x="568004" y="706606"/>
                </a:lnTo>
                <a:lnTo>
                  <a:pt x="523580" y="728514"/>
                </a:lnTo>
                <a:lnTo>
                  <a:pt x="476676" y="744436"/>
                </a:lnTo>
                <a:lnTo>
                  <a:pt x="428095" y="754099"/>
                </a:lnTo>
                <a:lnTo>
                  <a:pt x="378669" y="757338"/>
                </a:lnTo>
                <a:lnTo>
                  <a:pt x="329243" y="754099"/>
                </a:lnTo>
                <a:lnTo>
                  <a:pt x="280662" y="744436"/>
                </a:lnTo>
                <a:lnTo>
                  <a:pt x="233759" y="728514"/>
                </a:lnTo>
                <a:lnTo>
                  <a:pt x="189335" y="706606"/>
                </a:lnTo>
                <a:lnTo>
                  <a:pt x="148150" y="679088"/>
                </a:lnTo>
                <a:lnTo>
                  <a:pt x="110910" y="646429"/>
                </a:lnTo>
                <a:lnTo>
                  <a:pt x="78251" y="609188"/>
                </a:lnTo>
                <a:lnTo>
                  <a:pt x="50732" y="568004"/>
                </a:lnTo>
                <a:lnTo>
                  <a:pt x="28824" y="523580"/>
                </a:lnTo>
                <a:lnTo>
                  <a:pt x="12903" y="476676"/>
                </a:lnTo>
                <a:lnTo>
                  <a:pt x="3240" y="428095"/>
                </a:lnTo>
                <a:lnTo>
                  <a:pt x="0" y="378669"/>
                </a:lnTo>
                <a:lnTo>
                  <a:pt x="3240" y="329243"/>
                </a:lnTo>
                <a:lnTo>
                  <a:pt x="12903" y="280662"/>
                </a:lnTo>
                <a:lnTo>
                  <a:pt x="28824" y="233759"/>
                </a:lnTo>
                <a:lnTo>
                  <a:pt x="50732" y="189335"/>
                </a:lnTo>
                <a:lnTo>
                  <a:pt x="78251" y="148150"/>
                </a:lnTo>
                <a:lnTo>
                  <a:pt x="110910" y="110910"/>
                </a:lnTo>
                <a:lnTo>
                  <a:pt x="148150" y="78251"/>
                </a:lnTo>
                <a:lnTo>
                  <a:pt x="189335" y="50732"/>
                </a:lnTo>
                <a:lnTo>
                  <a:pt x="233759" y="28824"/>
                </a:lnTo>
                <a:lnTo>
                  <a:pt x="280662" y="12903"/>
                </a:lnTo>
                <a:lnTo>
                  <a:pt x="329243" y="3240"/>
                </a:lnTo>
                <a:lnTo>
                  <a:pt x="378669" y="0"/>
                </a:lnTo>
                <a:lnTo>
                  <a:pt x="428095" y="3240"/>
                </a:lnTo>
                <a:lnTo>
                  <a:pt x="476676" y="12903"/>
                </a:lnTo>
                <a:lnTo>
                  <a:pt x="523580" y="28824"/>
                </a:lnTo>
                <a:lnTo>
                  <a:pt x="568004" y="50732"/>
                </a:lnTo>
                <a:lnTo>
                  <a:pt x="609188" y="78251"/>
                </a:lnTo>
                <a:lnTo>
                  <a:pt x="646429" y="110910"/>
                </a:lnTo>
                <a:lnTo>
                  <a:pt x="679088" y="148150"/>
                </a:lnTo>
                <a:lnTo>
                  <a:pt x="706606" y="189335"/>
                </a:lnTo>
                <a:lnTo>
                  <a:pt x="728514" y="233759"/>
                </a:lnTo>
                <a:lnTo>
                  <a:pt x="744436" y="280662"/>
                </a:lnTo>
                <a:lnTo>
                  <a:pt x="754099" y="329243"/>
                </a:lnTo>
                <a:close/>
              </a:path>
            </a:pathLst>
          </a:custGeom>
          <a:solidFill>
            <a:srgbClr val="A6A6A6"/>
          </a:solidFill>
          <a:ln/>
        </p:spPr>
      </p:sp>
      <p:sp>
        <p:nvSpPr>
          <p:cNvPr id="55" name="Shape 53"/>
          <p:cNvSpPr/>
          <p:nvPr/>
        </p:nvSpPr>
        <p:spPr>
          <a:xfrm>
            <a:off x="1660335" y="2276559"/>
            <a:ext cx="686768" cy="686768"/>
          </a:xfrm>
          <a:custGeom>
            <a:avLst/>
            <a:gdLst/>
            <a:ahLst/>
            <a:cxnLst/>
            <a:rect l="l" t="t" r="r" b="b"/>
            <a:pathLst>
              <a:path w="686768" h="686768">
                <a:moveTo>
                  <a:pt x="686768" y="343384"/>
                </a:moveTo>
                <a:lnTo>
                  <a:pt x="683830" y="388205"/>
                </a:lnTo>
                <a:lnTo>
                  <a:pt x="675068" y="432258"/>
                </a:lnTo>
                <a:lnTo>
                  <a:pt x="660630" y="474791"/>
                </a:lnTo>
                <a:lnTo>
                  <a:pt x="640763" y="515076"/>
                </a:lnTo>
                <a:lnTo>
                  <a:pt x="615809" y="552423"/>
                </a:lnTo>
                <a:lnTo>
                  <a:pt x="586193" y="586193"/>
                </a:lnTo>
                <a:lnTo>
                  <a:pt x="552423" y="615809"/>
                </a:lnTo>
                <a:lnTo>
                  <a:pt x="515076" y="640763"/>
                </a:lnTo>
                <a:lnTo>
                  <a:pt x="474791" y="660630"/>
                </a:lnTo>
                <a:lnTo>
                  <a:pt x="432258" y="675068"/>
                </a:lnTo>
                <a:lnTo>
                  <a:pt x="388205" y="683830"/>
                </a:lnTo>
                <a:lnTo>
                  <a:pt x="343384" y="686768"/>
                </a:lnTo>
                <a:lnTo>
                  <a:pt x="298563" y="683830"/>
                </a:lnTo>
                <a:lnTo>
                  <a:pt x="254510" y="675068"/>
                </a:lnTo>
                <a:lnTo>
                  <a:pt x="211977" y="660630"/>
                </a:lnTo>
                <a:lnTo>
                  <a:pt x="171692" y="640763"/>
                </a:lnTo>
                <a:lnTo>
                  <a:pt x="134345" y="615809"/>
                </a:lnTo>
                <a:lnTo>
                  <a:pt x="100575" y="586193"/>
                </a:lnTo>
                <a:lnTo>
                  <a:pt x="70959" y="552423"/>
                </a:lnTo>
                <a:lnTo>
                  <a:pt x="46005" y="515076"/>
                </a:lnTo>
                <a:lnTo>
                  <a:pt x="26139" y="474791"/>
                </a:lnTo>
                <a:lnTo>
                  <a:pt x="11701" y="432258"/>
                </a:lnTo>
                <a:lnTo>
                  <a:pt x="2938" y="388205"/>
                </a:lnTo>
                <a:lnTo>
                  <a:pt x="0" y="343384"/>
                </a:lnTo>
                <a:lnTo>
                  <a:pt x="2938" y="298563"/>
                </a:lnTo>
                <a:lnTo>
                  <a:pt x="11701" y="254510"/>
                </a:lnTo>
                <a:lnTo>
                  <a:pt x="26139" y="211977"/>
                </a:lnTo>
                <a:lnTo>
                  <a:pt x="46005" y="171692"/>
                </a:lnTo>
                <a:lnTo>
                  <a:pt x="70959" y="134345"/>
                </a:lnTo>
                <a:lnTo>
                  <a:pt x="100575" y="100575"/>
                </a:lnTo>
                <a:lnTo>
                  <a:pt x="134345" y="70959"/>
                </a:lnTo>
                <a:lnTo>
                  <a:pt x="171692" y="46005"/>
                </a:lnTo>
                <a:lnTo>
                  <a:pt x="211977" y="26139"/>
                </a:lnTo>
                <a:lnTo>
                  <a:pt x="254510" y="11701"/>
                </a:lnTo>
                <a:lnTo>
                  <a:pt x="298563" y="2938"/>
                </a:lnTo>
                <a:lnTo>
                  <a:pt x="343384" y="0"/>
                </a:lnTo>
                <a:lnTo>
                  <a:pt x="388205" y="2938"/>
                </a:lnTo>
                <a:lnTo>
                  <a:pt x="432258" y="11701"/>
                </a:lnTo>
                <a:lnTo>
                  <a:pt x="474791" y="26139"/>
                </a:lnTo>
                <a:lnTo>
                  <a:pt x="515076" y="46005"/>
                </a:lnTo>
                <a:lnTo>
                  <a:pt x="552423" y="70959"/>
                </a:lnTo>
                <a:lnTo>
                  <a:pt x="586193" y="100575"/>
                </a:lnTo>
                <a:lnTo>
                  <a:pt x="615809" y="134345"/>
                </a:lnTo>
                <a:lnTo>
                  <a:pt x="640763" y="171692"/>
                </a:lnTo>
                <a:lnTo>
                  <a:pt x="660630" y="211977"/>
                </a:lnTo>
                <a:lnTo>
                  <a:pt x="675068" y="254510"/>
                </a:lnTo>
                <a:lnTo>
                  <a:pt x="683830" y="298563"/>
                </a:lnTo>
                <a:close/>
              </a:path>
            </a:pathLst>
          </a:custGeom>
          <a:solidFill>
            <a:srgbClr val="ADADAD"/>
          </a:solidFill>
          <a:ln/>
        </p:spPr>
      </p:sp>
      <p:sp>
        <p:nvSpPr>
          <p:cNvPr id="56" name="Shape 54"/>
          <p:cNvSpPr/>
          <p:nvPr/>
        </p:nvSpPr>
        <p:spPr>
          <a:xfrm>
            <a:off x="1686584" y="2300639"/>
            <a:ext cx="616198" cy="616198"/>
          </a:xfrm>
          <a:custGeom>
            <a:avLst/>
            <a:gdLst/>
            <a:ahLst/>
            <a:cxnLst/>
            <a:rect l="l" t="t" r="r" b="b"/>
            <a:pathLst>
              <a:path w="616198" h="616198">
                <a:moveTo>
                  <a:pt x="616198" y="308099"/>
                </a:moveTo>
                <a:lnTo>
                  <a:pt x="613562" y="348314"/>
                </a:lnTo>
                <a:lnTo>
                  <a:pt x="605700" y="387841"/>
                </a:lnTo>
                <a:lnTo>
                  <a:pt x="592745" y="426003"/>
                </a:lnTo>
                <a:lnTo>
                  <a:pt x="574921" y="462149"/>
                </a:lnTo>
                <a:lnTo>
                  <a:pt x="552530" y="495658"/>
                </a:lnTo>
                <a:lnTo>
                  <a:pt x="525958" y="525958"/>
                </a:lnTo>
                <a:lnTo>
                  <a:pt x="495658" y="552530"/>
                </a:lnTo>
                <a:lnTo>
                  <a:pt x="462149" y="574921"/>
                </a:lnTo>
                <a:lnTo>
                  <a:pt x="426003" y="592745"/>
                </a:lnTo>
                <a:lnTo>
                  <a:pt x="387841" y="605700"/>
                </a:lnTo>
                <a:lnTo>
                  <a:pt x="348314" y="613562"/>
                </a:lnTo>
                <a:lnTo>
                  <a:pt x="308099" y="616198"/>
                </a:lnTo>
                <a:lnTo>
                  <a:pt x="267884" y="613562"/>
                </a:lnTo>
                <a:lnTo>
                  <a:pt x="228357" y="605700"/>
                </a:lnTo>
                <a:lnTo>
                  <a:pt x="190195" y="592745"/>
                </a:lnTo>
                <a:lnTo>
                  <a:pt x="154050" y="574921"/>
                </a:lnTo>
                <a:lnTo>
                  <a:pt x="120540" y="552530"/>
                </a:lnTo>
                <a:lnTo>
                  <a:pt x="90240" y="525958"/>
                </a:lnTo>
                <a:lnTo>
                  <a:pt x="63668" y="495658"/>
                </a:lnTo>
                <a:lnTo>
                  <a:pt x="41277" y="462149"/>
                </a:lnTo>
                <a:lnTo>
                  <a:pt x="23453" y="426003"/>
                </a:lnTo>
                <a:lnTo>
                  <a:pt x="10498" y="387841"/>
                </a:lnTo>
                <a:lnTo>
                  <a:pt x="2636" y="348314"/>
                </a:lnTo>
                <a:lnTo>
                  <a:pt x="0" y="308099"/>
                </a:lnTo>
                <a:lnTo>
                  <a:pt x="2636" y="267884"/>
                </a:lnTo>
                <a:lnTo>
                  <a:pt x="10498" y="228357"/>
                </a:lnTo>
                <a:lnTo>
                  <a:pt x="23453" y="190195"/>
                </a:lnTo>
                <a:lnTo>
                  <a:pt x="41277" y="154050"/>
                </a:lnTo>
                <a:lnTo>
                  <a:pt x="63668" y="120540"/>
                </a:lnTo>
                <a:lnTo>
                  <a:pt x="90240" y="90240"/>
                </a:lnTo>
                <a:lnTo>
                  <a:pt x="120540" y="63668"/>
                </a:lnTo>
                <a:lnTo>
                  <a:pt x="154050" y="41277"/>
                </a:lnTo>
                <a:lnTo>
                  <a:pt x="190195" y="23453"/>
                </a:lnTo>
                <a:lnTo>
                  <a:pt x="228357" y="10498"/>
                </a:lnTo>
                <a:lnTo>
                  <a:pt x="267884" y="2636"/>
                </a:lnTo>
                <a:lnTo>
                  <a:pt x="308099" y="0"/>
                </a:lnTo>
                <a:lnTo>
                  <a:pt x="348314" y="2636"/>
                </a:lnTo>
                <a:lnTo>
                  <a:pt x="387841" y="10498"/>
                </a:lnTo>
                <a:lnTo>
                  <a:pt x="426003" y="23453"/>
                </a:lnTo>
                <a:lnTo>
                  <a:pt x="462149" y="41277"/>
                </a:lnTo>
                <a:lnTo>
                  <a:pt x="495658" y="63668"/>
                </a:lnTo>
                <a:lnTo>
                  <a:pt x="525958" y="90240"/>
                </a:lnTo>
                <a:lnTo>
                  <a:pt x="552530" y="120540"/>
                </a:lnTo>
                <a:lnTo>
                  <a:pt x="574921" y="154050"/>
                </a:lnTo>
                <a:lnTo>
                  <a:pt x="592745" y="190195"/>
                </a:lnTo>
                <a:lnTo>
                  <a:pt x="605700" y="228357"/>
                </a:lnTo>
                <a:lnTo>
                  <a:pt x="613562" y="267884"/>
                </a:lnTo>
                <a:close/>
              </a:path>
            </a:pathLst>
          </a:custGeom>
          <a:solidFill>
            <a:srgbClr val="B4B4B4"/>
          </a:solidFill>
          <a:ln/>
        </p:spPr>
      </p:sp>
      <p:sp>
        <p:nvSpPr>
          <p:cNvPr id="57" name="Shape 55"/>
          <p:cNvSpPr/>
          <p:nvPr/>
        </p:nvSpPr>
        <p:spPr>
          <a:xfrm>
            <a:off x="1712833" y="2324719"/>
            <a:ext cx="545628" cy="545628"/>
          </a:xfrm>
          <a:custGeom>
            <a:avLst/>
            <a:gdLst/>
            <a:ahLst/>
            <a:cxnLst/>
            <a:rect l="l" t="t" r="r" b="b"/>
            <a:pathLst>
              <a:path w="545628" h="545628">
                <a:moveTo>
                  <a:pt x="545628" y="272814"/>
                </a:moveTo>
                <a:lnTo>
                  <a:pt x="543294" y="308423"/>
                </a:lnTo>
                <a:lnTo>
                  <a:pt x="536332" y="343423"/>
                </a:lnTo>
                <a:lnTo>
                  <a:pt x="524861" y="377215"/>
                </a:lnTo>
                <a:lnTo>
                  <a:pt x="509078" y="409221"/>
                </a:lnTo>
                <a:lnTo>
                  <a:pt x="489252" y="438893"/>
                </a:lnTo>
                <a:lnTo>
                  <a:pt x="465723" y="465723"/>
                </a:lnTo>
                <a:lnTo>
                  <a:pt x="438893" y="489252"/>
                </a:lnTo>
                <a:lnTo>
                  <a:pt x="409221" y="509078"/>
                </a:lnTo>
                <a:lnTo>
                  <a:pt x="377215" y="524861"/>
                </a:lnTo>
                <a:lnTo>
                  <a:pt x="343423" y="536332"/>
                </a:lnTo>
                <a:lnTo>
                  <a:pt x="308423" y="543294"/>
                </a:lnTo>
                <a:lnTo>
                  <a:pt x="272814" y="545628"/>
                </a:lnTo>
                <a:lnTo>
                  <a:pt x="237205" y="543294"/>
                </a:lnTo>
                <a:lnTo>
                  <a:pt x="202204" y="536332"/>
                </a:lnTo>
                <a:lnTo>
                  <a:pt x="168413" y="524861"/>
                </a:lnTo>
                <a:lnTo>
                  <a:pt x="136407" y="509078"/>
                </a:lnTo>
                <a:lnTo>
                  <a:pt x="106735" y="489252"/>
                </a:lnTo>
                <a:lnTo>
                  <a:pt x="79905" y="465723"/>
                </a:lnTo>
                <a:lnTo>
                  <a:pt x="56376" y="438893"/>
                </a:lnTo>
                <a:lnTo>
                  <a:pt x="36550" y="409221"/>
                </a:lnTo>
                <a:lnTo>
                  <a:pt x="20767" y="377215"/>
                </a:lnTo>
                <a:lnTo>
                  <a:pt x="9296" y="343423"/>
                </a:lnTo>
                <a:lnTo>
                  <a:pt x="2334" y="308423"/>
                </a:lnTo>
                <a:lnTo>
                  <a:pt x="0" y="272814"/>
                </a:lnTo>
                <a:lnTo>
                  <a:pt x="2334" y="237205"/>
                </a:lnTo>
                <a:lnTo>
                  <a:pt x="9296" y="202204"/>
                </a:lnTo>
                <a:lnTo>
                  <a:pt x="20767" y="168413"/>
                </a:lnTo>
                <a:lnTo>
                  <a:pt x="36550" y="136407"/>
                </a:lnTo>
                <a:lnTo>
                  <a:pt x="56376" y="106735"/>
                </a:lnTo>
                <a:lnTo>
                  <a:pt x="79905" y="79905"/>
                </a:lnTo>
                <a:lnTo>
                  <a:pt x="106735" y="56376"/>
                </a:lnTo>
                <a:lnTo>
                  <a:pt x="136407" y="36550"/>
                </a:lnTo>
                <a:lnTo>
                  <a:pt x="168413" y="20767"/>
                </a:lnTo>
                <a:lnTo>
                  <a:pt x="202204" y="9296"/>
                </a:lnTo>
                <a:lnTo>
                  <a:pt x="237205" y="2334"/>
                </a:lnTo>
                <a:lnTo>
                  <a:pt x="272814" y="0"/>
                </a:lnTo>
                <a:lnTo>
                  <a:pt x="308423" y="2334"/>
                </a:lnTo>
                <a:lnTo>
                  <a:pt x="343423" y="9296"/>
                </a:lnTo>
                <a:lnTo>
                  <a:pt x="377215" y="20767"/>
                </a:lnTo>
                <a:lnTo>
                  <a:pt x="409221" y="36550"/>
                </a:lnTo>
                <a:lnTo>
                  <a:pt x="438893" y="56376"/>
                </a:lnTo>
                <a:lnTo>
                  <a:pt x="465723" y="79905"/>
                </a:lnTo>
                <a:lnTo>
                  <a:pt x="489252" y="106735"/>
                </a:lnTo>
                <a:lnTo>
                  <a:pt x="509078" y="136407"/>
                </a:lnTo>
                <a:lnTo>
                  <a:pt x="524861" y="168413"/>
                </a:lnTo>
                <a:lnTo>
                  <a:pt x="536332" y="202204"/>
                </a:lnTo>
                <a:lnTo>
                  <a:pt x="543294" y="237205"/>
                </a:lnTo>
                <a:close/>
              </a:path>
            </a:pathLst>
          </a:custGeom>
          <a:solidFill>
            <a:srgbClr val="BBBBBB"/>
          </a:solidFill>
          <a:ln/>
        </p:spPr>
      </p:sp>
      <p:sp>
        <p:nvSpPr>
          <p:cNvPr id="58" name="Shape 56"/>
          <p:cNvSpPr/>
          <p:nvPr/>
        </p:nvSpPr>
        <p:spPr>
          <a:xfrm>
            <a:off x="1739081" y="2348799"/>
            <a:ext cx="475058" cy="475058"/>
          </a:xfrm>
          <a:custGeom>
            <a:avLst/>
            <a:gdLst/>
            <a:ahLst/>
            <a:cxnLst/>
            <a:rect l="l" t="t" r="r" b="b"/>
            <a:pathLst>
              <a:path w="475058" h="475058">
                <a:moveTo>
                  <a:pt x="475058" y="237529"/>
                </a:moveTo>
                <a:lnTo>
                  <a:pt x="473026" y="268533"/>
                </a:lnTo>
                <a:lnTo>
                  <a:pt x="466964" y="299006"/>
                </a:lnTo>
                <a:lnTo>
                  <a:pt x="456977" y="328427"/>
                </a:lnTo>
                <a:lnTo>
                  <a:pt x="443235" y="356293"/>
                </a:lnTo>
                <a:lnTo>
                  <a:pt x="425973" y="382127"/>
                </a:lnTo>
                <a:lnTo>
                  <a:pt x="405487" y="405487"/>
                </a:lnTo>
                <a:lnTo>
                  <a:pt x="382127" y="425973"/>
                </a:lnTo>
                <a:lnTo>
                  <a:pt x="356293" y="443235"/>
                </a:lnTo>
                <a:lnTo>
                  <a:pt x="328427" y="456977"/>
                </a:lnTo>
                <a:lnTo>
                  <a:pt x="299006" y="466964"/>
                </a:lnTo>
                <a:lnTo>
                  <a:pt x="268533" y="473026"/>
                </a:lnTo>
                <a:lnTo>
                  <a:pt x="237529" y="475058"/>
                </a:lnTo>
                <a:lnTo>
                  <a:pt x="206525" y="473026"/>
                </a:lnTo>
                <a:lnTo>
                  <a:pt x="176052" y="466964"/>
                </a:lnTo>
                <a:lnTo>
                  <a:pt x="146630" y="456977"/>
                </a:lnTo>
                <a:lnTo>
                  <a:pt x="118764" y="443235"/>
                </a:lnTo>
                <a:lnTo>
                  <a:pt x="92930" y="425973"/>
                </a:lnTo>
                <a:lnTo>
                  <a:pt x="69571" y="405487"/>
                </a:lnTo>
                <a:lnTo>
                  <a:pt x="49085" y="382127"/>
                </a:lnTo>
                <a:lnTo>
                  <a:pt x="31823" y="356293"/>
                </a:lnTo>
                <a:lnTo>
                  <a:pt x="18081" y="328427"/>
                </a:lnTo>
                <a:lnTo>
                  <a:pt x="8094" y="299006"/>
                </a:lnTo>
                <a:lnTo>
                  <a:pt x="2032" y="268533"/>
                </a:lnTo>
                <a:lnTo>
                  <a:pt x="0" y="237529"/>
                </a:lnTo>
                <a:lnTo>
                  <a:pt x="2032" y="206525"/>
                </a:lnTo>
                <a:lnTo>
                  <a:pt x="8094" y="176052"/>
                </a:lnTo>
                <a:lnTo>
                  <a:pt x="18081" y="146630"/>
                </a:lnTo>
                <a:lnTo>
                  <a:pt x="31823" y="118764"/>
                </a:lnTo>
                <a:lnTo>
                  <a:pt x="49085" y="92930"/>
                </a:lnTo>
                <a:lnTo>
                  <a:pt x="69571" y="69571"/>
                </a:lnTo>
                <a:lnTo>
                  <a:pt x="92930" y="49085"/>
                </a:lnTo>
                <a:lnTo>
                  <a:pt x="118764" y="31823"/>
                </a:lnTo>
                <a:lnTo>
                  <a:pt x="146630" y="18081"/>
                </a:lnTo>
                <a:lnTo>
                  <a:pt x="176052" y="8094"/>
                </a:lnTo>
                <a:lnTo>
                  <a:pt x="206525" y="2032"/>
                </a:lnTo>
                <a:lnTo>
                  <a:pt x="237529" y="0"/>
                </a:lnTo>
                <a:lnTo>
                  <a:pt x="268533" y="2032"/>
                </a:lnTo>
                <a:lnTo>
                  <a:pt x="299006" y="8094"/>
                </a:lnTo>
                <a:lnTo>
                  <a:pt x="328427" y="18081"/>
                </a:lnTo>
                <a:lnTo>
                  <a:pt x="356293" y="31823"/>
                </a:lnTo>
                <a:lnTo>
                  <a:pt x="382127" y="49085"/>
                </a:lnTo>
                <a:lnTo>
                  <a:pt x="405487" y="69571"/>
                </a:lnTo>
                <a:lnTo>
                  <a:pt x="425973" y="92930"/>
                </a:lnTo>
                <a:lnTo>
                  <a:pt x="443235" y="118764"/>
                </a:lnTo>
                <a:lnTo>
                  <a:pt x="456977" y="146630"/>
                </a:lnTo>
                <a:lnTo>
                  <a:pt x="466964" y="176052"/>
                </a:lnTo>
                <a:lnTo>
                  <a:pt x="473026" y="206525"/>
                </a:lnTo>
                <a:close/>
              </a:path>
            </a:pathLst>
          </a:custGeom>
          <a:solidFill>
            <a:srgbClr val="C2C2C2"/>
          </a:solidFill>
          <a:ln/>
        </p:spPr>
      </p:sp>
      <p:sp>
        <p:nvSpPr>
          <p:cNvPr id="59" name="Shape 57"/>
          <p:cNvSpPr/>
          <p:nvPr/>
        </p:nvSpPr>
        <p:spPr>
          <a:xfrm>
            <a:off x="1765330" y="2372879"/>
            <a:ext cx="404488" cy="404488"/>
          </a:xfrm>
          <a:custGeom>
            <a:avLst/>
            <a:gdLst/>
            <a:ahLst/>
            <a:cxnLst/>
            <a:rect l="l" t="t" r="r" b="b"/>
            <a:pathLst>
              <a:path w="404488" h="404488">
                <a:moveTo>
                  <a:pt x="404488" y="202244"/>
                </a:moveTo>
                <a:lnTo>
                  <a:pt x="402757" y="228642"/>
                </a:lnTo>
                <a:lnTo>
                  <a:pt x="397596" y="254588"/>
                </a:lnTo>
                <a:lnTo>
                  <a:pt x="389093" y="279639"/>
                </a:lnTo>
                <a:lnTo>
                  <a:pt x="377392" y="303366"/>
                </a:lnTo>
                <a:lnTo>
                  <a:pt x="362695" y="325362"/>
                </a:lnTo>
                <a:lnTo>
                  <a:pt x="345252" y="345252"/>
                </a:lnTo>
                <a:lnTo>
                  <a:pt x="325362" y="362695"/>
                </a:lnTo>
                <a:lnTo>
                  <a:pt x="303366" y="377392"/>
                </a:lnTo>
                <a:lnTo>
                  <a:pt x="279639" y="389093"/>
                </a:lnTo>
                <a:lnTo>
                  <a:pt x="254588" y="397596"/>
                </a:lnTo>
                <a:lnTo>
                  <a:pt x="228642" y="402757"/>
                </a:lnTo>
                <a:lnTo>
                  <a:pt x="202244" y="404488"/>
                </a:lnTo>
                <a:lnTo>
                  <a:pt x="175846" y="402757"/>
                </a:lnTo>
                <a:lnTo>
                  <a:pt x="149899" y="397596"/>
                </a:lnTo>
                <a:lnTo>
                  <a:pt x="124848" y="389093"/>
                </a:lnTo>
                <a:lnTo>
                  <a:pt x="101122" y="377392"/>
                </a:lnTo>
                <a:lnTo>
                  <a:pt x="79126" y="362695"/>
                </a:lnTo>
                <a:lnTo>
                  <a:pt x="59236" y="345252"/>
                </a:lnTo>
                <a:lnTo>
                  <a:pt x="41793" y="325362"/>
                </a:lnTo>
                <a:lnTo>
                  <a:pt x="27096" y="303366"/>
                </a:lnTo>
                <a:lnTo>
                  <a:pt x="15395" y="279639"/>
                </a:lnTo>
                <a:lnTo>
                  <a:pt x="6891" y="254588"/>
                </a:lnTo>
                <a:lnTo>
                  <a:pt x="1730" y="228642"/>
                </a:lnTo>
                <a:lnTo>
                  <a:pt x="0" y="202244"/>
                </a:lnTo>
                <a:lnTo>
                  <a:pt x="1730" y="175846"/>
                </a:lnTo>
                <a:lnTo>
                  <a:pt x="6891" y="149899"/>
                </a:lnTo>
                <a:lnTo>
                  <a:pt x="15395" y="124848"/>
                </a:lnTo>
                <a:lnTo>
                  <a:pt x="27096" y="101122"/>
                </a:lnTo>
                <a:lnTo>
                  <a:pt x="41793" y="79126"/>
                </a:lnTo>
                <a:lnTo>
                  <a:pt x="59236" y="59236"/>
                </a:lnTo>
                <a:lnTo>
                  <a:pt x="79126" y="41793"/>
                </a:lnTo>
                <a:lnTo>
                  <a:pt x="101122" y="27096"/>
                </a:lnTo>
                <a:lnTo>
                  <a:pt x="124848" y="15395"/>
                </a:lnTo>
                <a:lnTo>
                  <a:pt x="149899" y="6891"/>
                </a:lnTo>
                <a:lnTo>
                  <a:pt x="175846" y="1730"/>
                </a:lnTo>
                <a:lnTo>
                  <a:pt x="202244" y="0"/>
                </a:lnTo>
                <a:lnTo>
                  <a:pt x="228642" y="1730"/>
                </a:lnTo>
                <a:lnTo>
                  <a:pt x="254588" y="6891"/>
                </a:lnTo>
                <a:lnTo>
                  <a:pt x="279639" y="15395"/>
                </a:lnTo>
                <a:lnTo>
                  <a:pt x="303366" y="27096"/>
                </a:lnTo>
                <a:lnTo>
                  <a:pt x="325362" y="41793"/>
                </a:lnTo>
                <a:lnTo>
                  <a:pt x="345252" y="59236"/>
                </a:lnTo>
                <a:lnTo>
                  <a:pt x="362695" y="79126"/>
                </a:lnTo>
                <a:lnTo>
                  <a:pt x="377392" y="101122"/>
                </a:lnTo>
                <a:lnTo>
                  <a:pt x="389093" y="124848"/>
                </a:lnTo>
                <a:lnTo>
                  <a:pt x="397596" y="149899"/>
                </a:lnTo>
                <a:lnTo>
                  <a:pt x="402757" y="175846"/>
                </a:lnTo>
                <a:close/>
              </a:path>
            </a:pathLst>
          </a:custGeom>
          <a:solidFill>
            <a:srgbClr val="C9C9C9"/>
          </a:solidFill>
          <a:ln/>
        </p:spPr>
      </p:sp>
      <p:sp>
        <p:nvSpPr>
          <p:cNvPr id="60" name="Shape 58"/>
          <p:cNvSpPr/>
          <p:nvPr/>
        </p:nvSpPr>
        <p:spPr>
          <a:xfrm>
            <a:off x="1791579" y="2396959"/>
            <a:ext cx="333917" cy="333917"/>
          </a:xfrm>
          <a:custGeom>
            <a:avLst/>
            <a:gdLst/>
            <a:ahLst/>
            <a:cxnLst/>
            <a:rect l="l" t="t" r="r" b="b"/>
            <a:pathLst>
              <a:path w="333917" h="333917">
                <a:moveTo>
                  <a:pt x="333917" y="166959"/>
                </a:moveTo>
                <a:lnTo>
                  <a:pt x="332489" y="188751"/>
                </a:lnTo>
                <a:lnTo>
                  <a:pt x="328228" y="210171"/>
                </a:lnTo>
                <a:lnTo>
                  <a:pt x="321208" y="230851"/>
                </a:lnTo>
                <a:lnTo>
                  <a:pt x="311549" y="250438"/>
                </a:lnTo>
                <a:lnTo>
                  <a:pt x="299416" y="268597"/>
                </a:lnTo>
                <a:lnTo>
                  <a:pt x="285016" y="285016"/>
                </a:lnTo>
                <a:lnTo>
                  <a:pt x="268597" y="299416"/>
                </a:lnTo>
                <a:lnTo>
                  <a:pt x="250438" y="311549"/>
                </a:lnTo>
                <a:lnTo>
                  <a:pt x="230851" y="321208"/>
                </a:lnTo>
                <a:lnTo>
                  <a:pt x="210171" y="328228"/>
                </a:lnTo>
                <a:lnTo>
                  <a:pt x="188751" y="332489"/>
                </a:lnTo>
                <a:lnTo>
                  <a:pt x="166959" y="333917"/>
                </a:lnTo>
                <a:lnTo>
                  <a:pt x="145166" y="332489"/>
                </a:lnTo>
                <a:lnTo>
                  <a:pt x="123747" y="328228"/>
                </a:lnTo>
                <a:lnTo>
                  <a:pt x="103066" y="321208"/>
                </a:lnTo>
                <a:lnTo>
                  <a:pt x="83479" y="311549"/>
                </a:lnTo>
                <a:lnTo>
                  <a:pt x="65321" y="299416"/>
                </a:lnTo>
                <a:lnTo>
                  <a:pt x="48901" y="285016"/>
                </a:lnTo>
                <a:lnTo>
                  <a:pt x="34501" y="268597"/>
                </a:lnTo>
                <a:lnTo>
                  <a:pt x="22368" y="250438"/>
                </a:lnTo>
                <a:lnTo>
                  <a:pt x="12709" y="230851"/>
                </a:lnTo>
                <a:lnTo>
                  <a:pt x="5689" y="210171"/>
                </a:lnTo>
                <a:lnTo>
                  <a:pt x="1428" y="188751"/>
                </a:lnTo>
                <a:lnTo>
                  <a:pt x="0" y="166959"/>
                </a:lnTo>
                <a:lnTo>
                  <a:pt x="1428" y="145166"/>
                </a:lnTo>
                <a:lnTo>
                  <a:pt x="5689" y="123747"/>
                </a:lnTo>
                <a:lnTo>
                  <a:pt x="12709" y="103066"/>
                </a:lnTo>
                <a:lnTo>
                  <a:pt x="22368" y="83479"/>
                </a:lnTo>
                <a:lnTo>
                  <a:pt x="34501" y="65321"/>
                </a:lnTo>
                <a:lnTo>
                  <a:pt x="48901" y="48901"/>
                </a:lnTo>
                <a:lnTo>
                  <a:pt x="65321" y="34501"/>
                </a:lnTo>
                <a:lnTo>
                  <a:pt x="83479" y="22368"/>
                </a:lnTo>
                <a:lnTo>
                  <a:pt x="103066" y="12709"/>
                </a:lnTo>
                <a:lnTo>
                  <a:pt x="123747" y="5689"/>
                </a:lnTo>
                <a:lnTo>
                  <a:pt x="145166" y="1428"/>
                </a:lnTo>
                <a:lnTo>
                  <a:pt x="166959" y="0"/>
                </a:lnTo>
                <a:lnTo>
                  <a:pt x="188751" y="1428"/>
                </a:lnTo>
                <a:lnTo>
                  <a:pt x="210171" y="5689"/>
                </a:lnTo>
                <a:lnTo>
                  <a:pt x="230851" y="12709"/>
                </a:lnTo>
                <a:lnTo>
                  <a:pt x="250438" y="22368"/>
                </a:lnTo>
                <a:lnTo>
                  <a:pt x="268597" y="34501"/>
                </a:lnTo>
                <a:lnTo>
                  <a:pt x="285016" y="48901"/>
                </a:lnTo>
                <a:lnTo>
                  <a:pt x="299416" y="65321"/>
                </a:lnTo>
                <a:lnTo>
                  <a:pt x="311549" y="83479"/>
                </a:lnTo>
                <a:lnTo>
                  <a:pt x="321208" y="103066"/>
                </a:lnTo>
                <a:lnTo>
                  <a:pt x="328228" y="123747"/>
                </a:lnTo>
                <a:lnTo>
                  <a:pt x="332489" y="145166"/>
                </a:lnTo>
                <a:close/>
              </a:path>
            </a:pathLst>
          </a:custGeom>
          <a:solidFill>
            <a:srgbClr val="D0D0D0"/>
          </a:solidFill>
          <a:ln/>
        </p:spPr>
      </p:sp>
      <p:sp>
        <p:nvSpPr>
          <p:cNvPr id="61" name="Shape 59"/>
          <p:cNvSpPr/>
          <p:nvPr/>
        </p:nvSpPr>
        <p:spPr>
          <a:xfrm>
            <a:off x="1817827" y="2421039"/>
            <a:ext cx="263347" cy="263347"/>
          </a:xfrm>
          <a:custGeom>
            <a:avLst/>
            <a:gdLst/>
            <a:ahLst/>
            <a:cxnLst/>
            <a:rect l="l" t="t" r="r" b="b"/>
            <a:pathLst>
              <a:path w="263347" h="263347">
                <a:moveTo>
                  <a:pt x="263347" y="131674"/>
                </a:moveTo>
                <a:lnTo>
                  <a:pt x="262221" y="148860"/>
                </a:lnTo>
                <a:lnTo>
                  <a:pt x="258861" y="165753"/>
                </a:lnTo>
                <a:lnTo>
                  <a:pt x="253324" y="182063"/>
                </a:lnTo>
                <a:lnTo>
                  <a:pt x="245706" y="197510"/>
                </a:lnTo>
                <a:lnTo>
                  <a:pt x="236137" y="211831"/>
                </a:lnTo>
                <a:lnTo>
                  <a:pt x="224781" y="224781"/>
                </a:lnTo>
                <a:lnTo>
                  <a:pt x="211831" y="236137"/>
                </a:lnTo>
                <a:lnTo>
                  <a:pt x="197510" y="245706"/>
                </a:lnTo>
                <a:lnTo>
                  <a:pt x="182063" y="253324"/>
                </a:lnTo>
                <a:lnTo>
                  <a:pt x="165753" y="258861"/>
                </a:lnTo>
                <a:lnTo>
                  <a:pt x="148860" y="262221"/>
                </a:lnTo>
                <a:lnTo>
                  <a:pt x="131674" y="263347"/>
                </a:lnTo>
                <a:lnTo>
                  <a:pt x="114487" y="262221"/>
                </a:lnTo>
                <a:lnTo>
                  <a:pt x="97594" y="258861"/>
                </a:lnTo>
                <a:lnTo>
                  <a:pt x="81284" y="253324"/>
                </a:lnTo>
                <a:lnTo>
                  <a:pt x="65837" y="245706"/>
                </a:lnTo>
                <a:lnTo>
                  <a:pt x="51516" y="236137"/>
                </a:lnTo>
                <a:lnTo>
                  <a:pt x="38566" y="224781"/>
                </a:lnTo>
                <a:lnTo>
                  <a:pt x="27210" y="211831"/>
                </a:lnTo>
                <a:lnTo>
                  <a:pt x="17641" y="197510"/>
                </a:lnTo>
                <a:lnTo>
                  <a:pt x="10023" y="182063"/>
                </a:lnTo>
                <a:lnTo>
                  <a:pt x="4487" y="165753"/>
                </a:lnTo>
                <a:lnTo>
                  <a:pt x="1126" y="148860"/>
                </a:lnTo>
                <a:lnTo>
                  <a:pt x="0" y="131674"/>
                </a:lnTo>
                <a:lnTo>
                  <a:pt x="1126" y="114487"/>
                </a:lnTo>
                <a:lnTo>
                  <a:pt x="4487" y="97594"/>
                </a:lnTo>
                <a:lnTo>
                  <a:pt x="10023" y="81284"/>
                </a:lnTo>
                <a:lnTo>
                  <a:pt x="17641" y="65837"/>
                </a:lnTo>
                <a:lnTo>
                  <a:pt x="27210" y="51516"/>
                </a:lnTo>
                <a:lnTo>
                  <a:pt x="38566" y="38566"/>
                </a:lnTo>
                <a:lnTo>
                  <a:pt x="51516" y="27210"/>
                </a:lnTo>
                <a:lnTo>
                  <a:pt x="65837" y="17641"/>
                </a:lnTo>
                <a:lnTo>
                  <a:pt x="81284" y="10023"/>
                </a:lnTo>
                <a:lnTo>
                  <a:pt x="97594" y="4487"/>
                </a:lnTo>
                <a:lnTo>
                  <a:pt x="114487" y="1126"/>
                </a:lnTo>
                <a:lnTo>
                  <a:pt x="131674" y="0"/>
                </a:lnTo>
                <a:lnTo>
                  <a:pt x="148860" y="1126"/>
                </a:lnTo>
                <a:lnTo>
                  <a:pt x="165753" y="4487"/>
                </a:lnTo>
                <a:lnTo>
                  <a:pt x="182063" y="10023"/>
                </a:lnTo>
                <a:lnTo>
                  <a:pt x="197510" y="17641"/>
                </a:lnTo>
                <a:lnTo>
                  <a:pt x="211831" y="27210"/>
                </a:lnTo>
                <a:lnTo>
                  <a:pt x="224781" y="38566"/>
                </a:lnTo>
                <a:lnTo>
                  <a:pt x="236137" y="51516"/>
                </a:lnTo>
                <a:lnTo>
                  <a:pt x="245706" y="65837"/>
                </a:lnTo>
                <a:lnTo>
                  <a:pt x="253324" y="81284"/>
                </a:lnTo>
                <a:lnTo>
                  <a:pt x="258861" y="97594"/>
                </a:lnTo>
                <a:lnTo>
                  <a:pt x="262221" y="114487"/>
                </a:lnTo>
                <a:close/>
              </a:path>
            </a:pathLst>
          </a:custGeom>
          <a:solidFill>
            <a:srgbClr val="D7D7D7"/>
          </a:solidFill>
          <a:ln/>
        </p:spPr>
      </p:sp>
      <p:sp>
        <p:nvSpPr>
          <p:cNvPr id="62" name="Shape 60"/>
          <p:cNvSpPr/>
          <p:nvPr/>
        </p:nvSpPr>
        <p:spPr>
          <a:xfrm>
            <a:off x="1371600" y="2011680"/>
            <a:ext cx="1463040" cy="1463040"/>
          </a:xfrm>
          <a:custGeom>
            <a:avLst/>
            <a:gdLst/>
            <a:ahLst/>
            <a:cxnLst/>
            <a:rect l="l" t="t" r="r" b="b"/>
            <a:pathLst>
              <a:path w="1463040" h="1463040">
                <a:moveTo>
                  <a:pt x="1463040" y="731520"/>
                </a:moveTo>
                <a:lnTo>
                  <a:pt x="1456782" y="827003"/>
                </a:lnTo>
                <a:lnTo>
                  <a:pt x="1438114" y="920851"/>
                </a:lnTo>
                <a:lnTo>
                  <a:pt x="1407356" y="1011461"/>
                </a:lnTo>
                <a:lnTo>
                  <a:pt x="1365035" y="1097280"/>
                </a:lnTo>
                <a:lnTo>
                  <a:pt x="1311874" y="1176841"/>
                </a:lnTo>
                <a:lnTo>
                  <a:pt x="1248783" y="1248783"/>
                </a:lnTo>
                <a:lnTo>
                  <a:pt x="1176841" y="1311874"/>
                </a:lnTo>
                <a:lnTo>
                  <a:pt x="1097280" y="1365035"/>
                </a:lnTo>
                <a:lnTo>
                  <a:pt x="1011461" y="1407356"/>
                </a:lnTo>
                <a:lnTo>
                  <a:pt x="920851" y="1438114"/>
                </a:lnTo>
                <a:lnTo>
                  <a:pt x="827003" y="1456782"/>
                </a:lnTo>
                <a:lnTo>
                  <a:pt x="731520" y="1463040"/>
                </a:lnTo>
                <a:lnTo>
                  <a:pt x="636037" y="1456782"/>
                </a:lnTo>
                <a:lnTo>
                  <a:pt x="542189" y="1438114"/>
                </a:lnTo>
                <a:lnTo>
                  <a:pt x="451579" y="1407356"/>
                </a:lnTo>
                <a:lnTo>
                  <a:pt x="365760" y="1365035"/>
                </a:lnTo>
                <a:lnTo>
                  <a:pt x="286199" y="1311874"/>
                </a:lnTo>
                <a:lnTo>
                  <a:pt x="214257" y="1248783"/>
                </a:lnTo>
                <a:lnTo>
                  <a:pt x="151166" y="1176841"/>
                </a:lnTo>
                <a:lnTo>
                  <a:pt x="98005" y="1097280"/>
                </a:lnTo>
                <a:lnTo>
                  <a:pt x="55684" y="1011461"/>
                </a:lnTo>
                <a:lnTo>
                  <a:pt x="24926" y="920851"/>
                </a:lnTo>
                <a:lnTo>
                  <a:pt x="6258" y="827003"/>
                </a:lnTo>
                <a:lnTo>
                  <a:pt x="0" y="731520"/>
                </a:lnTo>
                <a:lnTo>
                  <a:pt x="6258" y="636037"/>
                </a:lnTo>
                <a:lnTo>
                  <a:pt x="24926" y="542189"/>
                </a:lnTo>
                <a:lnTo>
                  <a:pt x="55684" y="451579"/>
                </a:lnTo>
                <a:lnTo>
                  <a:pt x="98005" y="365760"/>
                </a:lnTo>
                <a:lnTo>
                  <a:pt x="151166" y="286199"/>
                </a:lnTo>
                <a:lnTo>
                  <a:pt x="214257" y="214257"/>
                </a:lnTo>
                <a:lnTo>
                  <a:pt x="286199" y="151166"/>
                </a:lnTo>
                <a:lnTo>
                  <a:pt x="365760" y="98005"/>
                </a:lnTo>
                <a:lnTo>
                  <a:pt x="451579" y="55684"/>
                </a:lnTo>
                <a:lnTo>
                  <a:pt x="542189" y="24926"/>
                </a:lnTo>
                <a:lnTo>
                  <a:pt x="636037" y="6258"/>
                </a:lnTo>
                <a:lnTo>
                  <a:pt x="731520" y="0"/>
                </a:lnTo>
                <a:lnTo>
                  <a:pt x="827003" y="6258"/>
                </a:lnTo>
                <a:lnTo>
                  <a:pt x="920851" y="24926"/>
                </a:lnTo>
                <a:lnTo>
                  <a:pt x="1011461" y="55684"/>
                </a:lnTo>
                <a:lnTo>
                  <a:pt x="1097280" y="98005"/>
                </a:lnTo>
                <a:lnTo>
                  <a:pt x="1176841" y="151166"/>
                </a:lnTo>
                <a:lnTo>
                  <a:pt x="1248783" y="214257"/>
                </a:lnTo>
                <a:lnTo>
                  <a:pt x="1311874" y="286199"/>
                </a:lnTo>
                <a:lnTo>
                  <a:pt x="1365035" y="365760"/>
                </a:lnTo>
                <a:lnTo>
                  <a:pt x="1407356" y="451579"/>
                </a:lnTo>
                <a:lnTo>
                  <a:pt x="1438114" y="542189"/>
                </a:lnTo>
                <a:lnTo>
                  <a:pt x="1456782" y="636037"/>
                </a:lnTo>
                <a:close/>
              </a:path>
            </a:pathLst>
          </a:custGeom>
          <a:ln w="12700">
            <a:solidFill>
              <a:srgbClr val="00000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982747" y="2831947"/>
            <a:ext cx="153228" cy="141843"/>
          </a:xfrm>
          <a:custGeom>
            <a:avLst/>
            <a:gdLst/>
            <a:ahLst/>
            <a:cxnLst/>
            <a:rect l="l" t="t" r="r" b="b"/>
            <a:pathLst>
              <a:path w="153228" h="141843">
                <a:moveTo>
                  <a:pt x="0" y="59479"/>
                </a:moveTo>
                <a:lnTo>
                  <a:pt x="4835" y="0"/>
                </a:lnTo>
                <a:lnTo>
                  <a:pt x="153228" y="82364"/>
                </a:lnTo>
                <a:lnTo>
                  <a:pt x="148394" y="141843"/>
                </a:lnTo>
                <a:close/>
              </a:path>
            </a:pathLst>
          </a:custGeom>
          <a:solidFill>
            <a:srgbClr val="727272"/>
          </a:solidFill>
          <a:ln w="6350">
            <a:solidFill>
              <a:srgbClr val="72727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987582" y="2773109"/>
            <a:ext cx="162751" cy="141203"/>
          </a:xfrm>
          <a:custGeom>
            <a:avLst/>
            <a:gdLst/>
            <a:ahLst/>
            <a:cxnLst/>
            <a:rect l="l" t="t" r="r" b="b"/>
            <a:pathLst>
              <a:path w="162751" h="141203">
                <a:moveTo>
                  <a:pt x="0" y="58839"/>
                </a:moveTo>
                <a:lnTo>
                  <a:pt x="14357" y="0"/>
                </a:lnTo>
                <a:lnTo>
                  <a:pt x="162751" y="82364"/>
                </a:lnTo>
                <a:lnTo>
                  <a:pt x="148394" y="141203"/>
                </a:lnTo>
                <a:close/>
              </a:path>
            </a:pathLst>
          </a:custGeom>
          <a:solidFill>
            <a:srgbClr val="7C7C7C"/>
          </a:solidFill>
          <a:ln w="6350">
            <a:solidFill>
              <a:srgbClr val="7C7C7C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001939" y="2716698"/>
            <a:ext cx="171837" cy="138775"/>
          </a:xfrm>
          <a:custGeom>
            <a:avLst/>
            <a:gdLst/>
            <a:ahLst/>
            <a:cxnLst/>
            <a:rect l="l" t="t" r="r" b="b"/>
            <a:pathLst>
              <a:path w="171837" h="138775">
                <a:moveTo>
                  <a:pt x="0" y="56411"/>
                </a:moveTo>
                <a:lnTo>
                  <a:pt x="23443" y="0"/>
                </a:lnTo>
                <a:lnTo>
                  <a:pt x="171837" y="82364"/>
                </a:lnTo>
                <a:lnTo>
                  <a:pt x="148394" y="138775"/>
                </a:lnTo>
                <a:close/>
              </a:path>
            </a:pathLst>
          </a:custGeom>
          <a:solidFill>
            <a:srgbClr val="858585"/>
          </a:solidFill>
          <a:ln w="6350">
            <a:solidFill>
              <a:srgbClr val="858585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025382" y="2664430"/>
            <a:ext cx="180211" cy="134633"/>
          </a:xfrm>
          <a:custGeom>
            <a:avLst/>
            <a:gdLst/>
            <a:ahLst/>
            <a:cxnLst/>
            <a:rect l="l" t="t" r="r" b="b"/>
            <a:pathLst>
              <a:path w="180211" h="134633">
                <a:moveTo>
                  <a:pt x="0" y="52269"/>
                </a:moveTo>
                <a:lnTo>
                  <a:pt x="31817" y="0"/>
                </a:lnTo>
                <a:lnTo>
                  <a:pt x="180211" y="82364"/>
                </a:lnTo>
                <a:lnTo>
                  <a:pt x="148394" y="134633"/>
                </a:lnTo>
                <a:close/>
              </a:path>
            </a:pathLst>
          </a:custGeom>
          <a:solidFill>
            <a:srgbClr val="8B8B8B"/>
          </a:solidFill>
          <a:ln w="6350">
            <a:solidFill>
              <a:srgbClr val="8B8B8B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057199" y="2617891"/>
            <a:ext cx="187618" cy="128903"/>
          </a:xfrm>
          <a:custGeom>
            <a:avLst/>
            <a:gdLst/>
            <a:ahLst/>
            <a:cxnLst/>
            <a:rect l="l" t="t" r="r" b="b"/>
            <a:pathLst>
              <a:path w="187618" h="128903">
                <a:moveTo>
                  <a:pt x="0" y="46538"/>
                </a:moveTo>
                <a:lnTo>
                  <a:pt x="39224" y="0"/>
                </a:lnTo>
                <a:lnTo>
                  <a:pt x="187618" y="82364"/>
                </a:lnTo>
                <a:lnTo>
                  <a:pt x="148394" y="128903"/>
                </a:lnTo>
                <a:close/>
              </a:path>
            </a:pathLst>
          </a:custGeom>
          <a:solidFill>
            <a:srgbClr val="8F8F8F"/>
          </a:solidFill>
          <a:ln w="6350">
            <a:solidFill>
              <a:srgbClr val="8F8F8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096423" y="2578497"/>
            <a:ext cx="193833" cy="121758"/>
          </a:xfrm>
          <a:custGeom>
            <a:avLst/>
            <a:gdLst/>
            <a:ahLst/>
            <a:cxnLst/>
            <a:rect l="l" t="t" r="r" b="b"/>
            <a:pathLst>
              <a:path w="193833" h="121758">
                <a:moveTo>
                  <a:pt x="0" y="39394"/>
                </a:moveTo>
                <a:lnTo>
                  <a:pt x="45440" y="0"/>
                </a:lnTo>
                <a:lnTo>
                  <a:pt x="193833" y="82364"/>
                </a:lnTo>
                <a:lnTo>
                  <a:pt x="148394" y="121758"/>
                </a:lnTo>
                <a:close/>
              </a:path>
            </a:pathLst>
          </a:custGeom>
          <a:solidFill>
            <a:srgbClr val="909090"/>
          </a:solidFill>
          <a:ln w="6350">
            <a:solidFill>
              <a:srgbClr val="90909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141863" y="2547444"/>
            <a:ext cx="198668" cy="113417"/>
          </a:xfrm>
          <a:custGeom>
            <a:avLst/>
            <a:gdLst/>
            <a:ahLst/>
            <a:cxnLst/>
            <a:rect l="l" t="t" r="r" b="b"/>
            <a:pathLst>
              <a:path w="198668" h="113417">
                <a:moveTo>
                  <a:pt x="0" y="31053"/>
                </a:moveTo>
                <a:lnTo>
                  <a:pt x="50274" y="0"/>
                </a:lnTo>
                <a:lnTo>
                  <a:pt x="198668" y="82364"/>
                </a:lnTo>
                <a:lnTo>
                  <a:pt x="148394" y="113417"/>
                </a:lnTo>
                <a:close/>
              </a:path>
            </a:pathLst>
          </a:custGeom>
          <a:solidFill>
            <a:srgbClr val="8F8F8F"/>
          </a:solidFill>
          <a:ln w="6350">
            <a:solidFill>
              <a:srgbClr val="8F8F8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192137" y="2525676"/>
            <a:ext cx="201975" cy="104133"/>
          </a:xfrm>
          <a:custGeom>
            <a:avLst/>
            <a:gdLst/>
            <a:ahLst/>
            <a:cxnLst/>
            <a:rect l="l" t="t" r="r" b="b"/>
            <a:pathLst>
              <a:path w="201975" h="104133">
                <a:moveTo>
                  <a:pt x="0" y="21768"/>
                </a:moveTo>
                <a:lnTo>
                  <a:pt x="53581" y="0"/>
                </a:lnTo>
                <a:lnTo>
                  <a:pt x="201975" y="82364"/>
                </a:lnTo>
                <a:lnTo>
                  <a:pt x="148394" y="104133"/>
                </a:lnTo>
                <a:close/>
              </a:path>
            </a:pathLst>
          </a:custGeom>
          <a:solidFill>
            <a:srgbClr val="8C8C8C"/>
          </a:solidFill>
          <a:ln w="6350">
            <a:solidFill>
              <a:srgbClr val="8C8C8C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245718" y="2513854"/>
            <a:ext cx="203654" cy="94186"/>
          </a:xfrm>
          <a:custGeom>
            <a:avLst/>
            <a:gdLst/>
            <a:ahLst/>
            <a:cxnLst/>
            <a:rect l="l" t="t" r="r" b="b"/>
            <a:pathLst>
              <a:path w="203654" h="94186">
                <a:moveTo>
                  <a:pt x="0" y="11822"/>
                </a:moveTo>
                <a:lnTo>
                  <a:pt x="55260" y="0"/>
                </a:lnTo>
                <a:lnTo>
                  <a:pt x="203654" y="82364"/>
                </a:lnTo>
                <a:lnTo>
                  <a:pt x="148394" y="94186"/>
                </a:lnTo>
                <a:close/>
              </a:path>
            </a:pathLst>
          </a:custGeom>
          <a:solidFill>
            <a:srgbClr val="868686"/>
          </a:solidFill>
          <a:ln w="6350">
            <a:solidFill>
              <a:srgbClr val="868686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300978" y="2512337"/>
            <a:ext cx="203654" cy="83881"/>
          </a:xfrm>
          <a:custGeom>
            <a:avLst/>
            <a:gdLst/>
            <a:ahLst/>
            <a:cxnLst/>
            <a:rect l="l" t="t" r="r" b="b"/>
            <a:pathLst>
              <a:path w="203654" h="83881">
                <a:moveTo>
                  <a:pt x="0" y="1517"/>
                </a:moveTo>
                <a:lnTo>
                  <a:pt x="55260" y="0"/>
                </a:lnTo>
                <a:lnTo>
                  <a:pt x="203654" y="82364"/>
                </a:lnTo>
                <a:lnTo>
                  <a:pt x="148394" y="83881"/>
                </a:lnTo>
                <a:close/>
              </a:path>
            </a:pathLst>
          </a:custGeom>
          <a:solidFill>
            <a:srgbClr val="7E7E7E"/>
          </a:solidFill>
          <a:ln w="6350">
            <a:solidFill>
              <a:srgbClr val="7E7E7E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356239" y="2512337"/>
            <a:ext cx="201975" cy="91199"/>
          </a:xfrm>
          <a:custGeom>
            <a:avLst/>
            <a:gdLst/>
            <a:ahLst/>
            <a:cxnLst/>
            <a:rect l="l" t="t" r="r" b="b"/>
            <a:pathLst>
              <a:path w="201975" h="91199">
                <a:moveTo>
                  <a:pt x="0" y="0"/>
                </a:moveTo>
                <a:lnTo>
                  <a:pt x="53581" y="8835"/>
                </a:lnTo>
                <a:lnTo>
                  <a:pt x="201975" y="91199"/>
                </a:lnTo>
                <a:lnTo>
                  <a:pt x="148394" y="82364"/>
                </a:lnTo>
                <a:close/>
              </a:path>
            </a:pathLst>
          </a:custGeom>
          <a:solidFill>
            <a:srgbClr val="737373"/>
          </a:solidFill>
          <a:ln w="6350">
            <a:solidFill>
              <a:srgbClr val="737373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409820" y="2521172"/>
            <a:ext cx="198668" cy="101282"/>
          </a:xfrm>
          <a:custGeom>
            <a:avLst/>
            <a:gdLst/>
            <a:ahLst/>
            <a:cxnLst/>
            <a:rect l="l" t="t" r="r" b="b"/>
            <a:pathLst>
              <a:path w="198668" h="101282">
                <a:moveTo>
                  <a:pt x="0" y="0"/>
                </a:moveTo>
                <a:lnTo>
                  <a:pt x="50274" y="18918"/>
                </a:lnTo>
                <a:lnTo>
                  <a:pt x="198668" y="101282"/>
                </a:lnTo>
                <a:lnTo>
                  <a:pt x="148394" y="82364"/>
                </a:lnTo>
                <a:close/>
              </a:path>
            </a:pathLst>
          </a:custGeom>
          <a:solidFill>
            <a:srgbClr val="686868"/>
          </a:solidFill>
          <a:ln w="6350">
            <a:solidFill>
              <a:srgbClr val="686868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096423" y="3137522"/>
            <a:ext cx="193833" cy="110790"/>
          </a:xfrm>
          <a:custGeom>
            <a:avLst/>
            <a:gdLst/>
            <a:ahLst/>
            <a:cxnLst/>
            <a:rect l="l" t="t" r="r" b="b"/>
            <a:pathLst>
              <a:path w="193833" h="110790">
                <a:moveTo>
                  <a:pt x="45440" y="28426"/>
                </a:moveTo>
                <a:lnTo>
                  <a:pt x="0" y="0"/>
                </a:lnTo>
                <a:lnTo>
                  <a:pt x="148394" y="82364"/>
                </a:lnTo>
                <a:lnTo>
                  <a:pt x="193833" y="110790"/>
                </a:lnTo>
                <a:close/>
              </a:path>
            </a:pathLst>
          </a:custGeom>
          <a:solidFill>
            <a:srgbClr val="3D3D3D"/>
          </a:solidFill>
          <a:ln w="6350">
            <a:solidFill>
              <a:srgbClr val="3D3D3D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057199" y="3100452"/>
            <a:ext cx="187618" cy="119435"/>
          </a:xfrm>
          <a:custGeom>
            <a:avLst/>
            <a:gdLst/>
            <a:ahLst/>
            <a:cxnLst/>
            <a:rect l="l" t="t" r="r" b="b"/>
            <a:pathLst>
              <a:path w="187618" h="119435">
                <a:moveTo>
                  <a:pt x="39224" y="37070"/>
                </a:moveTo>
                <a:lnTo>
                  <a:pt x="0" y="0"/>
                </a:lnTo>
                <a:lnTo>
                  <a:pt x="148394" y="82364"/>
                </a:lnTo>
                <a:lnTo>
                  <a:pt x="187618" y="119435"/>
                </a:lnTo>
                <a:close/>
              </a:path>
            </a:pathLst>
          </a:custGeom>
          <a:solidFill>
            <a:srgbClr val="3D3D3D"/>
          </a:solidFill>
          <a:ln w="6350">
            <a:solidFill>
              <a:srgbClr val="3D3D3D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025382" y="3055863"/>
            <a:ext cx="180211" cy="126953"/>
          </a:xfrm>
          <a:custGeom>
            <a:avLst/>
            <a:gdLst/>
            <a:ahLst/>
            <a:cxnLst/>
            <a:rect l="l" t="t" r="r" b="b"/>
            <a:pathLst>
              <a:path w="180211" h="126953">
                <a:moveTo>
                  <a:pt x="31817" y="44589"/>
                </a:moveTo>
                <a:lnTo>
                  <a:pt x="0" y="0"/>
                </a:lnTo>
                <a:lnTo>
                  <a:pt x="148394" y="82364"/>
                </a:lnTo>
                <a:lnTo>
                  <a:pt x="180211" y="126953"/>
                </a:lnTo>
                <a:close/>
              </a:path>
            </a:pathLst>
          </a:custGeom>
          <a:solidFill>
            <a:srgbClr val="3D3D3D"/>
          </a:solidFill>
          <a:ln w="6350">
            <a:solidFill>
              <a:srgbClr val="3D3D3D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001939" y="3005111"/>
            <a:ext cx="171837" cy="133116"/>
          </a:xfrm>
          <a:custGeom>
            <a:avLst/>
            <a:gdLst/>
            <a:ahLst/>
            <a:cxnLst/>
            <a:rect l="l" t="t" r="r" b="b"/>
            <a:pathLst>
              <a:path w="171837" h="133116">
                <a:moveTo>
                  <a:pt x="23443" y="50752"/>
                </a:moveTo>
                <a:lnTo>
                  <a:pt x="0" y="0"/>
                </a:lnTo>
                <a:lnTo>
                  <a:pt x="148394" y="82364"/>
                </a:lnTo>
                <a:lnTo>
                  <a:pt x="171837" y="133116"/>
                </a:lnTo>
                <a:close/>
              </a:path>
            </a:pathLst>
          </a:custGeom>
          <a:solidFill>
            <a:srgbClr val="4A4A4A"/>
          </a:solidFill>
          <a:ln w="6350">
            <a:solidFill>
              <a:srgbClr val="4A4A4A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987582" y="2949738"/>
            <a:ext cx="162751" cy="137738"/>
          </a:xfrm>
          <a:custGeom>
            <a:avLst/>
            <a:gdLst/>
            <a:ahLst/>
            <a:cxnLst/>
            <a:rect l="l" t="t" r="r" b="b"/>
            <a:pathLst>
              <a:path w="162751" h="137738">
                <a:moveTo>
                  <a:pt x="14357" y="55373"/>
                </a:moveTo>
                <a:lnTo>
                  <a:pt x="0" y="0"/>
                </a:lnTo>
                <a:lnTo>
                  <a:pt x="148394" y="82364"/>
                </a:lnTo>
                <a:lnTo>
                  <a:pt x="162751" y="137738"/>
                </a:lnTo>
                <a:close/>
              </a:path>
            </a:pathLst>
          </a:custGeom>
          <a:solidFill>
            <a:srgbClr val="585858"/>
          </a:solidFill>
          <a:ln w="6350">
            <a:solidFill>
              <a:srgbClr val="585858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982747" y="2891426"/>
            <a:ext cx="153228" cy="140676"/>
          </a:xfrm>
          <a:custGeom>
            <a:avLst/>
            <a:gdLst/>
            <a:ahLst/>
            <a:cxnLst/>
            <a:rect l="l" t="t" r="r" b="b"/>
            <a:pathLst>
              <a:path w="153228" h="140676">
                <a:moveTo>
                  <a:pt x="4835" y="58312"/>
                </a:moveTo>
                <a:lnTo>
                  <a:pt x="0" y="0"/>
                </a:lnTo>
                <a:lnTo>
                  <a:pt x="148394" y="82364"/>
                </a:lnTo>
                <a:lnTo>
                  <a:pt x="153228" y="140676"/>
                </a:lnTo>
                <a:close/>
              </a:path>
            </a:pathLst>
          </a:custGeom>
          <a:solidFill>
            <a:srgbClr val="666666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982747" y="2512337"/>
            <a:ext cx="784857" cy="763728"/>
          </a:xfrm>
          <a:custGeom>
            <a:avLst/>
            <a:gdLst/>
            <a:ahLst/>
            <a:cxnLst/>
            <a:rect l="l" t="t" r="r" b="b"/>
            <a:pathLst>
              <a:path w="784857" h="763728">
                <a:moveTo>
                  <a:pt x="0" y="379089"/>
                </a:moveTo>
                <a:lnTo>
                  <a:pt x="4835" y="319610"/>
                </a:lnTo>
                <a:lnTo>
                  <a:pt x="19192" y="260771"/>
                </a:lnTo>
                <a:lnTo>
                  <a:pt x="42635" y="204361"/>
                </a:lnTo>
                <a:lnTo>
                  <a:pt x="74452" y="152092"/>
                </a:lnTo>
                <a:lnTo>
                  <a:pt x="113676" y="105554"/>
                </a:lnTo>
                <a:lnTo>
                  <a:pt x="159116" y="66160"/>
                </a:lnTo>
                <a:lnTo>
                  <a:pt x="209390" y="35107"/>
                </a:lnTo>
                <a:lnTo>
                  <a:pt x="262971" y="13339"/>
                </a:lnTo>
                <a:lnTo>
                  <a:pt x="318231" y="1517"/>
                </a:lnTo>
                <a:lnTo>
                  <a:pt x="373492" y="0"/>
                </a:lnTo>
                <a:lnTo>
                  <a:pt x="427073" y="8835"/>
                </a:lnTo>
                <a:lnTo>
                  <a:pt x="477347" y="27753"/>
                </a:lnTo>
                <a:lnTo>
                  <a:pt x="625741" y="110117"/>
                </a:lnTo>
                <a:lnTo>
                  <a:pt x="671181" y="138543"/>
                </a:lnTo>
                <a:lnTo>
                  <a:pt x="710405" y="175613"/>
                </a:lnTo>
                <a:lnTo>
                  <a:pt x="742222" y="220202"/>
                </a:lnTo>
                <a:lnTo>
                  <a:pt x="765665" y="270954"/>
                </a:lnTo>
                <a:lnTo>
                  <a:pt x="780022" y="326327"/>
                </a:lnTo>
                <a:lnTo>
                  <a:pt x="784857" y="384639"/>
                </a:lnTo>
                <a:lnTo>
                  <a:pt x="780022" y="444118"/>
                </a:lnTo>
                <a:lnTo>
                  <a:pt x="765665" y="502957"/>
                </a:lnTo>
                <a:lnTo>
                  <a:pt x="742222" y="559367"/>
                </a:lnTo>
                <a:lnTo>
                  <a:pt x="710405" y="611636"/>
                </a:lnTo>
                <a:lnTo>
                  <a:pt x="671181" y="658174"/>
                </a:lnTo>
                <a:lnTo>
                  <a:pt x="625741" y="697568"/>
                </a:lnTo>
                <a:lnTo>
                  <a:pt x="575467" y="728621"/>
                </a:lnTo>
                <a:lnTo>
                  <a:pt x="521886" y="750389"/>
                </a:lnTo>
                <a:lnTo>
                  <a:pt x="466625" y="762211"/>
                </a:lnTo>
                <a:lnTo>
                  <a:pt x="411365" y="763728"/>
                </a:lnTo>
                <a:lnTo>
                  <a:pt x="357784" y="754893"/>
                </a:lnTo>
                <a:lnTo>
                  <a:pt x="307510" y="735975"/>
                </a:lnTo>
                <a:lnTo>
                  <a:pt x="159116" y="653611"/>
                </a:lnTo>
                <a:lnTo>
                  <a:pt x="113676" y="625185"/>
                </a:lnTo>
                <a:lnTo>
                  <a:pt x="74452" y="588115"/>
                </a:lnTo>
                <a:lnTo>
                  <a:pt x="42635" y="543526"/>
                </a:lnTo>
                <a:lnTo>
                  <a:pt x="19192" y="492774"/>
                </a:lnTo>
                <a:lnTo>
                  <a:pt x="4835" y="437401"/>
                </a:lnTo>
                <a:close/>
              </a:path>
            </a:pathLst>
          </a:custGeom>
          <a:ln w="12700">
            <a:solidFill>
              <a:srgbClr val="00000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131141" y="2594702"/>
            <a:ext cx="636463" cy="681364"/>
          </a:xfrm>
          <a:custGeom>
            <a:avLst/>
            <a:gdLst/>
            <a:ahLst/>
            <a:cxnLst/>
            <a:rect l="l" t="t" r="r" b="b"/>
            <a:pathLst>
              <a:path w="636463" h="681364">
                <a:moveTo>
                  <a:pt x="0" y="379089"/>
                </a:moveTo>
                <a:lnTo>
                  <a:pt x="4835" y="319610"/>
                </a:lnTo>
                <a:lnTo>
                  <a:pt x="19192" y="260771"/>
                </a:lnTo>
                <a:lnTo>
                  <a:pt x="42635" y="204361"/>
                </a:lnTo>
                <a:lnTo>
                  <a:pt x="74452" y="152092"/>
                </a:lnTo>
                <a:lnTo>
                  <a:pt x="113676" y="105554"/>
                </a:lnTo>
                <a:lnTo>
                  <a:pt x="159116" y="66160"/>
                </a:lnTo>
                <a:lnTo>
                  <a:pt x="209390" y="35107"/>
                </a:lnTo>
                <a:lnTo>
                  <a:pt x="262971" y="13339"/>
                </a:lnTo>
                <a:lnTo>
                  <a:pt x="318231" y="1517"/>
                </a:lnTo>
                <a:lnTo>
                  <a:pt x="373492" y="0"/>
                </a:lnTo>
                <a:lnTo>
                  <a:pt x="427073" y="8835"/>
                </a:lnTo>
                <a:lnTo>
                  <a:pt x="477347" y="27753"/>
                </a:lnTo>
                <a:lnTo>
                  <a:pt x="522787" y="56179"/>
                </a:lnTo>
                <a:lnTo>
                  <a:pt x="562011" y="93249"/>
                </a:lnTo>
                <a:lnTo>
                  <a:pt x="593828" y="137838"/>
                </a:lnTo>
                <a:lnTo>
                  <a:pt x="617271" y="188590"/>
                </a:lnTo>
                <a:lnTo>
                  <a:pt x="631628" y="243963"/>
                </a:lnTo>
                <a:lnTo>
                  <a:pt x="636463" y="302275"/>
                </a:lnTo>
                <a:lnTo>
                  <a:pt x="631628" y="361754"/>
                </a:lnTo>
                <a:lnTo>
                  <a:pt x="617271" y="420592"/>
                </a:lnTo>
                <a:lnTo>
                  <a:pt x="593828" y="477003"/>
                </a:lnTo>
                <a:lnTo>
                  <a:pt x="562011" y="529271"/>
                </a:lnTo>
                <a:lnTo>
                  <a:pt x="522787" y="575810"/>
                </a:lnTo>
                <a:lnTo>
                  <a:pt x="477347" y="615204"/>
                </a:lnTo>
                <a:lnTo>
                  <a:pt x="427073" y="646257"/>
                </a:lnTo>
                <a:lnTo>
                  <a:pt x="373492" y="668025"/>
                </a:lnTo>
                <a:lnTo>
                  <a:pt x="318231" y="679847"/>
                </a:lnTo>
                <a:lnTo>
                  <a:pt x="262971" y="681364"/>
                </a:lnTo>
                <a:lnTo>
                  <a:pt x="209390" y="672529"/>
                </a:lnTo>
                <a:lnTo>
                  <a:pt x="159116" y="653611"/>
                </a:lnTo>
                <a:lnTo>
                  <a:pt x="113676" y="625185"/>
                </a:lnTo>
                <a:lnTo>
                  <a:pt x="74452" y="588115"/>
                </a:lnTo>
                <a:lnTo>
                  <a:pt x="42635" y="543526"/>
                </a:lnTo>
                <a:lnTo>
                  <a:pt x="19192" y="492774"/>
                </a:lnTo>
                <a:lnTo>
                  <a:pt x="4835" y="437401"/>
                </a:lnTo>
                <a:close/>
              </a:path>
            </a:pathLst>
          </a:custGeom>
          <a:solidFill>
            <a:srgbClr val="48484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194787" y="2662838"/>
            <a:ext cx="509170" cy="545091"/>
          </a:xfrm>
          <a:custGeom>
            <a:avLst/>
            <a:gdLst/>
            <a:ahLst/>
            <a:cxnLst/>
            <a:rect l="l" t="t" r="r" b="b"/>
            <a:pathLst>
              <a:path w="509170" h="545091">
                <a:moveTo>
                  <a:pt x="0" y="303271"/>
                </a:moveTo>
                <a:lnTo>
                  <a:pt x="3868" y="255688"/>
                </a:lnTo>
                <a:lnTo>
                  <a:pt x="15353" y="208617"/>
                </a:lnTo>
                <a:lnTo>
                  <a:pt x="34108" y="163489"/>
                </a:lnTo>
                <a:lnTo>
                  <a:pt x="59562" y="121674"/>
                </a:lnTo>
                <a:lnTo>
                  <a:pt x="90941" y="84443"/>
                </a:lnTo>
                <a:lnTo>
                  <a:pt x="127293" y="52928"/>
                </a:lnTo>
                <a:lnTo>
                  <a:pt x="167512" y="28085"/>
                </a:lnTo>
                <a:lnTo>
                  <a:pt x="210377" y="10671"/>
                </a:lnTo>
                <a:lnTo>
                  <a:pt x="254585" y="1213"/>
                </a:lnTo>
                <a:lnTo>
                  <a:pt x="298793" y="0"/>
                </a:lnTo>
                <a:lnTo>
                  <a:pt x="341658" y="7068"/>
                </a:lnTo>
                <a:lnTo>
                  <a:pt x="381878" y="22202"/>
                </a:lnTo>
                <a:lnTo>
                  <a:pt x="418229" y="44943"/>
                </a:lnTo>
                <a:lnTo>
                  <a:pt x="449609" y="74599"/>
                </a:lnTo>
                <a:lnTo>
                  <a:pt x="475062" y="110270"/>
                </a:lnTo>
                <a:lnTo>
                  <a:pt x="493817" y="150872"/>
                </a:lnTo>
                <a:lnTo>
                  <a:pt x="505303" y="195170"/>
                </a:lnTo>
                <a:lnTo>
                  <a:pt x="509170" y="241820"/>
                </a:lnTo>
                <a:lnTo>
                  <a:pt x="505303" y="289403"/>
                </a:lnTo>
                <a:lnTo>
                  <a:pt x="493817" y="336474"/>
                </a:lnTo>
                <a:lnTo>
                  <a:pt x="475062" y="381602"/>
                </a:lnTo>
                <a:lnTo>
                  <a:pt x="449609" y="423417"/>
                </a:lnTo>
                <a:lnTo>
                  <a:pt x="418229" y="460648"/>
                </a:lnTo>
                <a:lnTo>
                  <a:pt x="381878" y="492163"/>
                </a:lnTo>
                <a:lnTo>
                  <a:pt x="341658" y="517005"/>
                </a:lnTo>
                <a:lnTo>
                  <a:pt x="298793" y="534420"/>
                </a:lnTo>
                <a:lnTo>
                  <a:pt x="254585" y="543878"/>
                </a:lnTo>
                <a:lnTo>
                  <a:pt x="210377" y="545091"/>
                </a:lnTo>
                <a:lnTo>
                  <a:pt x="167512" y="538023"/>
                </a:lnTo>
                <a:lnTo>
                  <a:pt x="127293" y="522889"/>
                </a:lnTo>
                <a:lnTo>
                  <a:pt x="90941" y="500148"/>
                </a:lnTo>
                <a:lnTo>
                  <a:pt x="59562" y="470492"/>
                </a:lnTo>
                <a:lnTo>
                  <a:pt x="34108" y="434821"/>
                </a:lnTo>
                <a:lnTo>
                  <a:pt x="15353" y="394219"/>
                </a:lnTo>
                <a:lnTo>
                  <a:pt x="3868" y="349921"/>
                </a:lnTo>
                <a:close/>
              </a:path>
            </a:pathLst>
          </a:custGeom>
          <a:solidFill>
            <a:srgbClr val="1A1A1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283892" y="2758229"/>
            <a:ext cx="330961" cy="354309"/>
          </a:xfrm>
          <a:custGeom>
            <a:avLst/>
            <a:gdLst/>
            <a:ahLst/>
            <a:cxnLst/>
            <a:rect l="l" t="t" r="r" b="b"/>
            <a:pathLst>
              <a:path w="330961" h="354309">
                <a:moveTo>
                  <a:pt x="0" y="197126"/>
                </a:moveTo>
                <a:lnTo>
                  <a:pt x="2514" y="166197"/>
                </a:lnTo>
                <a:lnTo>
                  <a:pt x="9980" y="135601"/>
                </a:lnTo>
                <a:lnTo>
                  <a:pt x="22170" y="106268"/>
                </a:lnTo>
                <a:lnTo>
                  <a:pt x="38715" y="79088"/>
                </a:lnTo>
                <a:lnTo>
                  <a:pt x="59112" y="54888"/>
                </a:lnTo>
                <a:lnTo>
                  <a:pt x="82740" y="34403"/>
                </a:lnTo>
                <a:lnTo>
                  <a:pt x="108883" y="18256"/>
                </a:lnTo>
                <a:lnTo>
                  <a:pt x="136745" y="6936"/>
                </a:lnTo>
                <a:lnTo>
                  <a:pt x="165480" y="789"/>
                </a:lnTo>
                <a:lnTo>
                  <a:pt x="194216" y="0"/>
                </a:lnTo>
                <a:lnTo>
                  <a:pt x="222078" y="4594"/>
                </a:lnTo>
                <a:lnTo>
                  <a:pt x="248221" y="14431"/>
                </a:lnTo>
                <a:lnTo>
                  <a:pt x="271849" y="29213"/>
                </a:lnTo>
                <a:lnTo>
                  <a:pt x="292246" y="48490"/>
                </a:lnTo>
                <a:lnTo>
                  <a:pt x="308791" y="71676"/>
                </a:lnTo>
                <a:lnTo>
                  <a:pt x="320981" y="98067"/>
                </a:lnTo>
                <a:lnTo>
                  <a:pt x="328447" y="126861"/>
                </a:lnTo>
                <a:lnTo>
                  <a:pt x="330961" y="157183"/>
                </a:lnTo>
                <a:lnTo>
                  <a:pt x="328447" y="188112"/>
                </a:lnTo>
                <a:lnTo>
                  <a:pt x="320981" y="218708"/>
                </a:lnTo>
                <a:lnTo>
                  <a:pt x="308791" y="248041"/>
                </a:lnTo>
                <a:lnTo>
                  <a:pt x="292246" y="275221"/>
                </a:lnTo>
                <a:lnTo>
                  <a:pt x="271849" y="299421"/>
                </a:lnTo>
                <a:lnTo>
                  <a:pt x="248221" y="319906"/>
                </a:lnTo>
                <a:lnTo>
                  <a:pt x="222078" y="336054"/>
                </a:lnTo>
                <a:lnTo>
                  <a:pt x="194216" y="347373"/>
                </a:lnTo>
                <a:lnTo>
                  <a:pt x="165480" y="353520"/>
                </a:lnTo>
                <a:lnTo>
                  <a:pt x="136745" y="354309"/>
                </a:lnTo>
                <a:lnTo>
                  <a:pt x="108883" y="349715"/>
                </a:lnTo>
                <a:lnTo>
                  <a:pt x="82740" y="339878"/>
                </a:lnTo>
                <a:lnTo>
                  <a:pt x="59112" y="325096"/>
                </a:lnTo>
                <a:lnTo>
                  <a:pt x="38715" y="305820"/>
                </a:lnTo>
                <a:lnTo>
                  <a:pt x="22170" y="282633"/>
                </a:lnTo>
                <a:lnTo>
                  <a:pt x="9980" y="256242"/>
                </a:lnTo>
                <a:lnTo>
                  <a:pt x="2514" y="227448"/>
                </a:ln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85" name="Shape 83"/>
          <p:cNvSpPr/>
          <p:nvPr/>
        </p:nvSpPr>
        <p:spPr>
          <a:xfrm>
            <a:off x="2369814" y="2850213"/>
            <a:ext cx="159116" cy="170341"/>
          </a:xfrm>
          <a:custGeom>
            <a:avLst/>
            <a:gdLst/>
            <a:ahLst/>
            <a:cxnLst/>
            <a:rect l="l" t="t" r="r" b="b"/>
            <a:pathLst>
              <a:path w="159116" h="170341">
                <a:moveTo>
                  <a:pt x="0" y="94772"/>
                </a:moveTo>
                <a:lnTo>
                  <a:pt x="1209" y="79903"/>
                </a:lnTo>
                <a:lnTo>
                  <a:pt x="4798" y="65193"/>
                </a:lnTo>
                <a:lnTo>
                  <a:pt x="10659" y="51090"/>
                </a:lnTo>
                <a:lnTo>
                  <a:pt x="18613" y="38023"/>
                </a:lnTo>
                <a:lnTo>
                  <a:pt x="28419" y="26388"/>
                </a:lnTo>
                <a:lnTo>
                  <a:pt x="39779" y="16540"/>
                </a:lnTo>
                <a:lnTo>
                  <a:pt x="52347" y="8777"/>
                </a:lnTo>
                <a:lnTo>
                  <a:pt x="65743" y="3335"/>
                </a:lnTo>
                <a:lnTo>
                  <a:pt x="79558" y="379"/>
                </a:lnTo>
                <a:lnTo>
                  <a:pt x="93373" y="0"/>
                </a:lnTo>
                <a:lnTo>
                  <a:pt x="106768" y="2209"/>
                </a:lnTo>
                <a:lnTo>
                  <a:pt x="119337" y="6938"/>
                </a:lnTo>
                <a:lnTo>
                  <a:pt x="130697" y="14045"/>
                </a:lnTo>
                <a:lnTo>
                  <a:pt x="140503" y="23312"/>
                </a:lnTo>
                <a:lnTo>
                  <a:pt x="148457" y="34459"/>
                </a:lnTo>
                <a:lnTo>
                  <a:pt x="154318" y="47147"/>
                </a:lnTo>
                <a:lnTo>
                  <a:pt x="157907" y="60991"/>
                </a:lnTo>
                <a:lnTo>
                  <a:pt x="159116" y="75569"/>
                </a:lnTo>
                <a:lnTo>
                  <a:pt x="157907" y="90438"/>
                </a:lnTo>
                <a:lnTo>
                  <a:pt x="154318" y="105148"/>
                </a:lnTo>
                <a:lnTo>
                  <a:pt x="148457" y="119251"/>
                </a:lnTo>
                <a:lnTo>
                  <a:pt x="140503" y="132318"/>
                </a:lnTo>
                <a:lnTo>
                  <a:pt x="130697" y="143952"/>
                </a:lnTo>
                <a:lnTo>
                  <a:pt x="119337" y="153801"/>
                </a:lnTo>
                <a:lnTo>
                  <a:pt x="106768" y="161564"/>
                </a:lnTo>
                <a:lnTo>
                  <a:pt x="93373" y="167006"/>
                </a:lnTo>
                <a:lnTo>
                  <a:pt x="79558" y="169962"/>
                </a:lnTo>
                <a:lnTo>
                  <a:pt x="65743" y="170341"/>
                </a:lnTo>
                <a:lnTo>
                  <a:pt x="52347" y="168132"/>
                </a:lnTo>
                <a:lnTo>
                  <a:pt x="39779" y="163403"/>
                </a:lnTo>
                <a:lnTo>
                  <a:pt x="28419" y="156296"/>
                </a:lnTo>
                <a:lnTo>
                  <a:pt x="18613" y="147029"/>
                </a:lnTo>
                <a:lnTo>
                  <a:pt x="10659" y="135881"/>
                </a:lnTo>
                <a:lnTo>
                  <a:pt x="4798" y="123194"/>
                </a:lnTo>
                <a:lnTo>
                  <a:pt x="1209" y="109350"/>
                </a:ln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86" name="Shape 84"/>
          <p:cNvSpPr/>
          <p:nvPr/>
        </p:nvSpPr>
        <p:spPr>
          <a:xfrm>
            <a:off x="2481233" y="2717145"/>
            <a:ext cx="171787" cy="227917"/>
          </a:xfrm>
          <a:custGeom>
            <a:avLst/>
            <a:gdLst/>
            <a:ahLst/>
            <a:cxnLst/>
            <a:rect l="l" t="t" r="r" b="b"/>
            <a:pathLst>
              <a:path w="171787" h="227917">
                <a:moveTo>
                  <a:pt x="0" y="0"/>
                </a:moveTo>
                <a:lnTo>
                  <a:pt x="28304" y="3599"/>
                </a:lnTo>
                <a:lnTo>
                  <a:pt x="55383" y="11567"/>
                </a:lnTo>
                <a:lnTo>
                  <a:pt x="80686" y="23742"/>
                </a:lnTo>
                <a:lnTo>
                  <a:pt x="103698" y="39877"/>
                </a:lnTo>
                <a:lnTo>
                  <a:pt x="123950" y="59643"/>
                </a:lnTo>
                <a:lnTo>
                  <a:pt x="141031" y="82637"/>
                </a:lnTo>
                <a:lnTo>
                  <a:pt x="154592" y="108392"/>
                </a:lnTo>
                <a:lnTo>
                  <a:pt x="164357" y="136383"/>
                </a:lnTo>
                <a:lnTo>
                  <a:pt x="170128" y="166040"/>
                </a:lnTo>
                <a:lnTo>
                  <a:pt x="171787" y="196760"/>
                </a:lnTo>
                <a:lnTo>
                  <a:pt x="169300" y="227917"/>
                </a:lnTo>
                <a:close/>
              </a:path>
            </a:pathLst>
          </a:custGeom>
          <a:solidFill>
            <a:srgbClr val="E0E0E0"/>
          </a:solidFill>
          <a:ln/>
        </p:spPr>
      </p:sp>
      <p:sp>
        <p:nvSpPr>
          <p:cNvPr id="87" name="Text 85"/>
          <p:cNvSpPr txBox="1"/>
          <p:nvPr/>
        </p:nvSpPr>
        <p:spPr>
          <a:xfrm>
            <a:off x="457200" y="5120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정면 사선</a:t>
            </a:r>
            <a:endParaRPr lang="en-US" sz="1300" dirty="0"/>
          </a:p>
        </p:txBody>
      </p:sp>
      <p:sp>
        <p:nvSpPr>
          <p:cNvPr id="88" name="Shape 86"/>
          <p:cNvSpPr/>
          <p:nvPr/>
        </p:nvSpPr>
        <p:spPr>
          <a:xfrm>
            <a:off x="5780527" y="4274219"/>
            <a:ext cx="147801" cy="151341"/>
          </a:xfrm>
          <a:custGeom>
            <a:avLst/>
            <a:gdLst/>
            <a:ahLst/>
            <a:cxnLst/>
            <a:rect l="l" t="t" r="r" b="b"/>
            <a:pathLst>
              <a:path w="147801" h="151341">
                <a:moveTo>
                  <a:pt x="0" y="143107"/>
                </a:moveTo>
                <a:lnTo>
                  <a:pt x="147801" y="151341"/>
                </a:lnTo>
                <a:lnTo>
                  <a:pt x="147801" y="8234"/>
                </a:lnTo>
                <a:lnTo>
                  <a:pt x="0" y="0"/>
                </a:lnTo>
                <a:close/>
              </a:path>
            </a:pathLst>
          </a:custGeom>
          <a:solidFill>
            <a:srgbClr val="939393"/>
          </a:solidFill>
          <a:ln w="6350">
            <a:solidFill>
              <a:srgbClr val="939393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5928327" y="4282453"/>
            <a:ext cx="152433" cy="145880"/>
          </a:xfrm>
          <a:custGeom>
            <a:avLst/>
            <a:gdLst/>
            <a:ahLst/>
            <a:cxnLst/>
            <a:rect l="l" t="t" r="r" b="b"/>
            <a:pathLst>
              <a:path w="152433" h="145880">
                <a:moveTo>
                  <a:pt x="0" y="143107"/>
                </a:moveTo>
                <a:lnTo>
                  <a:pt x="152433" y="145880"/>
                </a:lnTo>
                <a:lnTo>
                  <a:pt x="152433" y="2773"/>
                </a:lnTo>
                <a:lnTo>
                  <a:pt x="0" y="0"/>
                </a:lnTo>
                <a:close/>
              </a:path>
            </a:pathLst>
          </a:custGeom>
          <a:solidFill>
            <a:srgbClr val="8C8C8C"/>
          </a:solidFill>
          <a:ln w="6350">
            <a:solidFill>
              <a:srgbClr val="8C8C8C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080760" y="4282453"/>
            <a:ext cx="152433" cy="145880"/>
          </a:xfrm>
          <a:custGeom>
            <a:avLst/>
            <a:gdLst/>
            <a:ahLst/>
            <a:cxnLst/>
            <a:rect l="l" t="t" r="r" b="b"/>
            <a:pathLst>
              <a:path w="152433" h="145880">
                <a:moveTo>
                  <a:pt x="0" y="145880"/>
                </a:moveTo>
                <a:lnTo>
                  <a:pt x="152433" y="143107"/>
                </a:lnTo>
                <a:lnTo>
                  <a:pt x="152433" y="0"/>
                </a:lnTo>
                <a:lnTo>
                  <a:pt x="0" y="2773"/>
                </a:lnTo>
                <a:close/>
              </a:path>
            </a:pathLst>
          </a:custGeom>
          <a:solidFill>
            <a:srgbClr val="848484"/>
          </a:solidFill>
          <a:ln w="6350">
            <a:solidFill>
              <a:srgbClr val="848484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6233193" y="4274219"/>
            <a:ext cx="147801" cy="151341"/>
          </a:xfrm>
          <a:custGeom>
            <a:avLst/>
            <a:gdLst/>
            <a:ahLst/>
            <a:cxnLst/>
            <a:rect l="l" t="t" r="r" b="b"/>
            <a:pathLst>
              <a:path w="147801" h="151341">
                <a:moveTo>
                  <a:pt x="0" y="151341"/>
                </a:moveTo>
                <a:lnTo>
                  <a:pt x="147801" y="143107"/>
                </a:lnTo>
                <a:lnTo>
                  <a:pt x="147801" y="0"/>
                </a:lnTo>
                <a:lnTo>
                  <a:pt x="0" y="8234"/>
                </a:lnTo>
                <a:close/>
              </a:path>
            </a:pathLst>
          </a:custGeom>
          <a:solidFill>
            <a:srgbClr val="7B7B7B"/>
          </a:solidFill>
          <a:ln w="6350">
            <a:solidFill>
              <a:srgbClr val="7B7B7B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6380993" y="4260774"/>
            <a:ext cx="138679" cy="156552"/>
          </a:xfrm>
          <a:custGeom>
            <a:avLst/>
            <a:gdLst/>
            <a:ahLst/>
            <a:cxnLst/>
            <a:rect l="l" t="t" r="r" b="b"/>
            <a:pathLst>
              <a:path w="138679" h="156552">
                <a:moveTo>
                  <a:pt x="0" y="156552"/>
                </a:moveTo>
                <a:lnTo>
                  <a:pt x="138679" y="143107"/>
                </a:lnTo>
                <a:lnTo>
                  <a:pt x="138679" y="0"/>
                </a:lnTo>
                <a:lnTo>
                  <a:pt x="0" y="13445"/>
                </a:lnTo>
                <a:close/>
              </a:path>
            </a:pathLst>
          </a:custGeom>
          <a:solidFill>
            <a:srgbClr val="707070"/>
          </a:solidFill>
          <a:ln w="6350">
            <a:solidFill>
              <a:srgbClr val="70707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519672" y="4242526"/>
            <a:ext cx="125342" cy="161354"/>
          </a:xfrm>
          <a:custGeom>
            <a:avLst/>
            <a:gdLst/>
            <a:ahLst/>
            <a:cxnLst/>
            <a:rect l="l" t="t" r="r" b="b"/>
            <a:pathLst>
              <a:path w="125342" h="161354">
                <a:moveTo>
                  <a:pt x="0" y="161354"/>
                </a:moveTo>
                <a:lnTo>
                  <a:pt x="125342" y="143107"/>
                </a:lnTo>
                <a:lnTo>
                  <a:pt x="125342" y="0"/>
                </a:lnTo>
                <a:lnTo>
                  <a:pt x="0" y="18248"/>
                </a:lnTo>
                <a:close/>
              </a:path>
            </a:pathLst>
          </a:custGeom>
          <a:solidFill>
            <a:srgbClr val="666666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645014" y="4220031"/>
            <a:ext cx="108198" cy="165602"/>
          </a:xfrm>
          <a:custGeom>
            <a:avLst/>
            <a:gdLst/>
            <a:ahLst/>
            <a:cxnLst/>
            <a:rect l="l" t="t" r="r" b="b"/>
            <a:pathLst>
              <a:path w="108198" h="165602">
                <a:moveTo>
                  <a:pt x="0" y="165602"/>
                </a:moveTo>
                <a:lnTo>
                  <a:pt x="108198" y="143107"/>
                </a:lnTo>
                <a:lnTo>
                  <a:pt x="108198" y="0"/>
                </a:lnTo>
                <a:lnTo>
                  <a:pt x="0" y="22496"/>
                </a:lnTo>
                <a:close/>
              </a:path>
            </a:pathLst>
          </a:custGeom>
          <a:solidFill>
            <a:srgbClr val="5F5F5F"/>
          </a:solidFill>
          <a:ln w="6350">
            <a:solidFill>
              <a:srgbClr val="5F5F5F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753212" y="4193971"/>
            <a:ext cx="87766" cy="169167"/>
          </a:xfrm>
          <a:custGeom>
            <a:avLst/>
            <a:gdLst/>
            <a:ahLst/>
            <a:cxnLst/>
            <a:rect l="l" t="t" r="r" b="b"/>
            <a:pathLst>
              <a:path w="87766" h="169167">
                <a:moveTo>
                  <a:pt x="0" y="169167"/>
                </a:moveTo>
                <a:lnTo>
                  <a:pt x="87766" y="143107"/>
                </a:lnTo>
                <a:lnTo>
                  <a:pt x="87766" y="0"/>
                </a:lnTo>
                <a:lnTo>
                  <a:pt x="0" y="26060"/>
                </a:lnTo>
                <a:close/>
              </a:path>
            </a:pathLst>
          </a:custGeom>
          <a:solidFill>
            <a:srgbClr val="5F5F5F"/>
          </a:solidFill>
          <a:ln w="6350">
            <a:solidFill>
              <a:srgbClr val="5F5F5F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840978" y="4165138"/>
            <a:ext cx="64667" cy="171940"/>
          </a:xfrm>
          <a:custGeom>
            <a:avLst/>
            <a:gdLst/>
            <a:ahLst/>
            <a:cxnLst/>
            <a:rect l="l" t="t" r="r" b="b"/>
            <a:pathLst>
              <a:path w="64667" h="171940">
                <a:moveTo>
                  <a:pt x="0" y="171940"/>
                </a:moveTo>
                <a:lnTo>
                  <a:pt x="64667" y="143107"/>
                </a:lnTo>
                <a:lnTo>
                  <a:pt x="64667" y="0"/>
                </a:lnTo>
                <a:lnTo>
                  <a:pt x="0" y="28833"/>
                </a:lnTo>
                <a:close/>
              </a:path>
            </a:pathLst>
          </a:custGeom>
          <a:solidFill>
            <a:srgbClr val="5F5F5F"/>
          </a:solidFill>
          <a:ln w="6350">
            <a:solidFill>
              <a:srgbClr val="5F5F5F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905645" y="4134408"/>
            <a:ext cx="39603" cy="173836"/>
          </a:xfrm>
          <a:custGeom>
            <a:avLst/>
            <a:gdLst/>
            <a:ahLst/>
            <a:cxnLst/>
            <a:rect l="l" t="t" r="r" b="b"/>
            <a:pathLst>
              <a:path w="39603" h="173836">
                <a:moveTo>
                  <a:pt x="0" y="173836"/>
                </a:moveTo>
                <a:lnTo>
                  <a:pt x="39603" y="143107"/>
                </a:lnTo>
                <a:lnTo>
                  <a:pt x="39603" y="0"/>
                </a:lnTo>
                <a:lnTo>
                  <a:pt x="0" y="30730"/>
                </a:lnTo>
                <a:close/>
              </a:path>
            </a:pathLst>
          </a:custGeom>
          <a:solidFill>
            <a:srgbClr val="5F5F5F"/>
          </a:solidFill>
          <a:ln w="6350">
            <a:solidFill>
              <a:srgbClr val="5F5F5F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945248" y="4102716"/>
            <a:ext cx="13336" cy="174799"/>
          </a:xfrm>
          <a:custGeom>
            <a:avLst/>
            <a:gdLst/>
            <a:ahLst/>
            <a:cxnLst/>
            <a:rect l="l" t="t" r="r" b="b"/>
            <a:pathLst>
              <a:path w="13336" h="174799">
                <a:moveTo>
                  <a:pt x="0" y="174799"/>
                </a:moveTo>
                <a:lnTo>
                  <a:pt x="13336" y="143107"/>
                </a:lnTo>
                <a:lnTo>
                  <a:pt x="13336" y="0"/>
                </a:lnTo>
                <a:lnTo>
                  <a:pt x="0" y="31693"/>
                </a:lnTo>
                <a:close/>
              </a:path>
            </a:pathLst>
          </a:custGeom>
          <a:solidFill>
            <a:srgbClr val="5F5F5F"/>
          </a:solidFill>
          <a:ln w="6350">
            <a:solidFill>
              <a:srgbClr val="5F5F5F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5202936" y="4102716"/>
            <a:ext cx="13336" cy="174799"/>
          </a:xfrm>
          <a:custGeom>
            <a:avLst/>
            <a:gdLst/>
            <a:ahLst/>
            <a:cxnLst/>
            <a:rect l="l" t="t" r="r" b="b"/>
            <a:pathLst>
              <a:path w="13336" h="174799">
                <a:moveTo>
                  <a:pt x="0" y="143107"/>
                </a:moveTo>
                <a:lnTo>
                  <a:pt x="13336" y="174799"/>
                </a:lnTo>
                <a:lnTo>
                  <a:pt x="13336" y="31693"/>
                </a:lnTo>
                <a:lnTo>
                  <a:pt x="0" y="0"/>
                </a:lnTo>
                <a:close/>
              </a:path>
            </a:pathLst>
          </a:custGeom>
          <a:solidFill>
            <a:srgbClr val="929292"/>
          </a:solidFill>
          <a:ln w="6350">
            <a:solidFill>
              <a:srgbClr val="929292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5216272" y="4134408"/>
            <a:ext cx="39603" cy="173836"/>
          </a:xfrm>
          <a:custGeom>
            <a:avLst/>
            <a:gdLst/>
            <a:ahLst/>
            <a:cxnLst/>
            <a:rect l="l" t="t" r="r" b="b"/>
            <a:pathLst>
              <a:path w="39603" h="173836">
                <a:moveTo>
                  <a:pt x="0" y="143107"/>
                </a:moveTo>
                <a:lnTo>
                  <a:pt x="39603" y="173836"/>
                </a:lnTo>
                <a:lnTo>
                  <a:pt x="39603" y="30730"/>
                </a:lnTo>
                <a:lnTo>
                  <a:pt x="0" y="0"/>
                </a:lnTo>
                <a:close/>
              </a:path>
            </a:pathLst>
          </a:custGeom>
          <a:solidFill>
            <a:srgbClr val="979797"/>
          </a:solidFill>
          <a:ln w="6350">
            <a:solidFill>
              <a:srgbClr val="979797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5255875" y="4165138"/>
            <a:ext cx="64667" cy="171940"/>
          </a:xfrm>
          <a:custGeom>
            <a:avLst/>
            <a:gdLst/>
            <a:ahLst/>
            <a:cxnLst/>
            <a:rect l="l" t="t" r="r" b="b"/>
            <a:pathLst>
              <a:path w="64667" h="171940">
                <a:moveTo>
                  <a:pt x="0" y="143107"/>
                </a:moveTo>
                <a:lnTo>
                  <a:pt x="64667" y="171940"/>
                </a:lnTo>
                <a:lnTo>
                  <a:pt x="64667" y="28833"/>
                </a:lnTo>
                <a:lnTo>
                  <a:pt x="0" y="0"/>
                </a:lnTo>
                <a:close/>
              </a:path>
            </a:pathLst>
          </a:custGeom>
          <a:solidFill>
            <a:srgbClr val="9B9B9B"/>
          </a:solidFill>
          <a:ln w="6350">
            <a:solidFill>
              <a:srgbClr val="9B9B9B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5320542" y="4193971"/>
            <a:ext cx="87766" cy="169167"/>
          </a:xfrm>
          <a:custGeom>
            <a:avLst/>
            <a:gdLst/>
            <a:ahLst/>
            <a:cxnLst/>
            <a:rect l="l" t="t" r="r" b="b"/>
            <a:pathLst>
              <a:path w="87766" h="169167">
                <a:moveTo>
                  <a:pt x="0" y="143107"/>
                </a:moveTo>
                <a:lnTo>
                  <a:pt x="87766" y="169167"/>
                </a:lnTo>
                <a:lnTo>
                  <a:pt x="87766" y="26060"/>
                </a:lnTo>
                <a:lnTo>
                  <a:pt x="0" y="0"/>
                </a:lnTo>
                <a:close/>
              </a:path>
            </a:pathLst>
          </a:custGeom>
          <a:solidFill>
            <a:srgbClr val="9D9D9D"/>
          </a:solidFill>
          <a:ln w="6350">
            <a:solidFill>
              <a:srgbClr val="9D9D9D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5408308" y="4220031"/>
            <a:ext cx="108198" cy="165602"/>
          </a:xfrm>
          <a:custGeom>
            <a:avLst/>
            <a:gdLst/>
            <a:ahLst/>
            <a:cxnLst/>
            <a:rect l="l" t="t" r="r" b="b"/>
            <a:pathLst>
              <a:path w="108198" h="165602">
                <a:moveTo>
                  <a:pt x="0" y="143107"/>
                </a:moveTo>
                <a:lnTo>
                  <a:pt x="108198" y="165602"/>
                </a:lnTo>
                <a:lnTo>
                  <a:pt x="108198" y="22496"/>
                </a:lnTo>
                <a:lnTo>
                  <a:pt x="0" y="0"/>
                </a:lnTo>
                <a:close/>
              </a:path>
            </a:pathLst>
          </a:custGeom>
          <a:solidFill>
            <a:srgbClr val="9E9E9E"/>
          </a:solidFill>
          <a:ln w="6350">
            <a:solidFill>
              <a:srgbClr val="9E9E9E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5516506" y="4242526"/>
            <a:ext cx="125342" cy="161354"/>
          </a:xfrm>
          <a:custGeom>
            <a:avLst/>
            <a:gdLst/>
            <a:ahLst/>
            <a:cxnLst/>
            <a:rect l="l" t="t" r="r" b="b"/>
            <a:pathLst>
              <a:path w="125342" h="161354">
                <a:moveTo>
                  <a:pt x="0" y="143107"/>
                </a:moveTo>
                <a:lnTo>
                  <a:pt x="125342" y="161354"/>
                </a:lnTo>
                <a:lnTo>
                  <a:pt x="125342" y="18248"/>
                </a:lnTo>
                <a:lnTo>
                  <a:pt x="0" y="0"/>
                </a:lnTo>
                <a:close/>
              </a:path>
            </a:pathLst>
          </a:custGeom>
          <a:solidFill>
            <a:srgbClr val="9C9C9C"/>
          </a:solidFill>
          <a:ln w="6350">
            <a:solidFill>
              <a:srgbClr val="9C9C9C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5641848" y="4260774"/>
            <a:ext cx="138679" cy="156552"/>
          </a:xfrm>
          <a:custGeom>
            <a:avLst/>
            <a:gdLst/>
            <a:ahLst/>
            <a:cxnLst/>
            <a:rect l="l" t="t" r="r" b="b"/>
            <a:pathLst>
              <a:path w="138679" h="156552">
                <a:moveTo>
                  <a:pt x="0" y="143107"/>
                </a:moveTo>
                <a:lnTo>
                  <a:pt x="138679" y="156552"/>
                </a:lnTo>
                <a:lnTo>
                  <a:pt x="138679" y="13445"/>
                </a:lnTo>
                <a:lnTo>
                  <a:pt x="0" y="0"/>
                </a:lnTo>
                <a:close/>
              </a:path>
            </a:pathLst>
          </a:custGeom>
          <a:solidFill>
            <a:srgbClr val="989898"/>
          </a:solidFill>
          <a:ln w="6350">
            <a:solidFill>
              <a:srgbClr val="989898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5202936" y="3920206"/>
            <a:ext cx="1755648" cy="508127"/>
          </a:xfrm>
          <a:custGeom>
            <a:avLst/>
            <a:gdLst/>
            <a:ahLst/>
            <a:cxnLst/>
            <a:rect l="l" t="t" r="r" b="b"/>
            <a:pathLst>
              <a:path w="1755648" h="508127">
                <a:moveTo>
                  <a:pt x="0" y="182510"/>
                </a:moveTo>
                <a:lnTo>
                  <a:pt x="13336" y="150817"/>
                </a:lnTo>
                <a:lnTo>
                  <a:pt x="52939" y="120088"/>
                </a:lnTo>
                <a:lnTo>
                  <a:pt x="117606" y="91255"/>
                </a:lnTo>
                <a:lnTo>
                  <a:pt x="205372" y="65195"/>
                </a:lnTo>
                <a:lnTo>
                  <a:pt x="313570" y="42699"/>
                </a:lnTo>
                <a:lnTo>
                  <a:pt x="438912" y="24452"/>
                </a:lnTo>
                <a:lnTo>
                  <a:pt x="577591" y="11007"/>
                </a:lnTo>
                <a:lnTo>
                  <a:pt x="725391" y="2773"/>
                </a:lnTo>
                <a:lnTo>
                  <a:pt x="877824" y="0"/>
                </a:lnTo>
                <a:lnTo>
                  <a:pt x="1030257" y="2773"/>
                </a:lnTo>
                <a:lnTo>
                  <a:pt x="1178057" y="11007"/>
                </a:lnTo>
                <a:lnTo>
                  <a:pt x="1316736" y="24452"/>
                </a:lnTo>
                <a:lnTo>
                  <a:pt x="1442078" y="42699"/>
                </a:lnTo>
                <a:lnTo>
                  <a:pt x="1550276" y="65195"/>
                </a:lnTo>
                <a:lnTo>
                  <a:pt x="1638042" y="91255"/>
                </a:lnTo>
                <a:lnTo>
                  <a:pt x="1702709" y="120088"/>
                </a:lnTo>
                <a:lnTo>
                  <a:pt x="1742312" y="150817"/>
                </a:lnTo>
                <a:lnTo>
                  <a:pt x="1755648" y="182510"/>
                </a:lnTo>
                <a:lnTo>
                  <a:pt x="1755648" y="325617"/>
                </a:lnTo>
                <a:lnTo>
                  <a:pt x="1742312" y="357309"/>
                </a:lnTo>
                <a:lnTo>
                  <a:pt x="1702709" y="388039"/>
                </a:lnTo>
                <a:lnTo>
                  <a:pt x="1638042" y="416872"/>
                </a:lnTo>
                <a:lnTo>
                  <a:pt x="1550276" y="442932"/>
                </a:lnTo>
                <a:lnTo>
                  <a:pt x="1442078" y="465427"/>
                </a:lnTo>
                <a:lnTo>
                  <a:pt x="1316736" y="483675"/>
                </a:lnTo>
                <a:lnTo>
                  <a:pt x="1178057" y="497120"/>
                </a:lnTo>
                <a:lnTo>
                  <a:pt x="1030257" y="505354"/>
                </a:lnTo>
                <a:lnTo>
                  <a:pt x="877824" y="508127"/>
                </a:lnTo>
                <a:lnTo>
                  <a:pt x="725391" y="505354"/>
                </a:lnTo>
                <a:lnTo>
                  <a:pt x="577591" y="497120"/>
                </a:lnTo>
                <a:lnTo>
                  <a:pt x="438912" y="483675"/>
                </a:lnTo>
                <a:lnTo>
                  <a:pt x="313570" y="465427"/>
                </a:lnTo>
                <a:lnTo>
                  <a:pt x="205372" y="442932"/>
                </a:lnTo>
                <a:lnTo>
                  <a:pt x="117606" y="416872"/>
                </a:lnTo>
                <a:lnTo>
                  <a:pt x="52939" y="388039"/>
                </a:lnTo>
                <a:lnTo>
                  <a:pt x="13336" y="357309"/>
                </a:lnTo>
                <a:lnTo>
                  <a:pt x="0" y="325617"/>
                </a:lnTo>
                <a:close/>
              </a:path>
            </a:pathLst>
          </a:custGeom>
          <a:ln w="12700">
            <a:solidFill>
              <a:srgbClr val="000000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5202936" y="3920206"/>
            <a:ext cx="1755648" cy="365020"/>
          </a:xfrm>
          <a:custGeom>
            <a:avLst/>
            <a:gdLst/>
            <a:ahLst/>
            <a:cxnLst/>
            <a:rect l="l" t="t" r="r" b="b"/>
            <a:pathLst>
              <a:path w="1755648" h="365020">
                <a:moveTo>
                  <a:pt x="577591" y="354013"/>
                </a:moveTo>
                <a:lnTo>
                  <a:pt x="725391" y="362247"/>
                </a:lnTo>
                <a:lnTo>
                  <a:pt x="877824" y="365020"/>
                </a:lnTo>
                <a:lnTo>
                  <a:pt x="1030257" y="362247"/>
                </a:lnTo>
                <a:lnTo>
                  <a:pt x="1178057" y="354013"/>
                </a:lnTo>
                <a:lnTo>
                  <a:pt x="1316736" y="340568"/>
                </a:lnTo>
                <a:lnTo>
                  <a:pt x="1442078" y="322321"/>
                </a:lnTo>
                <a:lnTo>
                  <a:pt x="1550276" y="299825"/>
                </a:lnTo>
                <a:lnTo>
                  <a:pt x="1638042" y="273765"/>
                </a:lnTo>
                <a:lnTo>
                  <a:pt x="1702709" y="244932"/>
                </a:lnTo>
                <a:lnTo>
                  <a:pt x="1742312" y="214202"/>
                </a:lnTo>
                <a:lnTo>
                  <a:pt x="1755648" y="182510"/>
                </a:lnTo>
                <a:lnTo>
                  <a:pt x="1742312" y="150817"/>
                </a:lnTo>
                <a:lnTo>
                  <a:pt x="1702709" y="120088"/>
                </a:lnTo>
                <a:lnTo>
                  <a:pt x="1638042" y="91255"/>
                </a:lnTo>
                <a:lnTo>
                  <a:pt x="1550276" y="65195"/>
                </a:lnTo>
                <a:lnTo>
                  <a:pt x="1442078" y="42699"/>
                </a:lnTo>
                <a:lnTo>
                  <a:pt x="1316736" y="24452"/>
                </a:lnTo>
                <a:lnTo>
                  <a:pt x="1178057" y="11007"/>
                </a:lnTo>
                <a:lnTo>
                  <a:pt x="1030257" y="2773"/>
                </a:lnTo>
                <a:lnTo>
                  <a:pt x="877824" y="0"/>
                </a:lnTo>
                <a:lnTo>
                  <a:pt x="725391" y="2773"/>
                </a:lnTo>
                <a:lnTo>
                  <a:pt x="577591" y="11007"/>
                </a:lnTo>
                <a:lnTo>
                  <a:pt x="438912" y="24452"/>
                </a:lnTo>
                <a:lnTo>
                  <a:pt x="313570" y="42699"/>
                </a:lnTo>
                <a:lnTo>
                  <a:pt x="205372" y="65195"/>
                </a:lnTo>
                <a:lnTo>
                  <a:pt x="117606" y="91255"/>
                </a:lnTo>
                <a:lnTo>
                  <a:pt x="52939" y="120088"/>
                </a:lnTo>
                <a:lnTo>
                  <a:pt x="13336" y="150817"/>
                </a:lnTo>
                <a:lnTo>
                  <a:pt x="0" y="182510"/>
                </a:lnTo>
                <a:lnTo>
                  <a:pt x="13336" y="214202"/>
                </a:lnTo>
                <a:lnTo>
                  <a:pt x="52939" y="244932"/>
                </a:lnTo>
                <a:lnTo>
                  <a:pt x="117606" y="273765"/>
                </a:lnTo>
                <a:lnTo>
                  <a:pt x="205372" y="299825"/>
                </a:lnTo>
                <a:lnTo>
                  <a:pt x="313570" y="322321"/>
                </a:lnTo>
                <a:lnTo>
                  <a:pt x="438912" y="340568"/>
                </a:lnTo>
                <a:close/>
              </a:path>
            </a:pathLst>
          </a:custGeom>
          <a:solidFill>
            <a:srgbClr val="B3B3B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6040729" y="3338495"/>
            <a:ext cx="19707" cy="788186"/>
          </a:xfrm>
          <a:custGeom>
            <a:avLst/>
            <a:gdLst/>
            <a:ahLst/>
            <a:cxnLst/>
            <a:rect l="l" t="t" r="r" b="b"/>
            <a:pathLst>
              <a:path w="19707" h="788186">
                <a:moveTo>
                  <a:pt x="0" y="787088"/>
                </a:moveTo>
                <a:lnTo>
                  <a:pt x="19707" y="788186"/>
                </a:lnTo>
                <a:lnTo>
                  <a:pt x="19707" y="1098"/>
                </a:lnTo>
                <a:lnTo>
                  <a:pt x="0" y="0"/>
                </a:lnTo>
                <a:close/>
              </a:path>
            </a:pathLst>
          </a:custGeom>
          <a:solidFill>
            <a:srgbClr val="979797"/>
          </a:solidFill>
          <a:ln w="6350">
            <a:solidFill>
              <a:srgbClr val="979797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6060436" y="3339593"/>
            <a:ext cx="20324" cy="787458"/>
          </a:xfrm>
          <a:custGeom>
            <a:avLst/>
            <a:gdLst/>
            <a:ahLst/>
            <a:cxnLst/>
            <a:rect l="l" t="t" r="r" b="b"/>
            <a:pathLst>
              <a:path w="20324" h="787458">
                <a:moveTo>
                  <a:pt x="0" y="787088"/>
                </a:moveTo>
                <a:lnTo>
                  <a:pt x="20324" y="787458"/>
                </a:lnTo>
                <a:lnTo>
                  <a:pt x="20324" y="370"/>
                </a:lnTo>
                <a:lnTo>
                  <a:pt x="0" y="0"/>
                </a:lnTo>
                <a:close/>
              </a:path>
            </a:pathLst>
          </a:custGeom>
          <a:solidFill>
            <a:srgbClr val="909090"/>
          </a:solidFill>
          <a:ln w="6350">
            <a:solidFill>
              <a:srgbClr val="909090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6080760" y="3339593"/>
            <a:ext cx="20324" cy="787458"/>
          </a:xfrm>
          <a:custGeom>
            <a:avLst/>
            <a:gdLst/>
            <a:ahLst/>
            <a:cxnLst/>
            <a:rect l="l" t="t" r="r" b="b"/>
            <a:pathLst>
              <a:path w="20324" h="787458">
                <a:moveTo>
                  <a:pt x="0" y="787458"/>
                </a:moveTo>
                <a:lnTo>
                  <a:pt x="20324" y="787088"/>
                </a:lnTo>
                <a:lnTo>
                  <a:pt x="20324" y="0"/>
                </a:lnTo>
                <a:lnTo>
                  <a:pt x="0" y="370"/>
                </a:lnTo>
                <a:close/>
              </a:path>
            </a:pathLst>
          </a:custGeom>
          <a:solidFill>
            <a:srgbClr val="898989"/>
          </a:solidFill>
          <a:ln w="6350">
            <a:solidFill>
              <a:srgbClr val="898989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6101084" y="3338495"/>
            <a:ext cx="19707" cy="788186"/>
          </a:xfrm>
          <a:custGeom>
            <a:avLst/>
            <a:gdLst/>
            <a:ahLst/>
            <a:cxnLst/>
            <a:rect l="l" t="t" r="r" b="b"/>
            <a:pathLst>
              <a:path w="19707" h="788186">
                <a:moveTo>
                  <a:pt x="0" y="788186"/>
                </a:moveTo>
                <a:lnTo>
                  <a:pt x="19707" y="787088"/>
                </a:lnTo>
                <a:lnTo>
                  <a:pt x="19707" y="0"/>
                </a:lnTo>
                <a:lnTo>
                  <a:pt x="0" y="1098"/>
                </a:lnTo>
                <a:close/>
              </a:path>
            </a:pathLst>
          </a:custGeom>
          <a:solidFill>
            <a:srgbClr val="808080"/>
          </a:solidFill>
          <a:ln w="6350">
            <a:solidFill>
              <a:srgbClr val="808080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6120791" y="3336702"/>
            <a:ext cx="18490" cy="788881"/>
          </a:xfrm>
          <a:custGeom>
            <a:avLst/>
            <a:gdLst/>
            <a:ahLst/>
            <a:cxnLst/>
            <a:rect l="l" t="t" r="r" b="b"/>
            <a:pathLst>
              <a:path w="18490" h="788881">
                <a:moveTo>
                  <a:pt x="0" y="788881"/>
                </a:moveTo>
                <a:lnTo>
                  <a:pt x="18490" y="787088"/>
                </a:lnTo>
                <a:lnTo>
                  <a:pt x="18490" y="0"/>
                </a:lnTo>
                <a:lnTo>
                  <a:pt x="0" y="1793"/>
                </a:lnTo>
                <a:close/>
              </a:path>
            </a:pathLst>
          </a:custGeom>
          <a:solidFill>
            <a:srgbClr val="767676"/>
          </a:solidFill>
          <a:ln w="6350">
            <a:solidFill>
              <a:srgbClr val="767676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6139282" y="3334269"/>
            <a:ext cx="16712" cy="789521"/>
          </a:xfrm>
          <a:custGeom>
            <a:avLst/>
            <a:gdLst/>
            <a:ahLst/>
            <a:cxnLst/>
            <a:rect l="l" t="t" r="r" b="b"/>
            <a:pathLst>
              <a:path w="16712" h="789521">
                <a:moveTo>
                  <a:pt x="0" y="789521"/>
                </a:moveTo>
                <a:lnTo>
                  <a:pt x="16712" y="787088"/>
                </a:lnTo>
                <a:lnTo>
                  <a:pt x="16712" y="0"/>
                </a:lnTo>
                <a:lnTo>
                  <a:pt x="0" y="2433"/>
                </a:lnTo>
                <a:close/>
              </a:path>
            </a:pathLst>
          </a:custGeom>
          <a:solidFill>
            <a:srgbClr val="6C6C6C"/>
          </a:solidFill>
          <a:ln w="6350">
            <a:solidFill>
              <a:srgbClr val="6C6C6C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6155994" y="3331270"/>
            <a:ext cx="14426" cy="790087"/>
          </a:xfrm>
          <a:custGeom>
            <a:avLst/>
            <a:gdLst/>
            <a:ahLst/>
            <a:cxnLst/>
            <a:rect l="l" t="t" r="r" b="b"/>
            <a:pathLst>
              <a:path w="14426" h="790087">
                <a:moveTo>
                  <a:pt x="0" y="790087"/>
                </a:moveTo>
                <a:lnTo>
                  <a:pt x="14426" y="787088"/>
                </a:lnTo>
                <a:lnTo>
                  <a:pt x="14426" y="0"/>
                </a:lnTo>
                <a:lnTo>
                  <a:pt x="0" y="2999"/>
                </a:lnTo>
                <a:close/>
              </a:path>
            </a:pathLst>
          </a:custGeom>
          <a:solidFill>
            <a:srgbClr val="666666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6170420" y="3327795"/>
            <a:ext cx="11702" cy="790563"/>
          </a:xfrm>
          <a:custGeom>
            <a:avLst/>
            <a:gdLst/>
            <a:ahLst/>
            <a:cxnLst/>
            <a:rect l="l" t="t" r="r" b="b"/>
            <a:pathLst>
              <a:path w="11702" h="790563">
                <a:moveTo>
                  <a:pt x="0" y="790563"/>
                </a:moveTo>
                <a:lnTo>
                  <a:pt x="11702" y="787088"/>
                </a:lnTo>
                <a:lnTo>
                  <a:pt x="11702" y="0"/>
                </a:lnTo>
                <a:lnTo>
                  <a:pt x="0" y="3475"/>
                </a:lnTo>
                <a:close/>
              </a:path>
            </a:pathLst>
          </a:custGeom>
          <a:solidFill>
            <a:srgbClr val="666666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6182122" y="3323951"/>
            <a:ext cx="8622" cy="790932"/>
          </a:xfrm>
          <a:custGeom>
            <a:avLst/>
            <a:gdLst/>
            <a:ahLst/>
            <a:cxnLst/>
            <a:rect l="l" t="t" r="r" b="b"/>
            <a:pathLst>
              <a:path w="8622" h="790932">
                <a:moveTo>
                  <a:pt x="0" y="790932"/>
                </a:moveTo>
                <a:lnTo>
                  <a:pt x="8622" y="787088"/>
                </a:lnTo>
                <a:lnTo>
                  <a:pt x="8622" y="0"/>
                </a:lnTo>
                <a:lnTo>
                  <a:pt x="0" y="3844"/>
                </a:lnTo>
                <a:close/>
              </a:path>
            </a:pathLst>
          </a:custGeom>
          <a:solidFill>
            <a:srgbClr val="666666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6190745" y="3319853"/>
            <a:ext cx="5280" cy="791185"/>
          </a:xfrm>
          <a:custGeom>
            <a:avLst/>
            <a:gdLst/>
            <a:ahLst/>
            <a:cxnLst/>
            <a:rect l="l" t="t" r="r" b="b"/>
            <a:pathLst>
              <a:path w="5280" h="791185">
                <a:moveTo>
                  <a:pt x="0" y="791185"/>
                </a:moveTo>
                <a:lnTo>
                  <a:pt x="5280" y="787088"/>
                </a:lnTo>
                <a:lnTo>
                  <a:pt x="5280" y="0"/>
                </a:lnTo>
                <a:lnTo>
                  <a:pt x="0" y="4097"/>
                </a:lnTo>
                <a:close/>
              </a:path>
            </a:pathLst>
          </a:custGeom>
          <a:solidFill>
            <a:srgbClr val="666666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6196025" y="3315628"/>
            <a:ext cx="1778" cy="791314"/>
          </a:xfrm>
          <a:custGeom>
            <a:avLst/>
            <a:gdLst/>
            <a:ahLst/>
            <a:cxnLst/>
            <a:rect l="l" t="t" r="r" b="b"/>
            <a:pathLst>
              <a:path w="1778" h="791314">
                <a:moveTo>
                  <a:pt x="0" y="791314"/>
                </a:moveTo>
                <a:lnTo>
                  <a:pt x="1778" y="787088"/>
                </a:lnTo>
                <a:lnTo>
                  <a:pt x="1778" y="0"/>
                </a:lnTo>
                <a:lnTo>
                  <a:pt x="0" y="4226"/>
                </a:lnTo>
                <a:close/>
              </a:path>
            </a:pathLst>
          </a:custGeom>
          <a:solidFill>
            <a:srgbClr val="666666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5963717" y="3315628"/>
            <a:ext cx="1778" cy="791314"/>
          </a:xfrm>
          <a:custGeom>
            <a:avLst/>
            <a:gdLst/>
            <a:ahLst/>
            <a:cxnLst/>
            <a:rect l="l" t="t" r="r" b="b"/>
            <a:pathLst>
              <a:path w="1778" h="791314">
                <a:moveTo>
                  <a:pt x="0" y="787088"/>
                </a:moveTo>
                <a:lnTo>
                  <a:pt x="1778" y="791314"/>
                </a:lnTo>
                <a:lnTo>
                  <a:pt x="1778" y="4226"/>
                </a:lnTo>
                <a:lnTo>
                  <a:pt x="0" y="0"/>
                </a:lnTo>
                <a:close/>
              </a:path>
            </a:pathLst>
          </a:custGeom>
          <a:solidFill>
            <a:srgbClr val="959595"/>
          </a:solidFill>
          <a:ln w="6350">
            <a:solidFill>
              <a:srgbClr val="959595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5965495" y="3319853"/>
            <a:ext cx="5280" cy="791185"/>
          </a:xfrm>
          <a:custGeom>
            <a:avLst/>
            <a:gdLst/>
            <a:ahLst/>
            <a:cxnLst/>
            <a:rect l="l" t="t" r="r" b="b"/>
            <a:pathLst>
              <a:path w="5280" h="791185">
                <a:moveTo>
                  <a:pt x="0" y="787088"/>
                </a:moveTo>
                <a:lnTo>
                  <a:pt x="5280" y="791185"/>
                </a:lnTo>
                <a:lnTo>
                  <a:pt x="5280" y="4097"/>
                </a:lnTo>
                <a:lnTo>
                  <a:pt x="0" y="0"/>
                </a:lnTo>
                <a:close/>
              </a:path>
            </a:pathLst>
          </a:custGeom>
          <a:solidFill>
            <a:srgbClr val="9B9B9B"/>
          </a:solidFill>
          <a:ln w="6350">
            <a:solidFill>
              <a:srgbClr val="9B9B9B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5970775" y="3323951"/>
            <a:ext cx="8622" cy="790932"/>
          </a:xfrm>
          <a:custGeom>
            <a:avLst/>
            <a:gdLst/>
            <a:ahLst/>
            <a:cxnLst/>
            <a:rect l="l" t="t" r="r" b="b"/>
            <a:pathLst>
              <a:path w="8622" h="790932">
                <a:moveTo>
                  <a:pt x="0" y="787088"/>
                </a:moveTo>
                <a:lnTo>
                  <a:pt x="8622" y="790932"/>
                </a:lnTo>
                <a:lnTo>
                  <a:pt x="8622" y="3844"/>
                </a:lnTo>
                <a:lnTo>
                  <a:pt x="0" y="0"/>
                </a:lnTo>
                <a:close/>
              </a:path>
            </a:pathLst>
          </a:custGeom>
          <a:solidFill>
            <a:srgbClr val="9E9E9E"/>
          </a:solidFill>
          <a:ln w="6350">
            <a:solidFill>
              <a:srgbClr val="9E9E9E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5979398" y="3327795"/>
            <a:ext cx="11702" cy="790563"/>
          </a:xfrm>
          <a:custGeom>
            <a:avLst/>
            <a:gdLst/>
            <a:ahLst/>
            <a:cxnLst/>
            <a:rect l="l" t="t" r="r" b="b"/>
            <a:pathLst>
              <a:path w="11702" h="790563">
                <a:moveTo>
                  <a:pt x="0" y="787088"/>
                </a:moveTo>
                <a:lnTo>
                  <a:pt x="11702" y="790563"/>
                </a:lnTo>
                <a:lnTo>
                  <a:pt x="11702" y="3475"/>
                </a:lnTo>
                <a:lnTo>
                  <a:pt x="0" y="0"/>
                </a:lnTo>
                <a:close/>
              </a:path>
            </a:pathLst>
          </a:custGeom>
          <a:solidFill>
            <a:srgbClr val="A0A0A0"/>
          </a:solidFill>
          <a:ln w="6350">
            <a:solidFill>
              <a:srgbClr val="A0A0A0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5991100" y="3331270"/>
            <a:ext cx="14426" cy="790087"/>
          </a:xfrm>
          <a:custGeom>
            <a:avLst/>
            <a:gdLst/>
            <a:ahLst/>
            <a:cxnLst/>
            <a:rect l="l" t="t" r="r" b="b"/>
            <a:pathLst>
              <a:path w="14426" h="790087">
                <a:moveTo>
                  <a:pt x="0" y="787088"/>
                </a:moveTo>
                <a:lnTo>
                  <a:pt x="14426" y="790087"/>
                </a:lnTo>
                <a:lnTo>
                  <a:pt x="14426" y="2999"/>
                </a:lnTo>
                <a:lnTo>
                  <a:pt x="0" y="0"/>
                </a:lnTo>
                <a:close/>
              </a:path>
            </a:pathLst>
          </a:custGeom>
          <a:solidFill>
            <a:srgbClr val="A1A1A1"/>
          </a:solidFill>
          <a:ln w="6350">
            <a:solidFill>
              <a:srgbClr val="A1A1A1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6005526" y="3334269"/>
            <a:ext cx="16712" cy="789521"/>
          </a:xfrm>
          <a:custGeom>
            <a:avLst/>
            <a:gdLst/>
            <a:ahLst/>
            <a:cxnLst/>
            <a:rect l="l" t="t" r="r" b="b"/>
            <a:pathLst>
              <a:path w="16712" h="789521">
                <a:moveTo>
                  <a:pt x="0" y="787088"/>
                </a:moveTo>
                <a:lnTo>
                  <a:pt x="16712" y="789521"/>
                </a:lnTo>
                <a:lnTo>
                  <a:pt x="16712" y="2433"/>
                </a:lnTo>
                <a:lnTo>
                  <a:pt x="0" y="0"/>
                </a:lnTo>
                <a:close/>
              </a:path>
            </a:pathLst>
          </a:custGeom>
          <a:solidFill>
            <a:srgbClr val="9F9F9F"/>
          </a:solidFill>
          <a:ln w="6350">
            <a:solidFill>
              <a:srgbClr val="9F9F9F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6022238" y="3336702"/>
            <a:ext cx="18490" cy="788881"/>
          </a:xfrm>
          <a:custGeom>
            <a:avLst/>
            <a:gdLst/>
            <a:ahLst/>
            <a:cxnLst/>
            <a:rect l="l" t="t" r="r" b="b"/>
            <a:pathLst>
              <a:path w="18490" h="788881">
                <a:moveTo>
                  <a:pt x="0" y="787088"/>
                </a:moveTo>
                <a:lnTo>
                  <a:pt x="18490" y="788881"/>
                </a:lnTo>
                <a:lnTo>
                  <a:pt x="18490" y="1793"/>
                </a:lnTo>
                <a:lnTo>
                  <a:pt x="0" y="0"/>
                </a:lnTo>
                <a:close/>
              </a:path>
            </a:pathLst>
          </a:custGeom>
          <a:solidFill>
            <a:srgbClr val="9C9C9C"/>
          </a:solidFill>
          <a:ln w="6350">
            <a:solidFill>
              <a:srgbClr val="9C9C9C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5963717" y="3291293"/>
            <a:ext cx="234086" cy="835757"/>
          </a:xfrm>
          <a:custGeom>
            <a:avLst/>
            <a:gdLst/>
            <a:ahLst/>
            <a:cxnLst/>
            <a:rect l="l" t="t" r="r" b="b"/>
            <a:pathLst>
              <a:path w="234086" h="835757">
                <a:moveTo>
                  <a:pt x="0" y="24335"/>
                </a:moveTo>
                <a:lnTo>
                  <a:pt x="1778" y="20109"/>
                </a:lnTo>
                <a:lnTo>
                  <a:pt x="7059" y="16012"/>
                </a:lnTo>
                <a:lnTo>
                  <a:pt x="15681" y="12167"/>
                </a:lnTo>
                <a:lnTo>
                  <a:pt x="27383" y="8693"/>
                </a:lnTo>
                <a:lnTo>
                  <a:pt x="41809" y="5693"/>
                </a:lnTo>
                <a:lnTo>
                  <a:pt x="58522" y="3260"/>
                </a:lnTo>
                <a:lnTo>
                  <a:pt x="77012" y="1468"/>
                </a:lnTo>
                <a:lnTo>
                  <a:pt x="96719" y="370"/>
                </a:lnTo>
                <a:lnTo>
                  <a:pt x="117043" y="0"/>
                </a:lnTo>
                <a:lnTo>
                  <a:pt x="137368" y="370"/>
                </a:lnTo>
                <a:lnTo>
                  <a:pt x="157074" y="1468"/>
                </a:lnTo>
                <a:lnTo>
                  <a:pt x="175565" y="3260"/>
                </a:lnTo>
                <a:lnTo>
                  <a:pt x="192277" y="5693"/>
                </a:lnTo>
                <a:lnTo>
                  <a:pt x="206703" y="8693"/>
                </a:lnTo>
                <a:lnTo>
                  <a:pt x="218406" y="12167"/>
                </a:lnTo>
                <a:lnTo>
                  <a:pt x="227028" y="16012"/>
                </a:lnTo>
                <a:lnTo>
                  <a:pt x="232308" y="20109"/>
                </a:lnTo>
                <a:lnTo>
                  <a:pt x="234086" y="24335"/>
                </a:lnTo>
                <a:lnTo>
                  <a:pt x="234086" y="811423"/>
                </a:lnTo>
                <a:lnTo>
                  <a:pt x="232308" y="815648"/>
                </a:lnTo>
                <a:lnTo>
                  <a:pt x="227028" y="819746"/>
                </a:lnTo>
                <a:lnTo>
                  <a:pt x="218406" y="823590"/>
                </a:lnTo>
                <a:lnTo>
                  <a:pt x="206703" y="827065"/>
                </a:lnTo>
                <a:lnTo>
                  <a:pt x="192277" y="830064"/>
                </a:lnTo>
                <a:lnTo>
                  <a:pt x="175565" y="832497"/>
                </a:lnTo>
                <a:lnTo>
                  <a:pt x="157074" y="834290"/>
                </a:lnTo>
                <a:lnTo>
                  <a:pt x="137368" y="835388"/>
                </a:lnTo>
                <a:lnTo>
                  <a:pt x="117043" y="835757"/>
                </a:lnTo>
                <a:lnTo>
                  <a:pt x="96719" y="835388"/>
                </a:lnTo>
                <a:lnTo>
                  <a:pt x="77012" y="834290"/>
                </a:lnTo>
                <a:lnTo>
                  <a:pt x="58522" y="832497"/>
                </a:lnTo>
                <a:lnTo>
                  <a:pt x="41809" y="830064"/>
                </a:lnTo>
                <a:lnTo>
                  <a:pt x="27383" y="827065"/>
                </a:lnTo>
                <a:lnTo>
                  <a:pt x="15681" y="823590"/>
                </a:lnTo>
                <a:lnTo>
                  <a:pt x="7059" y="819746"/>
                </a:lnTo>
                <a:lnTo>
                  <a:pt x="1778" y="815648"/>
                </a:lnTo>
                <a:lnTo>
                  <a:pt x="0" y="811423"/>
                </a:lnTo>
                <a:close/>
              </a:path>
            </a:pathLst>
          </a:custGeom>
          <a:ln w="12700">
            <a:solidFill>
              <a:srgbClr val="000000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5963717" y="3291293"/>
            <a:ext cx="234086" cy="48669"/>
          </a:xfrm>
          <a:custGeom>
            <a:avLst/>
            <a:gdLst/>
            <a:ahLst/>
            <a:cxnLst/>
            <a:rect l="l" t="t" r="r" b="b"/>
            <a:pathLst>
              <a:path w="234086" h="48669">
                <a:moveTo>
                  <a:pt x="77012" y="47202"/>
                </a:moveTo>
                <a:lnTo>
                  <a:pt x="96719" y="48300"/>
                </a:lnTo>
                <a:lnTo>
                  <a:pt x="117043" y="48669"/>
                </a:lnTo>
                <a:lnTo>
                  <a:pt x="137368" y="48300"/>
                </a:lnTo>
                <a:lnTo>
                  <a:pt x="157074" y="47202"/>
                </a:lnTo>
                <a:lnTo>
                  <a:pt x="175565" y="45409"/>
                </a:lnTo>
                <a:lnTo>
                  <a:pt x="192277" y="42976"/>
                </a:lnTo>
                <a:lnTo>
                  <a:pt x="206703" y="39977"/>
                </a:lnTo>
                <a:lnTo>
                  <a:pt x="218406" y="36502"/>
                </a:lnTo>
                <a:lnTo>
                  <a:pt x="227028" y="32658"/>
                </a:lnTo>
                <a:lnTo>
                  <a:pt x="232308" y="28560"/>
                </a:lnTo>
                <a:lnTo>
                  <a:pt x="234086" y="24335"/>
                </a:lnTo>
                <a:lnTo>
                  <a:pt x="232308" y="20109"/>
                </a:lnTo>
                <a:lnTo>
                  <a:pt x="227028" y="16012"/>
                </a:lnTo>
                <a:lnTo>
                  <a:pt x="218406" y="12167"/>
                </a:lnTo>
                <a:lnTo>
                  <a:pt x="206703" y="8693"/>
                </a:lnTo>
                <a:lnTo>
                  <a:pt x="192277" y="5693"/>
                </a:lnTo>
                <a:lnTo>
                  <a:pt x="175565" y="3260"/>
                </a:lnTo>
                <a:lnTo>
                  <a:pt x="157074" y="1468"/>
                </a:lnTo>
                <a:lnTo>
                  <a:pt x="137368" y="370"/>
                </a:lnTo>
                <a:lnTo>
                  <a:pt x="117043" y="0"/>
                </a:lnTo>
                <a:lnTo>
                  <a:pt x="96719" y="370"/>
                </a:lnTo>
                <a:lnTo>
                  <a:pt x="77012" y="1468"/>
                </a:lnTo>
                <a:lnTo>
                  <a:pt x="58522" y="3260"/>
                </a:lnTo>
                <a:lnTo>
                  <a:pt x="41809" y="5693"/>
                </a:lnTo>
                <a:lnTo>
                  <a:pt x="27383" y="8693"/>
                </a:lnTo>
                <a:lnTo>
                  <a:pt x="15681" y="12167"/>
                </a:lnTo>
                <a:lnTo>
                  <a:pt x="7059" y="16012"/>
                </a:lnTo>
                <a:lnTo>
                  <a:pt x="1778" y="20109"/>
                </a:lnTo>
                <a:lnTo>
                  <a:pt x="0" y="24335"/>
                </a:lnTo>
                <a:lnTo>
                  <a:pt x="1778" y="28560"/>
                </a:lnTo>
                <a:lnTo>
                  <a:pt x="7059" y="32658"/>
                </a:lnTo>
                <a:lnTo>
                  <a:pt x="15681" y="36502"/>
                </a:lnTo>
                <a:lnTo>
                  <a:pt x="27383" y="39977"/>
                </a:lnTo>
                <a:lnTo>
                  <a:pt x="41809" y="42976"/>
                </a:lnTo>
                <a:lnTo>
                  <a:pt x="58522" y="45409"/>
                </a:lnTo>
                <a:close/>
              </a:path>
            </a:pathLst>
          </a:custGeom>
          <a:solidFill>
            <a:srgbClr val="B5B5B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5845729" y="3285918"/>
            <a:ext cx="329954" cy="225318"/>
          </a:xfrm>
          <a:custGeom>
            <a:avLst/>
            <a:gdLst/>
            <a:ahLst/>
            <a:cxnLst/>
            <a:rect l="l" t="t" r="r" b="b"/>
            <a:pathLst>
              <a:path w="329954" h="225318">
                <a:moveTo>
                  <a:pt x="0" y="200350"/>
                </a:moveTo>
                <a:lnTo>
                  <a:pt x="0" y="0"/>
                </a:lnTo>
                <a:lnTo>
                  <a:pt x="329954" y="24969"/>
                </a:lnTo>
                <a:lnTo>
                  <a:pt x="329954" y="225318"/>
                </a:lnTo>
                <a:close/>
              </a:path>
            </a:pathLst>
          </a:custGeom>
          <a:solidFill>
            <a:srgbClr val="5F5F5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5845729" y="3205883"/>
            <a:ext cx="470063" cy="105004"/>
          </a:xfrm>
          <a:custGeom>
            <a:avLst/>
            <a:gdLst/>
            <a:ahLst/>
            <a:cxnLst/>
            <a:rect l="l" t="t" r="r" b="b"/>
            <a:pathLst>
              <a:path w="470063" h="105004">
                <a:moveTo>
                  <a:pt x="140109" y="0"/>
                </a:moveTo>
                <a:lnTo>
                  <a:pt x="470063" y="24969"/>
                </a:lnTo>
                <a:lnTo>
                  <a:pt x="329954" y="105004"/>
                </a:lnTo>
                <a:lnTo>
                  <a:pt x="0" y="80035"/>
                </a:lnTo>
                <a:close/>
              </a:path>
            </a:pathLst>
          </a:custGeom>
          <a:solidFill>
            <a:srgbClr val="67676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6175682" y="3230852"/>
            <a:ext cx="140109" cy="280384"/>
          </a:xfrm>
          <a:custGeom>
            <a:avLst/>
            <a:gdLst/>
            <a:ahLst/>
            <a:cxnLst/>
            <a:rect l="l" t="t" r="r" b="b"/>
            <a:pathLst>
              <a:path w="140109" h="280384">
                <a:moveTo>
                  <a:pt x="140109" y="200350"/>
                </a:moveTo>
                <a:lnTo>
                  <a:pt x="0" y="280384"/>
                </a:lnTo>
                <a:lnTo>
                  <a:pt x="0" y="80035"/>
                </a:lnTo>
                <a:lnTo>
                  <a:pt x="140109" y="0"/>
                </a:lnTo>
                <a:close/>
              </a:path>
            </a:pathLst>
          </a:custGeom>
          <a:solidFill>
            <a:srgbClr val="5C5C5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5349240" y="2011680"/>
            <a:ext cx="1463040" cy="1463040"/>
          </a:xfrm>
          <a:custGeom>
            <a:avLst/>
            <a:gdLst/>
            <a:ahLst/>
            <a:cxnLst/>
            <a:rect l="l" t="t" r="r" b="b"/>
            <a:pathLst>
              <a:path w="1463040" h="1463040">
                <a:moveTo>
                  <a:pt x="1463040" y="731520"/>
                </a:moveTo>
                <a:lnTo>
                  <a:pt x="1456782" y="827003"/>
                </a:lnTo>
                <a:lnTo>
                  <a:pt x="1438114" y="920851"/>
                </a:lnTo>
                <a:lnTo>
                  <a:pt x="1407356" y="1011461"/>
                </a:lnTo>
                <a:lnTo>
                  <a:pt x="1365035" y="1097280"/>
                </a:lnTo>
                <a:lnTo>
                  <a:pt x="1311874" y="1176841"/>
                </a:lnTo>
                <a:lnTo>
                  <a:pt x="1248783" y="1248783"/>
                </a:lnTo>
                <a:lnTo>
                  <a:pt x="1176841" y="1311874"/>
                </a:lnTo>
                <a:lnTo>
                  <a:pt x="1097280" y="1365035"/>
                </a:lnTo>
                <a:lnTo>
                  <a:pt x="1011461" y="1407356"/>
                </a:lnTo>
                <a:lnTo>
                  <a:pt x="920851" y="1438114"/>
                </a:lnTo>
                <a:lnTo>
                  <a:pt x="827003" y="1456782"/>
                </a:lnTo>
                <a:lnTo>
                  <a:pt x="731520" y="1463040"/>
                </a:lnTo>
                <a:lnTo>
                  <a:pt x="636037" y="1456782"/>
                </a:lnTo>
                <a:lnTo>
                  <a:pt x="542189" y="1438114"/>
                </a:lnTo>
                <a:lnTo>
                  <a:pt x="451579" y="1407356"/>
                </a:lnTo>
                <a:lnTo>
                  <a:pt x="365760" y="1365035"/>
                </a:lnTo>
                <a:lnTo>
                  <a:pt x="286199" y="1311874"/>
                </a:lnTo>
                <a:lnTo>
                  <a:pt x="214257" y="1248783"/>
                </a:lnTo>
                <a:lnTo>
                  <a:pt x="151166" y="1176841"/>
                </a:lnTo>
                <a:lnTo>
                  <a:pt x="98005" y="1097280"/>
                </a:lnTo>
                <a:lnTo>
                  <a:pt x="55684" y="1011461"/>
                </a:lnTo>
                <a:lnTo>
                  <a:pt x="24926" y="920851"/>
                </a:lnTo>
                <a:lnTo>
                  <a:pt x="6258" y="827003"/>
                </a:lnTo>
                <a:lnTo>
                  <a:pt x="0" y="731520"/>
                </a:lnTo>
                <a:lnTo>
                  <a:pt x="6258" y="636037"/>
                </a:lnTo>
                <a:lnTo>
                  <a:pt x="24926" y="542189"/>
                </a:lnTo>
                <a:lnTo>
                  <a:pt x="55684" y="451579"/>
                </a:lnTo>
                <a:lnTo>
                  <a:pt x="98005" y="365760"/>
                </a:lnTo>
                <a:lnTo>
                  <a:pt x="151166" y="286199"/>
                </a:lnTo>
                <a:lnTo>
                  <a:pt x="214257" y="214257"/>
                </a:lnTo>
                <a:lnTo>
                  <a:pt x="286199" y="151166"/>
                </a:lnTo>
                <a:lnTo>
                  <a:pt x="365760" y="98005"/>
                </a:lnTo>
                <a:lnTo>
                  <a:pt x="451579" y="55684"/>
                </a:lnTo>
                <a:lnTo>
                  <a:pt x="542189" y="24926"/>
                </a:lnTo>
                <a:lnTo>
                  <a:pt x="636037" y="6258"/>
                </a:lnTo>
                <a:lnTo>
                  <a:pt x="731520" y="0"/>
                </a:lnTo>
                <a:lnTo>
                  <a:pt x="827003" y="6258"/>
                </a:lnTo>
                <a:lnTo>
                  <a:pt x="920851" y="24926"/>
                </a:lnTo>
                <a:lnTo>
                  <a:pt x="1011461" y="55684"/>
                </a:lnTo>
                <a:lnTo>
                  <a:pt x="1097280" y="98005"/>
                </a:lnTo>
                <a:lnTo>
                  <a:pt x="1176841" y="151166"/>
                </a:lnTo>
                <a:lnTo>
                  <a:pt x="1248783" y="214257"/>
                </a:lnTo>
                <a:lnTo>
                  <a:pt x="1311874" y="286199"/>
                </a:lnTo>
                <a:lnTo>
                  <a:pt x="1365035" y="365760"/>
                </a:lnTo>
                <a:lnTo>
                  <a:pt x="1407356" y="451579"/>
                </a:lnTo>
                <a:lnTo>
                  <a:pt x="1438114" y="542189"/>
                </a:lnTo>
                <a:lnTo>
                  <a:pt x="1456782" y="636037"/>
                </a:lnTo>
                <a:close/>
              </a:path>
            </a:pathLst>
          </a:custGeom>
          <a:solidFill>
            <a:srgbClr val="5F5F5F"/>
          </a:solidFill>
          <a:ln/>
        </p:spPr>
      </p:sp>
      <p:sp>
        <p:nvSpPr>
          <p:cNvPr id="132" name="Shape 130"/>
          <p:cNvSpPr/>
          <p:nvPr/>
        </p:nvSpPr>
        <p:spPr>
          <a:xfrm>
            <a:off x="5375489" y="2035760"/>
            <a:ext cx="1392470" cy="1392470"/>
          </a:xfrm>
          <a:custGeom>
            <a:avLst/>
            <a:gdLst/>
            <a:ahLst/>
            <a:cxnLst/>
            <a:rect l="l" t="t" r="r" b="b"/>
            <a:pathLst>
              <a:path w="1392470" h="1392470">
                <a:moveTo>
                  <a:pt x="1392470" y="696235"/>
                </a:moveTo>
                <a:lnTo>
                  <a:pt x="1386513" y="787112"/>
                </a:lnTo>
                <a:lnTo>
                  <a:pt x="1368746" y="876434"/>
                </a:lnTo>
                <a:lnTo>
                  <a:pt x="1339472" y="962672"/>
                </a:lnTo>
                <a:lnTo>
                  <a:pt x="1299192" y="1044352"/>
                </a:lnTo>
                <a:lnTo>
                  <a:pt x="1248595" y="1120076"/>
                </a:lnTo>
                <a:lnTo>
                  <a:pt x="1188547" y="1188547"/>
                </a:lnTo>
                <a:lnTo>
                  <a:pt x="1120076" y="1248595"/>
                </a:lnTo>
                <a:lnTo>
                  <a:pt x="1044352" y="1299192"/>
                </a:lnTo>
                <a:lnTo>
                  <a:pt x="962672" y="1339472"/>
                </a:lnTo>
                <a:lnTo>
                  <a:pt x="876434" y="1368746"/>
                </a:lnTo>
                <a:lnTo>
                  <a:pt x="787112" y="1386513"/>
                </a:lnTo>
                <a:lnTo>
                  <a:pt x="696235" y="1392470"/>
                </a:lnTo>
                <a:lnTo>
                  <a:pt x="605358" y="1386513"/>
                </a:lnTo>
                <a:lnTo>
                  <a:pt x="516036" y="1368746"/>
                </a:lnTo>
                <a:lnTo>
                  <a:pt x="429797" y="1339472"/>
                </a:lnTo>
                <a:lnTo>
                  <a:pt x="348117" y="1299192"/>
                </a:lnTo>
                <a:lnTo>
                  <a:pt x="272394" y="1248595"/>
                </a:lnTo>
                <a:lnTo>
                  <a:pt x="203922" y="1188547"/>
                </a:lnTo>
                <a:lnTo>
                  <a:pt x="143875" y="1120076"/>
                </a:lnTo>
                <a:lnTo>
                  <a:pt x="93278" y="1044352"/>
                </a:lnTo>
                <a:lnTo>
                  <a:pt x="52998" y="962672"/>
                </a:lnTo>
                <a:lnTo>
                  <a:pt x="23724" y="876434"/>
                </a:lnTo>
                <a:lnTo>
                  <a:pt x="5956" y="787112"/>
                </a:lnTo>
                <a:lnTo>
                  <a:pt x="0" y="696235"/>
                </a:lnTo>
                <a:lnTo>
                  <a:pt x="5956" y="605358"/>
                </a:lnTo>
                <a:lnTo>
                  <a:pt x="23724" y="516036"/>
                </a:lnTo>
                <a:lnTo>
                  <a:pt x="52998" y="429797"/>
                </a:lnTo>
                <a:lnTo>
                  <a:pt x="93278" y="348117"/>
                </a:lnTo>
                <a:lnTo>
                  <a:pt x="143875" y="272394"/>
                </a:lnTo>
                <a:lnTo>
                  <a:pt x="203922" y="203922"/>
                </a:lnTo>
                <a:lnTo>
                  <a:pt x="272394" y="143875"/>
                </a:lnTo>
                <a:lnTo>
                  <a:pt x="348117" y="93278"/>
                </a:lnTo>
                <a:lnTo>
                  <a:pt x="429797" y="52998"/>
                </a:lnTo>
                <a:lnTo>
                  <a:pt x="516036" y="23724"/>
                </a:lnTo>
                <a:lnTo>
                  <a:pt x="605358" y="5956"/>
                </a:lnTo>
                <a:lnTo>
                  <a:pt x="696235" y="0"/>
                </a:lnTo>
                <a:lnTo>
                  <a:pt x="787112" y="5956"/>
                </a:lnTo>
                <a:lnTo>
                  <a:pt x="876434" y="23724"/>
                </a:lnTo>
                <a:lnTo>
                  <a:pt x="962672" y="52998"/>
                </a:lnTo>
                <a:lnTo>
                  <a:pt x="1044352" y="93278"/>
                </a:lnTo>
                <a:lnTo>
                  <a:pt x="1120076" y="143875"/>
                </a:lnTo>
                <a:lnTo>
                  <a:pt x="1188547" y="203922"/>
                </a:lnTo>
                <a:lnTo>
                  <a:pt x="1248595" y="272394"/>
                </a:lnTo>
                <a:lnTo>
                  <a:pt x="1299192" y="348117"/>
                </a:lnTo>
                <a:lnTo>
                  <a:pt x="1339472" y="429797"/>
                </a:lnTo>
                <a:lnTo>
                  <a:pt x="1368746" y="516036"/>
                </a:lnTo>
                <a:lnTo>
                  <a:pt x="1386513" y="605358"/>
                </a:lnTo>
                <a:close/>
              </a:path>
            </a:pathLst>
          </a:custGeom>
          <a:solidFill>
            <a:srgbClr val="666666"/>
          </a:solidFill>
          <a:ln/>
        </p:spPr>
      </p:sp>
      <p:sp>
        <p:nvSpPr>
          <p:cNvPr id="133" name="Shape 131"/>
          <p:cNvSpPr/>
          <p:nvPr/>
        </p:nvSpPr>
        <p:spPr>
          <a:xfrm>
            <a:off x="5401737" y="2059840"/>
            <a:ext cx="1321900" cy="1321900"/>
          </a:xfrm>
          <a:custGeom>
            <a:avLst/>
            <a:gdLst/>
            <a:ahLst/>
            <a:cxnLst/>
            <a:rect l="l" t="t" r="r" b="b"/>
            <a:pathLst>
              <a:path w="1321900" h="1321900">
                <a:moveTo>
                  <a:pt x="1321900" y="660950"/>
                </a:moveTo>
                <a:lnTo>
                  <a:pt x="1316245" y="747221"/>
                </a:lnTo>
                <a:lnTo>
                  <a:pt x="1299378" y="832016"/>
                </a:lnTo>
                <a:lnTo>
                  <a:pt x="1271588" y="913884"/>
                </a:lnTo>
                <a:lnTo>
                  <a:pt x="1233349" y="991425"/>
                </a:lnTo>
                <a:lnTo>
                  <a:pt x="1185317" y="1063311"/>
                </a:lnTo>
                <a:lnTo>
                  <a:pt x="1128312" y="1128312"/>
                </a:lnTo>
                <a:lnTo>
                  <a:pt x="1063311" y="1185317"/>
                </a:lnTo>
                <a:lnTo>
                  <a:pt x="991425" y="1233349"/>
                </a:lnTo>
                <a:lnTo>
                  <a:pt x="913884" y="1271588"/>
                </a:lnTo>
                <a:lnTo>
                  <a:pt x="832016" y="1299378"/>
                </a:lnTo>
                <a:lnTo>
                  <a:pt x="747221" y="1316245"/>
                </a:lnTo>
                <a:lnTo>
                  <a:pt x="660950" y="1321900"/>
                </a:lnTo>
                <a:lnTo>
                  <a:pt x="574679" y="1316245"/>
                </a:lnTo>
                <a:lnTo>
                  <a:pt x="489883" y="1299378"/>
                </a:lnTo>
                <a:lnTo>
                  <a:pt x="408015" y="1271588"/>
                </a:lnTo>
                <a:lnTo>
                  <a:pt x="330475" y="1233349"/>
                </a:lnTo>
                <a:lnTo>
                  <a:pt x="258589" y="1185317"/>
                </a:lnTo>
                <a:lnTo>
                  <a:pt x="193588" y="1128312"/>
                </a:lnTo>
                <a:lnTo>
                  <a:pt x="136583" y="1063311"/>
                </a:lnTo>
                <a:lnTo>
                  <a:pt x="88550" y="991425"/>
                </a:lnTo>
                <a:lnTo>
                  <a:pt x="50312" y="913884"/>
                </a:lnTo>
                <a:lnTo>
                  <a:pt x="22521" y="832016"/>
                </a:lnTo>
                <a:lnTo>
                  <a:pt x="5655" y="747221"/>
                </a:lnTo>
                <a:lnTo>
                  <a:pt x="0" y="660950"/>
                </a:lnTo>
                <a:lnTo>
                  <a:pt x="5655" y="574679"/>
                </a:lnTo>
                <a:lnTo>
                  <a:pt x="22521" y="489883"/>
                </a:lnTo>
                <a:lnTo>
                  <a:pt x="50312" y="408015"/>
                </a:lnTo>
                <a:lnTo>
                  <a:pt x="88550" y="330475"/>
                </a:lnTo>
                <a:lnTo>
                  <a:pt x="136583" y="258589"/>
                </a:lnTo>
                <a:lnTo>
                  <a:pt x="193588" y="193588"/>
                </a:lnTo>
                <a:lnTo>
                  <a:pt x="258589" y="136583"/>
                </a:lnTo>
                <a:lnTo>
                  <a:pt x="330475" y="88550"/>
                </a:lnTo>
                <a:lnTo>
                  <a:pt x="408015" y="50312"/>
                </a:lnTo>
                <a:lnTo>
                  <a:pt x="489883" y="22521"/>
                </a:lnTo>
                <a:lnTo>
                  <a:pt x="574679" y="5655"/>
                </a:lnTo>
                <a:lnTo>
                  <a:pt x="660950" y="0"/>
                </a:lnTo>
                <a:lnTo>
                  <a:pt x="747221" y="5655"/>
                </a:lnTo>
                <a:lnTo>
                  <a:pt x="832016" y="22521"/>
                </a:lnTo>
                <a:lnTo>
                  <a:pt x="913884" y="50312"/>
                </a:lnTo>
                <a:lnTo>
                  <a:pt x="991425" y="88550"/>
                </a:lnTo>
                <a:lnTo>
                  <a:pt x="1063311" y="136583"/>
                </a:lnTo>
                <a:lnTo>
                  <a:pt x="1128312" y="193588"/>
                </a:lnTo>
                <a:lnTo>
                  <a:pt x="1185317" y="258589"/>
                </a:lnTo>
                <a:lnTo>
                  <a:pt x="1233349" y="330475"/>
                </a:lnTo>
                <a:lnTo>
                  <a:pt x="1271588" y="408015"/>
                </a:lnTo>
                <a:lnTo>
                  <a:pt x="1299378" y="489883"/>
                </a:lnTo>
                <a:lnTo>
                  <a:pt x="1316245" y="574679"/>
                </a:lnTo>
                <a:close/>
              </a:path>
            </a:pathLst>
          </a:custGeom>
          <a:solidFill>
            <a:srgbClr val="6D6D6D"/>
          </a:solidFill>
          <a:ln/>
        </p:spPr>
      </p:sp>
      <p:sp>
        <p:nvSpPr>
          <p:cNvPr id="134" name="Shape 132"/>
          <p:cNvSpPr/>
          <p:nvPr/>
        </p:nvSpPr>
        <p:spPr>
          <a:xfrm>
            <a:off x="5427986" y="2083920"/>
            <a:ext cx="1251330" cy="1251330"/>
          </a:xfrm>
          <a:custGeom>
            <a:avLst/>
            <a:gdLst/>
            <a:ahLst/>
            <a:cxnLst/>
            <a:rect l="l" t="t" r="r" b="b"/>
            <a:pathLst>
              <a:path w="1251330" h="1251330">
                <a:moveTo>
                  <a:pt x="1251330" y="625665"/>
                </a:moveTo>
                <a:lnTo>
                  <a:pt x="1245977" y="707330"/>
                </a:lnTo>
                <a:lnTo>
                  <a:pt x="1230010" y="787599"/>
                </a:lnTo>
                <a:lnTo>
                  <a:pt x="1203704" y="865096"/>
                </a:lnTo>
                <a:lnTo>
                  <a:pt x="1167506" y="938497"/>
                </a:lnTo>
                <a:lnTo>
                  <a:pt x="1122038" y="1006545"/>
                </a:lnTo>
                <a:lnTo>
                  <a:pt x="1068077" y="1068077"/>
                </a:lnTo>
                <a:lnTo>
                  <a:pt x="1006545" y="1122038"/>
                </a:lnTo>
                <a:lnTo>
                  <a:pt x="938497" y="1167506"/>
                </a:lnTo>
                <a:lnTo>
                  <a:pt x="865096" y="1203704"/>
                </a:lnTo>
                <a:lnTo>
                  <a:pt x="787599" y="1230010"/>
                </a:lnTo>
                <a:lnTo>
                  <a:pt x="707330" y="1245977"/>
                </a:lnTo>
                <a:lnTo>
                  <a:pt x="625665" y="1251330"/>
                </a:lnTo>
                <a:lnTo>
                  <a:pt x="543999" y="1245977"/>
                </a:lnTo>
                <a:lnTo>
                  <a:pt x="463731" y="1230010"/>
                </a:lnTo>
                <a:lnTo>
                  <a:pt x="386233" y="1203704"/>
                </a:lnTo>
                <a:lnTo>
                  <a:pt x="312832" y="1167506"/>
                </a:lnTo>
                <a:lnTo>
                  <a:pt x="244784" y="1122038"/>
                </a:lnTo>
                <a:lnTo>
                  <a:pt x="183253" y="1068077"/>
                </a:lnTo>
                <a:lnTo>
                  <a:pt x="129292" y="1006545"/>
                </a:lnTo>
                <a:lnTo>
                  <a:pt x="83823" y="938497"/>
                </a:lnTo>
                <a:lnTo>
                  <a:pt x="47626" y="865096"/>
                </a:lnTo>
                <a:lnTo>
                  <a:pt x="21319" y="787599"/>
                </a:lnTo>
                <a:lnTo>
                  <a:pt x="5353" y="707330"/>
                </a:lnTo>
                <a:lnTo>
                  <a:pt x="0" y="625665"/>
                </a:lnTo>
                <a:lnTo>
                  <a:pt x="5353" y="543999"/>
                </a:lnTo>
                <a:lnTo>
                  <a:pt x="21319" y="463731"/>
                </a:lnTo>
                <a:lnTo>
                  <a:pt x="47626" y="386233"/>
                </a:lnTo>
                <a:lnTo>
                  <a:pt x="83823" y="312832"/>
                </a:lnTo>
                <a:lnTo>
                  <a:pt x="129292" y="244784"/>
                </a:lnTo>
                <a:lnTo>
                  <a:pt x="183253" y="183253"/>
                </a:lnTo>
                <a:lnTo>
                  <a:pt x="244784" y="129292"/>
                </a:lnTo>
                <a:lnTo>
                  <a:pt x="312832" y="83823"/>
                </a:lnTo>
                <a:lnTo>
                  <a:pt x="386233" y="47626"/>
                </a:lnTo>
                <a:lnTo>
                  <a:pt x="463731" y="21319"/>
                </a:lnTo>
                <a:lnTo>
                  <a:pt x="543999" y="5353"/>
                </a:lnTo>
                <a:lnTo>
                  <a:pt x="625665" y="0"/>
                </a:lnTo>
                <a:lnTo>
                  <a:pt x="707330" y="5353"/>
                </a:lnTo>
                <a:lnTo>
                  <a:pt x="787599" y="21319"/>
                </a:lnTo>
                <a:lnTo>
                  <a:pt x="865096" y="47626"/>
                </a:lnTo>
                <a:lnTo>
                  <a:pt x="938497" y="83823"/>
                </a:lnTo>
                <a:lnTo>
                  <a:pt x="1006545" y="129292"/>
                </a:lnTo>
                <a:lnTo>
                  <a:pt x="1068077" y="183253"/>
                </a:lnTo>
                <a:lnTo>
                  <a:pt x="1122038" y="244784"/>
                </a:lnTo>
                <a:lnTo>
                  <a:pt x="1167506" y="312832"/>
                </a:lnTo>
                <a:lnTo>
                  <a:pt x="1203704" y="386233"/>
                </a:lnTo>
                <a:lnTo>
                  <a:pt x="1230010" y="463731"/>
                </a:lnTo>
                <a:lnTo>
                  <a:pt x="1245977" y="543999"/>
                </a:lnTo>
                <a:close/>
              </a:path>
            </a:pathLst>
          </a:custGeom>
          <a:solidFill>
            <a:srgbClr val="747474"/>
          </a:solidFill>
          <a:ln/>
        </p:spPr>
      </p:sp>
      <p:sp>
        <p:nvSpPr>
          <p:cNvPr id="135" name="Shape 133"/>
          <p:cNvSpPr/>
          <p:nvPr/>
        </p:nvSpPr>
        <p:spPr>
          <a:xfrm>
            <a:off x="5454235" y="2108000"/>
            <a:ext cx="1180759" cy="1180759"/>
          </a:xfrm>
          <a:custGeom>
            <a:avLst/>
            <a:gdLst/>
            <a:ahLst/>
            <a:cxnLst/>
            <a:rect l="l" t="t" r="r" b="b"/>
            <a:pathLst>
              <a:path w="1180759" h="1180759">
                <a:moveTo>
                  <a:pt x="1180759" y="590380"/>
                </a:moveTo>
                <a:lnTo>
                  <a:pt x="1175709" y="667440"/>
                </a:lnTo>
                <a:lnTo>
                  <a:pt x="1160643" y="743181"/>
                </a:lnTo>
                <a:lnTo>
                  <a:pt x="1135819" y="816308"/>
                </a:lnTo>
                <a:lnTo>
                  <a:pt x="1101663" y="885570"/>
                </a:lnTo>
                <a:lnTo>
                  <a:pt x="1058759" y="949780"/>
                </a:lnTo>
                <a:lnTo>
                  <a:pt x="1007841" y="1007841"/>
                </a:lnTo>
                <a:lnTo>
                  <a:pt x="949780" y="1058759"/>
                </a:lnTo>
                <a:lnTo>
                  <a:pt x="885570" y="1101663"/>
                </a:lnTo>
                <a:lnTo>
                  <a:pt x="816308" y="1135819"/>
                </a:lnTo>
                <a:lnTo>
                  <a:pt x="743181" y="1160643"/>
                </a:lnTo>
                <a:lnTo>
                  <a:pt x="667440" y="1175709"/>
                </a:lnTo>
                <a:lnTo>
                  <a:pt x="590380" y="1180759"/>
                </a:lnTo>
                <a:lnTo>
                  <a:pt x="513320" y="1175709"/>
                </a:lnTo>
                <a:lnTo>
                  <a:pt x="437578" y="1160643"/>
                </a:lnTo>
                <a:lnTo>
                  <a:pt x="364451" y="1135819"/>
                </a:lnTo>
                <a:lnTo>
                  <a:pt x="295190" y="1101663"/>
                </a:lnTo>
                <a:lnTo>
                  <a:pt x="230979" y="1058759"/>
                </a:lnTo>
                <a:lnTo>
                  <a:pt x="172918" y="1007841"/>
                </a:lnTo>
                <a:lnTo>
                  <a:pt x="122000" y="949780"/>
                </a:lnTo>
                <a:lnTo>
                  <a:pt x="79096" y="885570"/>
                </a:lnTo>
                <a:lnTo>
                  <a:pt x="44940" y="816308"/>
                </a:lnTo>
                <a:lnTo>
                  <a:pt x="20117" y="743181"/>
                </a:lnTo>
                <a:lnTo>
                  <a:pt x="5051" y="667440"/>
                </a:lnTo>
                <a:lnTo>
                  <a:pt x="0" y="590380"/>
                </a:lnTo>
                <a:lnTo>
                  <a:pt x="5051" y="513320"/>
                </a:lnTo>
                <a:lnTo>
                  <a:pt x="20117" y="437578"/>
                </a:lnTo>
                <a:lnTo>
                  <a:pt x="44940" y="364451"/>
                </a:lnTo>
                <a:lnTo>
                  <a:pt x="79096" y="295190"/>
                </a:lnTo>
                <a:lnTo>
                  <a:pt x="122000" y="230979"/>
                </a:lnTo>
                <a:lnTo>
                  <a:pt x="172918" y="172918"/>
                </a:lnTo>
                <a:lnTo>
                  <a:pt x="230979" y="122000"/>
                </a:lnTo>
                <a:lnTo>
                  <a:pt x="295190" y="79096"/>
                </a:lnTo>
                <a:lnTo>
                  <a:pt x="364451" y="44940"/>
                </a:lnTo>
                <a:lnTo>
                  <a:pt x="437578" y="20117"/>
                </a:lnTo>
                <a:lnTo>
                  <a:pt x="513320" y="5051"/>
                </a:lnTo>
                <a:lnTo>
                  <a:pt x="590380" y="0"/>
                </a:lnTo>
                <a:lnTo>
                  <a:pt x="667440" y="5051"/>
                </a:lnTo>
                <a:lnTo>
                  <a:pt x="743181" y="20117"/>
                </a:lnTo>
                <a:lnTo>
                  <a:pt x="816308" y="44940"/>
                </a:lnTo>
                <a:lnTo>
                  <a:pt x="885570" y="79096"/>
                </a:lnTo>
                <a:lnTo>
                  <a:pt x="949780" y="122000"/>
                </a:lnTo>
                <a:lnTo>
                  <a:pt x="1007841" y="172918"/>
                </a:lnTo>
                <a:lnTo>
                  <a:pt x="1058759" y="230979"/>
                </a:lnTo>
                <a:lnTo>
                  <a:pt x="1101663" y="295190"/>
                </a:lnTo>
                <a:lnTo>
                  <a:pt x="1135819" y="364451"/>
                </a:lnTo>
                <a:lnTo>
                  <a:pt x="1160643" y="437578"/>
                </a:lnTo>
                <a:lnTo>
                  <a:pt x="1175709" y="513320"/>
                </a:lnTo>
                <a:close/>
              </a:path>
            </a:pathLst>
          </a:custGeom>
          <a:solidFill>
            <a:srgbClr val="7B7B7B"/>
          </a:solidFill>
          <a:ln/>
        </p:spPr>
      </p:sp>
      <p:sp>
        <p:nvSpPr>
          <p:cNvPr id="136" name="Shape 134"/>
          <p:cNvSpPr/>
          <p:nvPr/>
        </p:nvSpPr>
        <p:spPr>
          <a:xfrm>
            <a:off x="5480483" y="2132080"/>
            <a:ext cx="1110189" cy="1110189"/>
          </a:xfrm>
          <a:custGeom>
            <a:avLst/>
            <a:gdLst/>
            <a:ahLst/>
            <a:cxnLst/>
            <a:rect l="l" t="t" r="r" b="b"/>
            <a:pathLst>
              <a:path w="1110189" h="1110189">
                <a:moveTo>
                  <a:pt x="1110189" y="555095"/>
                </a:moveTo>
                <a:lnTo>
                  <a:pt x="1105440" y="627549"/>
                </a:lnTo>
                <a:lnTo>
                  <a:pt x="1091275" y="698764"/>
                </a:lnTo>
                <a:lnTo>
                  <a:pt x="1067935" y="767520"/>
                </a:lnTo>
                <a:lnTo>
                  <a:pt x="1035821" y="832642"/>
                </a:lnTo>
                <a:lnTo>
                  <a:pt x="995481" y="893015"/>
                </a:lnTo>
                <a:lnTo>
                  <a:pt x="947606" y="947606"/>
                </a:lnTo>
                <a:lnTo>
                  <a:pt x="893015" y="995481"/>
                </a:lnTo>
                <a:lnTo>
                  <a:pt x="832642" y="1035821"/>
                </a:lnTo>
                <a:lnTo>
                  <a:pt x="767520" y="1067935"/>
                </a:lnTo>
                <a:lnTo>
                  <a:pt x="698764" y="1091275"/>
                </a:lnTo>
                <a:lnTo>
                  <a:pt x="627549" y="1105440"/>
                </a:lnTo>
                <a:lnTo>
                  <a:pt x="555095" y="1110189"/>
                </a:lnTo>
                <a:lnTo>
                  <a:pt x="482640" y="1105440"/>
                </a:lnTo>
                <a:lnTo>
                  <a:pt x="411426" y="1091275"/>
                </a:lnTo>
                <a:lnTo>
                  <a:pt x="342669" y="1067935"/>
                </a:lnTo>
                <a:lnTo>
                  <a:pt x="277547" y="1035821"/>
                </a:lnTo>
                <a:lnTo>
                  <a:pt x="217174" y="995481"/>
                </a:lnTo>
                <a:lnTo>
                  <a:pt x="162583" y="947606"/>
                </a:lnTo>
                <a:lnTo>
                  <a:pt x="114708" y="893015"/>
                </a:lnTo>
                <a:lnTo>
                  <a:pt x="74369" y="832642"/>
                </a:lnTo>
                <a:lnTo>
                  <a:pt x="42254" y="767520"/>
                </a:lnTo>
                <a:lnTo>
                  <a:pt x="18914" y="698764"/>
                </a:lnTo>
                <a:lnTo>
                  <a:pt x="4749" y="627549"/>
                </a:lnTo>
                <a:lnTo>
                  <a:pt x="0" y="555095"/>
                </a:lnTo>
                <a:lnTo>
                  <a:pt x="4749" y="482640"/>
                </a:lnTo>
                <a:lnTo>
                  <a:pt x="18914" y="411426"/>
                </a:lnTo>
                <a:lnTo>
                  <a:pt x="42254" y="342669"/>
                </a:lnTo>
                <a:lnTo>
                  <a:pt x="74369" y="277547"/>
                </a:lnTo>
                <a:lnTo>
                  <a:pt x="114708" y="217174"/>
                </a:lnTo>
                <a:lnTo>
                  <a:pt x="162583" y="162583"/>
                </a:lnTo>
                <a:lnTo>
                  <a:pt x="217174" y="114708"/>
                </a:lnTo>
                <a:lnTo>
                  <a:pt x="277547" y="74369"/>
                </a:lnTo>
                <a:lnTo>
                  <a:pt x="342669" y="42254"/>
                </a:lnTo>
                <a:lnTo>
                  <a:pt x="411426" y="18914"/>
                </a:lnTo>
                <a:lnTo>
                  <a:pt x="482640" y="4749"/>
                </a:lnTo>
                <a:lnTo>
                  <a:pt x="555095" y="0"/>
                </a:lnTo>
                <a:lnTo>
                  <a:pt x="627549" y="4749"/>
                </a:lnTo>
                <a:lnTo>
                  <a:pt x="698764" y="18914"/>
                </a:lnTo>
                <a:lnTo>
                  <a:pt x="767520" y="42254"/>
                </a:lnTo>
                <a:lnTo>
                  <a:pt x="832642" y="74369"/>
                </a:lnTo>
                <a:lnTo>
                  <a:pt x="893015" y="114708"/>
                </a:lnTo>
                <a:lnTo>
                  <a:pt x="947606" y="162583"/>
                </a:lnTo>
                <a:lnTo>
                  <a:pt x="995481" y="217174"/>
                </a:lnTo>
                <a:lnTo>
                  <a:pt x="1035821" y="277547"/>
                </a:lnTo>
                <a:lnTo>
                  <a:pt x="1067935" y="342669"/>
                </a:lnTo>
                <a:lnTo>
                  <a:pt x="1091275" y="411426"/>
                </a:lnTo>
                <a:lnTo>
                  <a:pt x="1105440" y="482640"/>
                </a:lnTo>
                <a:close/>
              </a:path>
            </a:pathLst>
          </a:custGeom>
          <a:solidFill>
            <a:srgbClr val="828282"/>
          </a:solidFill>
          <a:ln/>
        </p:spPr>
      </p:sp>
      <p:sp>
        <p:nvSpPr>
          <p:cNvPr id="137" name="Shape 135"/>
          <p:cNvSpPr/>
          <p:nvPr/>
        </p:nvSpPr>
        <p:spPr>
          <a:xfrm>
            <a:off x="5506732" y="2156160"/>
            <a:ext cx="1039619" cy="1039619"/>
          </a:xfrm>
          <a:custGeom>
            <a:avLst/>
            <a:gdLst/>
            <a:ahLst/>
            <a:cxnLst/>
            <a:rect l="l" t="t" r="r" b="b"/>
            <a:pathLst>
              <a:path w="1039619" h="1039619">
                <a:moveTo>
                  <a:pt x="1039619" y="519810"/>
                </a:moveTo>
                <a:lnTo>
                  <a:pt x="1035172" y="587658"/>
                </a:lnTo>
                <a:lnTo>
                  <a:pt x="1021907" y="654346"/>
                </a:lnTo>
                <a:lnTo>
                  <a:pt x="1000051" y="718732"/>
                </a:lnTo>
                <a:lnTo>
                  <a:pt x="969978" y="779714"/>
                </a:lnTo>
                <a:lnTo>
                  <a:pt x="932202" y="836249"/>
                </a:lnTo>
                <a:lnTo>
                  <a:pt x="887370" y="887370"/>
                </a:lnTo>
                <a:lnTo>
                  <a:pt x="836249" y="932202"/>
                </a:lnTo>
                <a:lnTo>
                  <a:pt x="779714" y="969978"/>
                </a:lnTo>
                <a:lnTo>
                  <a:pt x="718732" y="1000051"/>
                </a:lnTo>
                <a:lnTo>
                  <a:pt x="654346" y="1021907"/>
                </a:lnTo>
                <a:lnTo>
                  <a:pt x="587658" y="1035172"/>
                </a:lnTo>
                <a:lnTo>
                  <a:pt x="519810" y="1039619"/>
                </a:lnTo>
                <a:lnTo>
                  <a:pt x="451961" y="1035172"/>
                </a:lnTo>
                <a:lnTo>
                  <a:pt x="385273" y="1021907"/>
                </a:lnTo>
                <a:lnTo>
                  <a:pt x="320887" y="1000051"/>
                </a:lnTo>
                <a:lnTo>
                  <a:pt x="259905" y="969978"/>
                </a:lnTo>
                <a:lnTo>
                  <a:pt x="203370" y="932202"/>
                </a:lnTo>
                <a:lnTo>
                  <a:pt x="152249" y="887370"/>
                </a:lnTo>
                <a:lnTo>
                  <a:pt x="107417" y="836249"/>
                </a:lnTo>
                <a:lnTo>
                  <a:pt x="69641" y="779714"/>
                </a:lnTo>
                <a:lnTo>
                  <a:pt x="39568" y="718732"/>
                </a:lnTo>
                <a:lnTo>
                  <a:pt x="17712" y="654346"/>
                </a:lnTo>
                <a:lnTo>
                  <a:pt x="4447" y="587658"/>
                </a:lnTo>
                <a:lnTo>
                  <a:pt x="0" y="519810"/>
                </a:lnTo>
                <a:lnTo>
                  <a:pt x="4447" y="451961"/>
                </a:lnTo>
                <a:lnTo>
                  <a:pt x="17712" y="385273"/>
                </a:lnTo>
                <a:lnTo>
                  <a:pt x="39568" y="320887"/>
                </a:lnTo>
                <a:lnTo>
                  <a:pt x="69641" y="259905"/>
                </a:lnTo>
                <a:lnTo>
                  <a:pt x="107417" y="203370"/>
                </a:lnTo>
                <a:lnTo>
                  <a:pt x="152249" y="152249"/>
                </a:lnTo>
                <a:lnTo>
                  <a:pt x="203370" y="107417"/>
                </a:lnTo>
                <a:lnTo>
                  <a:pt x="259905" y="69641"/>
                </a:lnTo>
                <a:lnTo>
                  <a:pt x="320887" y="39568"/>
                </a:lnTo>
                <a:lnTo>
                  <a:pt x="385273" y="17712"/>
                </a:lnTo>
                <a:lnTo>
                  <a:pt x="451961" y="4447"/>
                </a:lnTo>
                <a:lnTo>
                  <a:pt x="519810" y="0"/>
                </a:lnTo>
                <a:lnTo>
                  <a:pt x="587658" y="4447"/>
                </a:lnTo>
                <a:lnTo>
                  <a:pt x="654346" y="17712"/>
                </a:lnTo>
                <a:lnTo>
                  <a:pt x="718732" y="39568"/>
                </a:lnTo>
                <a:lnTo>
                  <a:pt x="779714" y="69641"/>
                </a:lnTo>
                <a:lnTo>
                  <a:pt x="836249" y="107417"/>
                </a:lnTo>
                <a:lnTo>
                  <a:pt x="887370" y="152249"/>
                </a:lnTo>
                <a:lnTo>
                  <a:pt x="932202" y="203370"/>
                </a:lnTo>
                <a:lnTo>
                  <a:pt x="969978" y="259905"/>
                </a:lnTo>
                <a:lnTo>
                  <a:pt x="1000051" y="320887"/>
                </a:lnTo>
                <a:lnTo>
                  <a:pt x="1021907" y="385273"/>
                </a:lnTo>
                <a:lnTo>
                  <a:pt x="1035172" y="451961"/>
                </a:lnTo>
                <a:close/>
              </a:path>
            </a:pathLst>
          </a:custGeom>
          <a:solidFill>
            <a:srgbClr val="898989"/>
          </a:solidFill>
          <a:ln/>
        </p:spPr>
      </p:sp>
      <p:sp>
        <p:nvSpPr>
          <p:cNvPr id="138" name="Shape 136"/>
          <p:cNvSpPr/>
          <p:nvPr/>
        </p:nvSpPr>
        <p:spPr>
          <a:xfrm>
            <a:off x="5532981" y="2180239"/>
            <a:ext cx="969049" cy="969049"/>
          </a:xfrm>
          <a:custGeom>
            <a:avLst/>
            <a:gdLst/>
            <a:ahLst/>
            <a:cxnLst/>
            <a:rect l="l" t="t" r="r" b="b"/>
            <a:pathLst>
              <a:path w="969049" h="969049">
                <a:moveTo>
                  <a:pt x="969049" y="484524"/>
                </a:moveTo>
                <a:lnTo>
                  <a:pt x="964904" y="547768"/>
                </a:lnTo>
                <a:lnTo>
                  <a:pt x="952539" y="609929"/>
                </a:lnTo>
                <a:lnTo>
                  <a:pt x="932167" y="669944"/>
                </a:lnTo>
                <a:lnTo>
                  <a:pt x="904135" y="726787"/>
                </a:lnTo>
                <a:lnTo>
                  <a:pt x="868923" y="779484"/>
                </a:lnTo>
                <a:lnTo>
                  <a:pt x="827135" y="827135"/>
                </a:lnTo>
                <a:lnTo>
                  <a:pt x="779484" y="868923"/>
                </a:lnTo>
                <a:lnTo>
                  <a:pt x="726787" y="904135"/>
                </a:lnTo>
                <a:lnTo>
                  <a:pt x="669944" y="932167"/>
                </a:lnTo>
                <a:lnTo>
                  <a:pt x="609929" y="952539"/>
                </a:lnTo>
                <a:lnTo>
                  <a:pt x="547768" y="964904"/>
                </a:lnTo>
                <a:lnTo>
                  <a:pt x="484524" y="969049"/>
                </a:lnTo>
                <a:lnTo>
                  <a:pt x="421281" y="964904"/>
                </a:lnTo>
                <a:lnTo>
                  <a:pt x="359120" y="952539"/>
                </a:lnTo>
                <a:lnTo>
                  <a:pt x="299105" y="932167"/>
                </a:lnTo>
                <a:lnTo>
                  <a:pt x="242262" y="904135"/>
                </a:lnTo>
                <a:lnTo>
                  <a:pt x="189565" y="868923"/>
                </a:lnTo>
                <a:lnTo>
                  <a:pt x="141914" y="827135"/>
                </a:lnTo>
                <a:lnTo>
                  <a:pt x="100125" y="779484"/>
                </a:lnTo>
                <a:lnTo>
                  <a:pt x="64914" y="726787"/>
                </a:lnTo>
                <a:lnTo>
                  <a:pt x="36882" y="669944"/>
                </a:lnTo>
                <a:lnTo>
                  <a:pt x="16510" y="609929"/>
                </a:lnTo>
                <a:lnTo>
                  <a:pt x="4145" y="547768"/>
                </a:lnTo>
                <a:lnTo>
                  <a:pt x="0" y="484524"/>
                </a:lnTo>
                <a:lnTo>
                  <a:pt x="4145" y="421281"/>
                </a:lnTo>
                <a:lnTo>
                  <a:pt x="16510" y="359120"/>
                </a:lnTo>
                <a:lnTo>
                  <a:pt x="36882" y="299105"/>
                </a:lnTo>
                <a:lnTo>
                  <a:pt x="64914" y="242262"/>
                </a:lnTo>
                <a:lnTo>
                  <a:pt x="100125" y="189565"/>
                </a:lnTo>
                <a:lnTo>
                  <a:pt x="141914" y="141914"/>
                </a:lnTo>
                <a:lnTo>
                  <a:pt x="189565" y="100125"/>
                </a:lnTo>
                <a:lnTo>
                  <a:pt x="242262" y="64914"/>
                </a:lnTo>
                <a:lnTo>
                  <a:pt x="299105" y="36882"/>
                </a:lnTo>
                <a:lnTo>
                  <a:pt x="359120" y="16510"/>
                </a:lnTo>
                <a:lnTo>
                  <a:pt x="421281" y="4145"/>
                </a:lnTo>
                <a:lnTo>
                  <a:pt x="484524" y="0"/>
                </a:lnTo>
                <a:lnTo>
                  <a:pt x="547768" y="4145"/>
                </a:lnTo>
                <a:lnTo>
                  <a:pt x="609929" y="16510"/>
                </a:lnTo>
                <a:lnTo>
                  <a:pt x="669944" y="36882"/>
                </a:lnTo>
                <a:lnTo>
                  <a:pt x="726787" y="64914"/>
                </a:lnTo>
                <a:lnTo>
                  <a:pt x="779484" y="100125"/>
                </a:lnTo>
                <a:lnTo>
                  <a:pt x="827135" y="141914"/>
                </a:lnTo>
                <a:lnTo>
                  <a:pt x="868923" y="189565"/>
                </a:lnTo>
                <a:lnTo>
                  <a:pt x="904135" y="242262"/>
                </a:lnTo>
                <a:lnTo>
                  <a:pt x="932167" y="299105"/>
                </a:lnTo>
                <a:lnTo>
                  <a:pt x="952539" y="359120"/>
                </a:lnTo>
                <a:lnTo>
                  <a:pt x="964904" y="421281"/>
                </a:lnTo>
                <a:close/>
              </a:path>
            </a:pathLst>
          </a:custGeom>
          <a:solidFill>
            <a:srgbClr val="909090"/>
          </a:solidFill>
          <a:ln/>
        </p:spPr>
      </p:sp>
      <p:sp>
        <p:nvSpPr>
          <p:cNvPr id="139" name="Shape 137"/>
          <p:cNvSpPr/>
          <p:nvPr/>
        </p:nvSpPr>
        <p:spPr>
          <a:xfrm>
            <a:off x="5559229" y="2204319"/>
            <a:ext cx="898479" cy="898479"/>
          </a:xfrm>
          <a:custGeom>
            <a:avLst/>
            <a:gdLst/>
            <a:ahLst/>
            <a:cxnLst/>
            <a:rect l="l" t="t" r="r" b="b"/>
            <a:pathLst>
              <a:path w="898479" h="898479">
                <a:moveTo>
                  <a:pt x="898479" y="449239"/>
                </a:moveTo>
                <a:lnTo>
                  <a:pt x="894635" y="507877"/>
                </a:lnTo>
                <a:lnTo>
                  <a:pt x="883171" y="565511"/>
                </a:lnTo>
                <a:lnTo>
                  <a:pt x="864282" y="621156"/>
                </a:lnTo>
                <a:lnTo>
                  <a:pt x="838292" y="673859"/>
                </a:lnTo>
                <a:lnTo>
                  <a:pt x="805645" y="722719"/>
                </a:lnTo>
                <a:lnTo>
                  <a:pt x="766900" y="766900"/>
                </a:lnTo>
                <a:lnTo>
                  <a:pt x="722719" y="805645"/>
                </a:lnTo>
                <a:lnTo>
                  <a:pt x="673859" y="838292"/>
                </a:lnTo>
                <a:lnTo>
                  <a:pt x="621156" y="864282"/>
                </a:lnTo>
                <a:lnTo>
                  <a:pt x="565511" y="883171"/>
                </a:lnTo>
                <a:lnTo>
                  <a:pt x="507877" y="894635"/>
                </a:lnTo>
                <a:lnTo>
                  <a:pt x="449239" y="898479"/>
                </a:lnTo>
                <a:lnTo>
                  <a:pt x="390602" y="894635"/>
                </a:lnTo>
                <a:lnTo>
                  <a:pt x="332968" y="883171"/>
                </a:lnTo>
                <a:lnTo>
                  <a:pt x="277323" y="864282"/>
                </a:lnTo>
                <a:lnTo>
                  <a:pt x="224620" y="838292"/>
                </a:lnTo>
                <a:lnTo>
                  <a:pt x="175760" y="805645"/>
                </a:lnTo>
                <a:lnTo>
                  <a:pt x="131579" y="766900"/>
                </a:lnTo>
                <a:lnTo>
                  <a:pt x="92834" y="722719"/>
                </a:lnTo>
                <a:lnTo>
                  <a:pt x="60187" y="673859"/>
                </a:lnTo>
                <a:lnTo>
                  <a:pt x="34196" y="621156"/>
                </a:lnTo>
                <a:lnTo>
                  <a:pt x="15307" y="565511"/>
                </a:lnTo>
                <a:lnTo>
                  <a:pt x="3843" y="507877"/>
                </a:lnTo>
                <a:lnTo>
                  <a:pt x="0" y="449239"/>
                </a:lnTo>
                <a:lnTo>
                  <a:pt x="3843" y="390602"/>
                </a:lnTo>
                <a:lnTo>
                  <a:pt x="15307" y="332968"/>
                </a:lnTo>
                <a:lnTo>
                  <a:pt x="34196" y="277323"/>
                </a:lnTo>
                <a:lnTo>
                  <a:pt x="60187" y="224620"/>
                </a:lnTo>
                <a:lnTo>
                  <a:pt x="92834" y="175760"/>
                </a:lnTo>
                <a:lnTo>
                  <a:pt x="131579" y="131579"/>
                </a:lnTo>
                <a:lnTo>
                  <a:pt x="175760" y="92834"/>
                </a:lnTo>
                <a:lnTo>
                  <a:pt x="224620" y="60187"/>
                </a:lnTo>
                <a:lnTo>
                  <a:pt x="277323" y="34196"/>
                </a:lnTo>
                <a:lnTo>
                  <a:pt x="332968" y="15307"/>
                </a:lnTo>
                <a:lnTo>
                  <a:pt x="390602" y="3843"/>
                </a:lnTo>
                <a:lnTo>
                  <a:pt x="449239" y="0"/>
                </a:lnTo>
                <a:lnTo>
                  <a:pt x="507877" y="3843"/>
                </a:lnTo>
                <a:lnTo>
                  <a:pt x="565511" y="15307"/>
                </a:lnTo>
                <a:lnTo>
                  <a:pt x="621156" y="34196"/>
                </a:lnTo>
                <a:lnTo>
                  <a:pt x="673859" y="60187"/>
                </a:lnTo>
                <a:lnTo>
                  <a:pt x="722719" y="92834"/>
                </a:lnTo>
                <a:lnTo>
                  <a:pt x="766900" y="131579"/>
                </a:lnTo>
                <a:lnTo>
                  <a:pt x="805645" y="175760"/>
                </a:lnTo>
                <a:lnTo>
                  <a:pt x="838292" y="224620"/>
                </a:lnTo>
                <a:lnTo>
                  <a:pt x="864282" y="277323"/>
                </a:lnTo>
                <a:lnTo>
                  <a:pt x="883171" y="332968"/>
                </a:lnTo>
                <a:lnTo>
                  <a:pt x="894635" y="390602"/>
                </a:lnTo>
                <a:close/>
              </a:path>
            </a:pathLst>
          </a:custGeom>
          <a:solidFill>
            <a:srgbClr val="979797"/>
          </a:solidFill>
          <a:ln/>
        </p:spPr>
      </p:sp>
      <p:sp>
        <p:nvSpPr>
          <p:cNvPr id="140" name="Shape 138"/>
          <p:cNvSpPr/>
          <p:nvPr/>
        </p:nvSpPr>
        <p:spPr>
          <a:xfrm>
            <a:off x="5585478" y="2228399"/>
            <a:ext cx="827909" cy="827909"/>
          </a:xfrm>
          <a:custGeom>
            <a:avLst/>
            <a:gdLst/>
            <a:ahLst/>
            <a:cxnLst/>
            <a:rect l="l" t="t" r="r" b="b"/>
            <a:pathLst>
              <a:path w="827909" h="827909">
                <a:moveTo>
                  <a:pt x="827909" y="413954"/>
                </a:moveTo>
                <a:lnTo>
                  <a:pt x="824367" y="467986"/>
                </a:lnTo>
                <a:lnTo>
                  <a:pt x="813803" y="521094"/>
                </a:lnTo>
                <a:lnTo>
                  <a:pt x="796398" y="572368"/>
                </a:lnTo>
                <a:lnTo>
                  <a:pt x="772449" y="620931"/>
                </a:lnTo>
                <a:lnTo>
                  <a:pt x="742366" y="665954"/>
                </a:lnTo>
                <a:lnTo>
                  <a:pt x="706664" y="706664"/>
                </a:lnTo>
                <a:lnTo>
                  <a:pt x="665954" y="742366"/>
                </a:lnTo>
                <a:lnTo>
                  <a:pt x="620931" y="772449"/>
                </a:lnTo>
                <a:lnTo>
                  <a:pt x="572368" y="796398"/>
                </a:lnTo>
                <a:lnTo>
                  <a:pt x="521094" y="813803"/>
                </a:lnTo>
                <a:lnTo>
                  <a:pt x="467986" y="824367"/>
                </a:lnTo>
                <a:lnTo>
                  <a:pt x="413954" y="827909"/>
                </a:lnTo>
                <a:lnTo>
                  <a:pt x="359922" y="824367"/>
                </a:lnTo>
                <a:lnTo>
                  <a:pt x="306815" y="813803"/>
                </a:lnTo>
                <a:lnTo>
                  <a:pt x="255541" y="796398"/>
                </a:lnTo>
                <a:lnTo>
                  <a:pt x="206977" y="772449"/>
                </a:lnTo>
                <a:lnTo>
                  <a:pt x="161955" y="742366"/>
                </a:lnTo>
                <a:lnTo>
                  <a:pt x="121244" y="706664"/>
                </a:lnTo>
                <a:lnTo>
                  <a:pt x="85542" y="665954"/>
                </a:lnTo>
                <a:lnTo>
                  <a:pt x="55459" y="620931"/>
                </a:lnTo>
                <a:lnTo>
                  <a:pt x="31510" y="572368"/>
                </a:lnTo>
                <a:lnTo>
                  <a:pt x="14105" y="521094"/>
                </a:lnTo>
                <a:lnTo>
                  <a:pt x="3541" y="467986"/>
                </a:lnTo>
                <a:lnTo>
                  <a:pt x="0" y="413954"/>
                </a:lnTo>
                <a:lnTo>
                  <a:pt x="3541" y="359922"/>
                </a:lnTo>
                <a:lnTo>
                  <a:pt x="14105" y="306815"/>
                </a:lnTo>
                <a:lnTo>
                  <a:pt x="31510" y="255541"/>
                </a:lnTo>
                <a:lnTo>
                  <a:pt x="55459" y="206977"/>
                </a:lnTo>
                <a:lnTo>
                  <a:pt x="85542" y="161955"/>
                </a:lnTo>
                <a:lnTo>
                  <a:pt x="121244" y="121244"/>
                </a:lnTo>
                <a:lnTo>
                  <a:pt x="161955" y="85542"/>
                </a:lnTo>
                <a:lnTo>
                  <a:pt x="206977" y="55459"/>
                </a:lnTo>
                <a:lnTo>
                  <a:pt x="255541" y="31510"/>
                </a:lnTo>
                <a:lnTo>
                  <a:pt x="306815" y="14105"/>
                </a:lnTo>
                <a:lnTo>
                  <a:pt x="359922" y="3541"/>
                </a:lnTo>
                <a:lnTo>
                  <a:pt x="413954" y="0"/>
                </a:lnTo>
                <a:lnTo>
                  <a:pt x="467986" y="3541"/>
                </a:lnTo>
                <a:lnTo>
                  <a:pt x="521094" y="14105"/>
                </a:lnTo>
                <a:lnTo>
                  <a:pt x="572368" y="31510"/>
                </a:lnTo>
                <a:lnTo>
                  <a:pt x="620931" y="55459"/>
                </a:lnTo>
                <a:lnTo>
                  <a:pt x="665954" y="85542"/>
                </a:lnTo>
                <a:lnTo>
                  <a:pt x="706664" y="121244"/>
                </a:lnTo>
                <a:lnTo>
                  <a:pt x="742366" y="161955"/>
                </a:lnTo>
                <a:lnTo>
                  <a:pt x="772449" y="206977"/>
                </a:lnTo>
                <a:lnTo>
                  <a:pt x="796398" y="255541"/>
                </a:lnTo>
                <a:lnTo>
                  <a:pt x="813803" y="306815"/>
                </a:lnTo>
                <a:lnTo>
                  <a:pt x="824367" y="359922"/>
                </a:lnTo>
                <a:close/>
              </a:path>
            </a:pathLst>
          </a:custGeom>
          <a:solidFill>
            <a:srgbClr val="9F9F9F"/>
          </a:solidFill>
          <a:ln/>
        </p:spPr>
      </p:sp>
      <p:sp>
        <p:nvSpPr>
          <p:cNvPr id="141" name="Shape 139"/>
          <p:cNvSpPr/>
          <p:nvPr/>
        </p:nvSpPr>
        <p:spPr>
          <a:xfrm>
            <a:off x="5611727" y="2252479"/>
            <a:ext cx="757338" cy="757338"/>
          </a:xfrm>
          <a:custGeom>
            <a:avLst/>
            <a:gdLst/>
            <a:ahLst/>
            <a:cxnLst/>
            <a:rect l="l" t="t" r="r" b="b"/>
            <a:pathLst>
              <a:path w="757338" h="757338">
                <a:moveTo>
                  <a:pt x="757338" y="378669"/>
                </a:moveTo>
                <a:lnTo>
                  <a:pt x="754099" y="428095"/>
                </a:lnTo>
                <a:lnTo>
                  <a:pt x="744436" y="476676"/>
                </a:lnTo>
                <a:lnTo>
                  <a:pt x="728514" y="523580"/>
                </a:lnTo>
                <a:lnTo>
                  <a:pt x="706606" y="568004"/>
                </a:lnTo>
                <a:lnTo>
                  <a:pt x="679088" y="609188"/>
                </a:lnTo>
                <a:lnTo>
                  <a:pt x="646429" y="646429"/>
                </a:lnTo>
                <a:lnTo>
                  <a:pt x="609188" y="679088"/>
                </a:lnTo>
                <a:lnTo>
                  <a:pt x="568004" y="706606"/>
                </a:lnTo>
                <a:lnTo>
                  <a:pt x="523580" y="728514"/>
                </a:lnTo>
                <a:lnTo>
                  <a:pt x="476676" y="744436"/>
                </a:lnTo>
                <a:lnTo>
                  <a:pt x="428095" y="754099"/>
                </a:lnTo>
                <a:lnTo>
                  <a:pt x="378669" y="757338"/>
                </a:lnTo>
                <a:lnTo>
                  <a:pt x="329243" y="754099"/>
                </a:lnTo>
                <a:lnTo>
                  <a:pt x="280662" y="744436"/>
                </a:lnTo>
                <a:lnTo>
                  <a:pt x="233759" y="728514"/>
                </a:lnTo>
                <a:lnTo>
                  <a:pt x="189335" y="706606"/>
                </a:lnTo>
                <a:lnTo>
                  <a:pt x="148150" y="679088"/>
                </a:lnTo>
                <a:lnTo>
                  <a:pt x="110910" y="646429"/>
                </a:lnTo>
                <a:lnTo>
                  <a:pt x="78251" y="609188"/>
                </a:lnTo>
                <a:lnTo>
                  <a:pt x="50732" y="568004"/>
                </a:lnTo>
                <a:lnTo>
                  <a:pt x="28824" y="523580"/>
                </a:lnTo>
                <a:lnTo>
                  <a:pt x="12903" y="476676"/>
                </a:lnTo>
                <a:lnTo>
                  <a:pt x="3240" y="428095"/>
                </a:lnTo>
                <a:lnTo>
                  <a:pt x="0" y="378669"/>
                </a:lnTo>
                <a:lnTo>
                  <a:pt x="3240" y="329243"/>
                </a:lnTo>
                <a:lnTo>
                  <a:pt x="12903" y="280662"/>
                </a:lnTo>
                <a:lnTo>
                  <a:pt x="28824" y="233759"/>
                </a:lnTo>
                <a:lnTo>
                  <a:pt x="50732" y="189335"/>
                </a:lnTo>
                <a:lnTo>
                  <a:pt x="78251" y="148150"/>
                </a:lnTo>
                <a:lnTo>
                  <a:pt x="110910" y="110910"/>
                </a:lnTo>
                <a:lnTo>
                  <a:pt x="148150" y="78251"/>
                </a:lnTo>
                <a:lnTo>
                  <a:pt x="189335" y="50732"/>
                </a:lnTo>
                <a:lnTo>
                  <a:pt x="233759" y="28824"/>
                </a:lnTo>
                <a:lnTo>
                  <a:pt x="280662" y="12903"/>
                </a:lnTo>
                <a:lnTo>
                  <a:pt x="329243" y="3240"/>
                </a:lnTo>
                <a:lnTo>
                  <a:pt x="378669" y="0"/>
                </a:lnTo>
                <a:lnTo>
                  <a:pt x="428095" y="3240"/>
                </a:lnTo>
                <a:lnTo>
                  <a:pt x="476676" y="12903"/>
                </a:lnTo>
                <a:lnTo>
                  <a:pt x="523580" y="28824"/>
                </a:lnTo>
                <a:lnTo>
                  <a:pt x="568004" y="50732"/>
                </a:lnTo>
                <a:lnTo>
                  <a:pt x="609188" y="78251"/>
                </a:lnTo>
                <a:lnTo>
                  <a:pt x="646429" y="110910"/>
                </a:lnTo>
                <a:lnTo>
                  <a:pt x="679088" y="148150"/>
                </a:lnTo>
                <a:lnTo>
                  <a:pt x="706606" y="189335"/>
                </a:lnTo>
                <a:lnTo>
                  <a:pt x="728514" y="233759"/>
                </a:lnTo>
                <a:lnTo>
                  <a:pt x="744436" y="280662"/>
                </a:lnTo>
                <a:lnTo>
                  <a:pt x="754099" y="329243"/>
                </a:lnTo>
                <a:close/>
              </a:path>
            </a:pathLst>
          </a:custGeom>
          <a:solidFill>
            <a:srgbClr val="A6A6A6"/>
          </a:solidFill>
          <a:ln/>
        </p:spPr>
      </p:sp>
      <p:sp>
        <p:nvSpPr>
          <p:cNvPr id="142" name="Shape 140"/>
          <p:cNvSpPr/>
          <p:nvPr/>
        </p:nvSpPr>
        <p:spPr>
          <a:xfrm>
            <a:off x="5637975" y="2276559"/>
            <a:ext cx="686768" cy="686768"/>
          </a:xfrm>
          <a:custGeom>
            <a:avLst/>
            <a:gdLst/>
            <a:ahLst/>
            <a:cxnLst/>
            <a:rect l="l" t="t" r="r" b="b"/>
            <a:pathLst>
              <a:path w="686768" h="686768">
                <a:moveTo>
                  <a:pt x="686768" y="343384"/>
                </a:moveTo>
                <a:lnTo>
                  <a:pt x="683830" y="388205"/>
                </a:lnTo>
                <a:lnTo>
                  <a:pt x="675068" y="432258"/>
                </a:lnTo>
                <a:lnTo>
                  <a:pt x="660630" y="474791"/>
                </a:lnTo>
                <a:lnTo>
                  <a:pt x="640763" y="515076"/>
                </a:lnTo>
                <a:lnTo>
                  <a:pt x="615809" y="552423"/>
                </a:lnTo>
                <a:lnTo>
                  <a:pt x="586193" y="586193"/>
                </a:lnTo>
                <a:lnTo>
                  <a:pt x="552423" y="615809"/>
                </a:lnTo>
                <a:lnTo>
                  <a:pt x="515076" y="640763"/>
                </a:lnTo>
                <a:lnTo>
                  <a:pt x="474791" y="660630"/>
                </a:lnTo>
                <a:lnTo>
                  <a:pt x="432258" y="675068"/>
                </a:lnTo>
                <a:lnTo>
                  <a:pt x="388205" y="683830"/>
                </a:lnTo>
                <a:lnTo>
                  <a:pt x="343384" y="686768"/>
                </a:lnTo>
                <a:lnTo>
                  <a:pt x="298563" y="683830"/>
                </a:lnTo>
                <a:lnTo>
                  <a:pt x="254510" y="675068"/>
                </a:lnTo>
                <a:lnTo>
                  <a:pt x="211977" y="660630"/>
                </a:lnTo>
                <a:lnTo>
                  <a:pt x="171692" y="640763"/>
                </a:lnTo>
                <a:lnTo>
                  <a:pt x="134345" y="615809"/>
                </a:lnTo>
                <a:lnTo>
                  <a:pt x="100575" y="586193"/>
                </a:lnTo>
                <a:lnTo>
                  <a:pt x="70959" y="552423"/>
                </a:lnTo>
                <a:lnTo>
                  <a:pt x="46005" y="515076"/>
                </a:lnTo>
                <a:lnTo>
                  <a:pt x="26139" y="474791"/>
                </a:lnTo>
                <a:lnTo>
                  <a:pt x="11701" y="432258"/>
                </a:lnTo>
                <a:lnTo>
                  <a:pt x="2938" y="388205"/>
                </a:lnTo>
                <a:lnTo>
                  <a:pt x="0" y="343384"/>
                </a:lnTo>
                <a:lnTo>
                  <a:pt x="2938" y="298563"/>
                </a:lnTo>
                <a:lnTo>
                  <a:pt x="11701" y="254510"/>
                </a:lnTo>
                <a:lnTo>
                  <a:pt x="26139" y="211977"/>
                </a:lnTo>
                <a:lnTo>
                  <a:pt x="46005" y="171692"/>
                </a:lnTo>
                <a:lnTo>
                  <a:pt x="70959" y="134345"/>
                </a:lnTo>
                <a:lnTo>
                  <a:pt x="100575" y="100575"/>
                </a:lnTo>
                <a:lnTo>
                  <a:pt x="134345" y="70959"/>
                </a:lnTo>
                <a:lnTo>
                  <a:pt x="171692" y="46005"/>
                </a:lnTo>
                <a:lnTo>
                  <a:pt x="211977" y="26139"/>
                </a:lnTo>
                <a:lnTo>
                  <a:pt x="254510" y="11701"/>
                </a:lnTo>
                <a:lnTo>
                  <a:pt x="298563" y="2938"/>
                </a:lnTo>
                <a:lnTo>
                  <a:pt x="343384" y="0"/>
                </a:lnTo>
                <a:lnTo>
                  <a:pt x="388205" y="2938"/>
                </a:lnTo>
                <a:lnTo>
                  <a:pt x="432258" y="11701"/>
                </a:lnTo>
                <a:lnTo>
                  <a:pt x="474791" y="26139"/>
                </a:lnTo>
                <a:lnTo>
                  <a:pt x="515076" y="46005"/>
                </a:lnTo>
                <a:lnTo>
                  <a:pt x="552423" y="70959"/>
                </a:lnTo>
                <a:lnTo>
                  <a:pt x="586193" y="100575"/>
                </a:lnTo>
                <a:lnTo>
                  <a:pt x="615809" y="134345"/>
                </a:lnTo>
                <a:lnTo>
                  <a:pt x="640763" y="171692"/>
                </a:lnTo>
                <a:lnTo>
                  <a:pt x="660630" y="211977"/>
                </a:lnTo>
                <a:lnTo>
                  <a:pt x="675068" y="254510"/>
                </a:lnTo>
                <a:lnTo>
                  <a:pt x="683830" y="298563"/>
                </a:lnTo>
                <a:close/>
              </a:path>
            </a:pathLst>
          </a:custGeom>
          <a:solidFill>
            <a:srgbClr val="ADADAD"/>
          </a:solidFill>
          <a:ln/>
        </p:spPr>
      </p:sp>
      <p:sp>
        <p:nvSpPr>
          <p:cNvPr id="143" name="Shape 141"/>
          <p:cNvSpPr/>
          <p:nvPr/>
        </p:nvSpPr>
        <p:spPr>
          <a:xfrm>
            <a:off x="5664224" y="2300639"/>
            <a:ext cx="616198" cy="616198"/>
          </a:xfrm>
          <a:custGeom>
            <a:avLst/>
            <a:gdLst/>
            <a:ahLst/>
            <a:cxnLst/>
            <a:rect l="l" t="t" r="r" b="b"/>
            <a:pathLst>
              <a:path w="616198" h="616198">
                <a:moveTo>
                  <a:pt x="616198" y="308099"/>
                </a:moveTo>
                <a:lnTo>
                  <a:pt x="613562" y="348314"/>
                </a:lnTo>
                <a:lnTo>
                  <a:pt x="605700" y="387841"/>
                </a:lnTo>
                <a:lnTo>
                  <a:pt x="592745" y="426003"/>
                </a:lnTo>
                <a:lnTo>
                  <a:pt x="574921" y="462149"/>
                </a:lnTo>
                <a:lnTo>
                  <a:pt x="552530" y="495658"/>
                </a:lnTo>
                <a:lnTo>
                  <a:pt x="525958" y="525958"/>
                </a:lnTo>
                <a:lnTo>
                  <a:pt x="495658" y="552530"/>
                </a:lnTo>
                <a:lnTo>
                  <a:pt x="462149" y="574921"/>
                </a:lnTo>
                <a:lnTo>
                  <a:pt x="426003" y="592745"/>
                </a:lnTo>
                <a:lnTo>
                  <a:pt x="387841" y="605700"/>
                </a:lnTo>
                <a:lnTo>
                  <a:pt x="348314" y="613562"/>
                </a:lnTo>
                <a:lnTo>
                  <a:pt x="308099" y="616198"/>
                </a:lnTo>
                <a:lnTo>
                  <a:pt x="267884" y="613562"/>
                </a:lnTo>
                <a:lnTo>
                  <a:pt x="228357" y="605700"/>
                </a:lnTo>
                <a:lnTo>
                  <a:pt x="190195" y="592745"/>
                </a:lnTo>
                <a:lnTo>
                  <a:pt x="154050" y="574921"/>
                </a:lnTo>
                <a:lnTo>
                  <a:pt x="120540" y="552530"/>
                </a:lnTo>
                <a:lnTo>
                  <a:pt x="90240" y="525958"/>
                </a:lnTo>
                <a:lnTo>
                  <a:pt x="63668" y="495658"/>
                </a:lnTo>
                <a:lnTo>
                  <a:pt x="41277" y="462149"/>
                </a:lnTo>
                <a:lnTo>
                  <a:pt x="23453" y="426003"/>
                </a:lnTo>
                <a:lnTo>
                  <a:pt x="10498" y="387841"/>
                </a:lnTo>
                <a:lnTo>
                  <a:pt x="2636" y="348314"/>
                </a:lnTo>
                <a:lnTo>
                  <a:pt x="0" y="308099"/>
                </a:lnTo>
                <a:lnTo>
                  <a:pt x="2636" y="267884"/>
                </a:lnTo>
                <a:lnTo>
                  <a:pt x="10498" y="228357"/>
                </a:lnTo>
                <a:lnTo>
                  <a:pt x="23453" y="190195"/>
                </a:lnTo>
                <a:lnTo>
                  <a:pt x="41277" y="154050"/>
                </a:lnTo>
                <a:lnTo>
                  <a:pt x="63668" y="120540"/>
                </a:lnTo>
                <a:lnTo>
                  <a:pt x="90240" y="90240"/>
                </a:lnTo>
                <a:lnTo>
                  <a:pt x="120540" y="63668"/>
                </a:lnTo>
                <a:lnTo>
                  <a:pt x="154050" y="41277"/>
                </a:lnTo>
                <a:lnTo>
                  <a:pt x="190195" y="23453"/>
                </a:lnTo>
                <a:lnTo>
                  <a:pt x="228357" y="10498"/>
                </a:lnTo>
                <a:lnTo>
                  <a:pt x="267884" y="2636"/>
                </a:lnTo>
                <a:lnTo>
                  <a:pt x="308099" y="0"/>
                </a:lnTo>
                <a:lnTo>
                  <a:pt x="348314" y="2636"/>
                </a:lnTo>
                <a:lnTo>
                  <a:pt x="387841" y="10498"/>
                </a:lnTo>
                <a:lnTo>
                  <a:pt x="426003" y="23453"/>
                </a:lnTo>
                <a:lnTo>
                  <a:pt x="462149" y="41277"/>
                </a:lnTo>
                <a:lnTo>
                  <a:pt x="495658" y="63668"/>
                </a:lnTo>
                <a:lnTo>
                  <a:pt x="525958" y="90240"/>
                </a:lnTo>
                <a:lnTo>
                  <a:pt x="552530" y="120540"/>
                </a:lnTo>
                <a:lnTo>
                  <a:pt x="574921" y="154050"/>
                </a:lnTo>
                <a:lnTo>
                  <a:pt x="592745" y="190195"/>
                </a:lnTo>
                <a:lnTo>
                  <a:pt x="605700" y="228357"/>
                </a:lnTo>
                <a:lnTo>
                  <a:pt x="613562" y="267884"/>
                </a:lnTo>
                <a:close/>
              </a:path>
            </a:pathLst>
          </a:custGeom>
          <a:solidFill>
            <a:srgbClr val="B4B4B4"/>
          </a:solidFill>
          <a:ln/>
        </p:spPr>
      </p:sp>
      <p:sp>
        <p:nvSpPr>
          <p:cNvPr id="144" name="Shape 142"/>
          <p:cNvSpPr/>
          <p:nvPr/>
        </p:nvSpPr>
        <p:spPr>
          <a:xfrm>
            <a:off x="5690473" y="2324719"/>
            <a:ext cx="545628" cy="545628"/>
          </a:xfrm>
          <a:custGeom>
            <a:avLst/>
            <a:gdLst/>
            <a:ahLst/>
            <a:cxnLst/>
            <a:rect l="l" t="t" r="r" b="b"/>
            <a:pathLst>
              <a:path w="545628" h="545628">
                <a:moveTo>
                  <a:pt x="545628" y="272814"/>
                </a:moveTo>
                <a:lnTo>
                  <a:pt x="543294" y="308423"/>
                </a:lnTo>
                <a:lnTo>
                  <a:pt x="536332" y="343423"/>
                </a:lnTo>
                <a:lnTo>
                  <a:pt x="524861" y="377215"/>
                </a:lnTo>
                <a:lnTo>
                  <a:pt x="509078" y="409221"/>
                </a:lnTo>
                <a:lnTo>
                  <a:pt x="489252" y="438893"/>
                </a:lnTo>
                <a:lnTo>
                  <a:pt x="465723" y="465723"/>
                </a:lnTo>
                <a:lnTo>
                  <a:pt x="438893" y="489252"/>
                </a:lnTo>
                <a:lnTo>
                  <a:pt x="409221" y="509078"/>
                </a:lnTo>
                <a:lnTo>
                  <a:pt x="377215" y="524861"/>
                </a:lnTo>
                <a:lnTo>
                  <a:pt x="343423" y="536332"/>
                </a:lnTo>
                <a:lnTo>
                  <a:pt x="308423" y="543294"/>
                </a:lnTo>
                <a:lnTo>
                  <a:pt x="272814" y="545628"/>
                </a:lnTo>
                <a:lnTo>
                  <a:pt x="237205" y="543294"/>
                </a:lnTo>
                <a:lnTo>
                  <a:pt x="202204" y="536332"/>
                </a:lnTo>
                <a:lnTo>
                  <a:pt x="168413" y="524861"/>
                </a:lnTo>
                <a:lnTo>
                  <a:pt x="136407" y="509078"/>
                </a:lnTo>
                <a:lnTo>
                  <a:pt x="106735" y="489252"/>
                </a:lnTo>
                <a:lnTo>
                  <a:pt x="79905" y="465723"/>
                </a:lnTo>
                <a:lnTo>
                  <a:pt x="56376" y="438893"/>
                </a:lnTo>
                <a:lnTo>
                  <a:pt x="36550" y="409221"/>
                </a:lnTo>
                <a:lnTo>
                  <a:pt x="20767" y="377215"/>
                </a:lnTo>
                <a:lnTo>
                  <a:pt x="9296" y="343423"/>
                </a:lnTo>
                <a:lnTo>
                  <a:pt x="2334" y="308423"/>
                </a:lnTo>
                <a:lnTo>
                  <a:pt x="0" y="272814"/>
                </a:lnTo>
                <a:lnTo>
                  <a:pt x="2334" y="237205"/>
                </a:lnTo>
                <a:lnTo>
                  <a:pt x="9296" y="202204"/>
                </a:lnTo>
                <a:lnTo>
                  <a:pt x="20767" y="168413"/>
                </a:lnTo>
                <a:lnTo>
                  <a:pt x="36550" y="136407"/>
                </a:lnTo>
                <a:lnTo>
                  <a:pt x="56376" y="106735"/>
                </a:lnTo>
                <a:lnTo>
                  <a:pt x="79905" y="79905"/>
                </a:lnTo>
                <a:lnTo>
                  <a:pt x="106735" y="56376"/>
                </a:lnTo>
                <a:lnTo>
                  <a:pt x="136407" y="36550"/>
                </a:lnTo>
                <a:lnTo>
                  <a:pt x="168413" y="20767"/>
                </a:lnTo>
                <a:lnTo>
                  <a:pt x="202204" y="9296"/>
                </a:lnTo>
                <a:lnTo>
                  <a:pt x="237205" y="2334"/>
                </a:lnTo>
                <a:lnTo>
                  <a:pt x="272814" y="0"/>
                </a:lnTo>
                <a:lnTo>
                  <a:pt x="308423" y="2334"/>
                </a:lnTo>
                <a:lnTo>
                  <a:pt x="343423" y="9296"/>
                </a:lnTo>
                <a:lnTo>
                  <a:pt x="377215" y="20767"/>
                </a:lnTo>
                <a:lnTo>
                  <a:pt x="409221" y="36550"/>
                </a:lnTo>
                <a:lnTo>
                  <a:pt x="438893" y="56376"/>
                </a:lnTo>
                <a:lnTo>
                  <a:pt x="465723" y="79905"/>
                </a:lnTo>
                <a:lnTo>
                  <a:pt x="489252" y="106735"/>
                </a:lnTo>
                <a:lnTo>
                  <a:pt x="509078" y="136407"/>
                </a:lnTo>
                <a:lnTo>
                  <a:pt x="524861" y="168413"/>
                </a:lnTo>
                <a:lnTo>
                  <a:pt x="536332" y="202204"/>
                </a:lnTo>
                <a:lnTo>
                  <a:pt x="543294" y="237205"/>
                </a:lnTo>
                <a:close/>
              </a:path>
            </a:pathLst>
          </a:custGeom>
          <a:solidFill>
            <a:srgbClr val="BBBBBB"/>
          </a:solidFill>
          <a:ln/>
        </p:spPr>
      </p:sp>
      <p:sp>
        <p:nvSpPr>
          <p:cNvPr id="145" name="Shape 143"/>
          <p:cNvSpPr/>
          <p:nvPr/>
        </p:nvSpPr>
        <p:spPr>
          <a:xfrm>
            <a:off x="5716721" y="2348799"/>
            <a:ext cx="475058" cy="475058"/>
          </a:xfrm>
          <a:custGeom>
            <a:avLst/>
            <a:gdLst/>
            <a:ahLst/>
            <a:cxnLst/>
            <a:rect l="l" t="t" r="r" b="b"/>
            <a:pathLst>
              <a:path w="475058" h="475058">
                <a:moveTo>
                  <a:pt x="475058" y="237529"/>
                </a:moveTo>
                <a:lnTo>
                  <a:pt x="473026" y="268533"/>
                </a:lnTo>
                <a:lnTo>
                  <a:pt x="466964" y="299006"/>
                </a:lnTo>
                <a:lnTo>
                  <a:pt x="456977" y="328427"/>
                </a:lnTo>
                <a:lnTo>
                  <a:pt x="443235" y="356293"/>
                </a:lnTo>
                <a:lnTo>
                  <a:pt x="425973" y="382127"/>
                </a:lnTo>
                <a:lnTo>
                  <a:pt x="405487" y="405487"/>
                </a:lnTo>
                <a:lnTo>
                  <a:pt x="382127" y="425973"/>
                </a:lnTo>
                <a:lnTo>
                  <a:pt x="356293" y="443235"/>
                </a:lnTo>
                <a:lnTo>
                  <a:pt x="328427" y="456977"/>
                </a:lnTo>
                <a:lnTo>
                  <a:pt x="299006" y="466964"/>
                </a:lnTo>
                <a:lnTo>
                  <a:pt x="268533" y="473026"/>
                </a:lnTo>
                <a:lnTo>
                  <a:pt x="237529" y="475058"/>
                </a:lnTo>
                <a:lnTo>
                  <a:pt x="206525" y="473026"/>
                </a:lnTo>
                <a:lnTo>
                  <a:pt x="176052" y="466964"/>
                </a:lnTo>
                <a:lnTo>
                  <a:pt x="146630" y="456977"/>
                </a:lnTo>
                <a:lnTo>
                  <a:pt x="118764" y="443235"/>
                </a:lnTo>
                <a:lnTo>
                  <a:pt x="92930" y="425973"/>
                </a:lnTo>
                <a:lnTo>
                  <a:pt x="69571" y="405487"/>
                </a:lnTo>
                <a:lnTo>
                  <a:pt x="49085" y="382127"/>
                </a:lnTo>
                <a:lnTo>
                  <a:pt x="31823" y="356293"/>
                </a:lnTo>
                <a:lnTo>
                  <a:pt x="18081" y="328427"/>
                </a:lnTo>
                <a:lnTo>
                  <a:pt x="8094" y="299006"/>
                </a:lnTo>
                <a:lnTo>
                  <a:pt x="2032" y="268533"/>
                </a:lnTo>
                <a:lnTo>
                  <a:pt x="0" y="237529"/>
                </a:lnTo>
                <a:lnTo>
                  <a:pt x="2032" y="206525"/>
                </a:lnTo>
                <a:lnTo>
                  <a:pt x="8094" y="176052"/>
                </a:lnTo>
                <a:lnTo>
                  <a:pt x="18081" y="146630"/>
                </a:lnTo>
                <a:lnTo>
                  <a:pt x="31823" y="118764"/>
                </a:lnTo>
                <a:lnTo>
                  <a:pt x="49085" y="92930"/>
                </a:lnTo>
                <a:lnTo>
                  <a:pt x="69571" y="69571"/>
                </a:lnTo>
                <a:lnTo>
                  <a:pt x="92930" y="49085"/>
                </a:lnTo>
                <a:lnTo>
                  <a:pt x="118764" y="31823"/>
                </a:lnTo>
                <a:lnTo>
                  <a:pt x="146630" y="18081"/>
                </a:lnTo>
                <a:lnTo>
                  <a:pt x="176052" y="8094"/>
                </a:lnTo>
                <a:lnTo>
                  <a:pt x="206525" y="2032"/>
                </a:lnTo>
                <a:lnTo>
                  <a:pt x="237529" y="0"/>
                </a:lnTo>
                <a:lnTo>
                  <a:pt x="268533" y="2032"/>
                </a:lnTo>
                <a:lnTo>
                  <a:pt x="299006" y="8094"/>
                </a:lnTo>
                <a:lnTo>
                  <a:pt x="328427" y="18081"/>
                </a:lnTo>
                <a:lnTo>
                  <a:pt x="356293" y="31823"/>
                </a:lnTo>
                <a:lnTo>
                  <a:pt x="382127" y="49085"/>
                </a:lnTo>
                <a:lnTo>
                  <a:pt x="405487" y="69571"/>
                </a:lnTo>
                <a:lnTo>
                  <a:pt x="425973" y="92930"/>
                </a:lnTo>
                <a:lnTo>
                  <a:pt x="443235" y="118764"/>
                </a:lnTo>
                <a:lnTo>
                  <a:pt x="456977" y="146630"/>
                </a:lnTo>
                <a:lnTo>
                  <a:pt x="466964" y="176052"/>
                </a:lnTo>
                <a:lnTo>
                  <a:pt x="473026" y="206525"/>
                </a:lnTo>
                <a:close/>
              </a:path>
            </a:pathLst>
          </a:custGeom>
          <a:solidFill>
            <a:srgbClr val="C2C2C2"/>
          </a:solidFill>
          <a:ln/>
        </p:spPr>
      </p:sp>
      <p:sp>
        <p:nvSpPr>
          <p:cNvPr id="146" name="Shape 144"/>
          <p:cNvSpPr/>
          <p:nvPr/>
        </p:nvSpPr>
        <p:spPr>
          <a:xfrm>
            <a:off x="5742970" y="2372879"/>
            <a:ext cx="404488" cy="404488"/>
          </a:xfrm>
          <a:custGeom>
            <a:avLst/>
            <a:gdLst/>
            <a:ahLst/>
            <a:cxnLst/>
            <a:rect l="l" t="t" r="r" b="b"/>
            <a:pathLst>
              <a:path w="404488" h="404488">
                <a:moveTo>
                  <a:pt x="404488" y="202244"/>
                </a:moveTo>
                <a:lnTo>
                  <a:pt x="402757" y="228642"/>
                </a:lnTo>
                <a:lnTo>
                  <a:pt x="397596" y="254588"/>
                </a:lnTo>
                <a:lnTo>
                  <a:pt x="389093" y="279639"/>
                </a:lnTo>
                <a:lnTo>
                  <a:pt x="377392" y="303366"/>
                </a:lnTo>
                <a:lnTo>
                  <a:pt x="362695" y="325362"/>
                </a:lnTo>
                <a:lnTo>
                  <a:pt x="345252" y="345252"/>
                </a:lnTo>
                <a:lnTo>
                  <a:pt x="325362" y="362695"/>
                </a:lnTo>
                <a:lnTo>
                  <a:pt x="303366" y="377392"/>
                </a:lnTo>
                <a:lnTo>
                  <a:pt x="279639" y="389093"/>
                </a:lnTo>
                <a:lnTo>
                  <a:pt x="254588" y="397596"/>
                </a:lnTo>
                <a:lnTo>
                  <a:pt x="228642" y="402757"/>
                </a:lnTo>
                <a:lnTo>
                  <a:pt x="202244" y="404488"/>
                </a:lnTo>
                <a:lnTo>
                  <a:pt x="175846" y="402757"/>
                </a:lnTo>
                <a:lnTo>
                  <a:pt x="149899" y="397596"/>
                </a:lnTo>
                <a:lnTo>
                  <a:pt x="124848" y="389093"/>
                </a:lnTo>
                <a:lnTo>
                  <a:pt x="101122" y="377392"/>
                </a:lnTo>
                <a:lnTo>
                  <a:pt x="79126" y="362695"/>
                </a:lnTo>
                <a:lnTo>
                  <a:pt x="59236" y="345252"/>
                </a:lnTo>
                <a:lnTo>
                  <a:pt x="41793" y="325362"/>
                </a:lnTo>
                <a:lnTo>
                  <a:pt x="27096" y="303366"/>
                </a:lnTo>
                <a:lnTo>
                  <a:pt x="15395" y="279639"/>
                </a:lnTo>
                <a:lnTo>
                  <a:pt x="6891" y="254588"/>
                </a:lnTo>
                <a:lnTo>
                  <a:pt x="1730" y="228642"/>
                </a:lnTo>
                <a:lnTo>
                  <a:pt x="0" y="202244"/>
                </a:lnTo>
                <a:lnTo>
                  <a:pt x="1730" y="175846"/>
                </a:lnTo>
                <a:lnTo>
                  <a:pt x="6891" y="149899"/>
                </a:lnTo>
                <a:lnTo>
                  <a:pt x="15395" y="124848"/>
                </a:lnTo>
                <a:lnTo>
                  <a:pt x="27096" y="101122"/>
                </a:lnTo>
                <a:lnTo>
                  <a:pt x="41793" y="79126"/>
                </a:lnTo>
                <a:lnTo>
                  <a:pt x="59236" y="59236"/>
                </a:lnTo>
                <a:lnTo>
                  <a:pt x="79126" y="41793"/>
                </a:lnTo>
                <a:lnTo>
                  <a:pt x="101122" y="27096"/>
                </a:lnTo>
                <a:lnTo>
                  <a:pt x="124848" y="15395"/>
                </a:lnTo>
                <a:lnTo>
                  <a:pt x="149899" y="6891"/>
                </a:lnTo>
                <a:lnTo>
                  <a:pt x="175846" y="1730"/>
                </a:lnTo>
                <a:lnTo>
                  <a:pt x="202244" y="0"/>
                </a:lnTo>
                <a:lnTo>
                  <a:pt x="228642" y="1730"/>
                </a:lnTo>
                <a:lnTo>
                  <a:pt x="254588" y="6891"/>
                </a:lnTo>
                <a:lnTo>
                  <a:pt x="279639" y="15395"/>
                </a:lnTo>
                <a:lnTo>
                  <a:pt x="303366" y="27096"/>
                </a:lnTo>
                <a:lnTo>
                  <a:pt x="325362" y="41793"/>
                </a:lnTo>
                <a:lnTo>
                  <a:pt x="345252" y="59236"/>
                </a:lnTo>
                <a:lnTo>
                  <a:pt x="362695" y="79126"/>
                </a:lnTo>
                <a:lnTo>
                  <a:pt x="377392" y="101122"/>
                </a:lnTo>
                <a:lnTo>
                  <a:pt x="389093" y="124848"/>
                </a:lnTo>
                <a:lnTo>
                  <a:pt x="397596" y="149899"/>
                </a:lnTo>
                <a:lnTo>
                  <a:pt x="402757" y="175846"/>
                </a:lnTo>
                <a:close/>
              </a:path>
            </a:pathLst>
          </a:custGeom>
          <a:solidFill>
            <a:srgbClr val="C9C9C9"/>
          </a:solidFill>
          <a:ln/>
        </p:spPr>
      </p:sp>
      <p:sp>
        <p:nvSpPr>
          <p:cNvPr id="147" name="Shape 145"/>
          <p:cNvSpPr/>
          <p:nvPr/>
        </p:nvSpPr>
        <p:spPr>
          <a:xfrm>
            <a:off x="5769219" y="2396959"/>
            <a:ext cx="333917" cy="333917"/>
          </a:xfrm>
          <a:custGeom>
            <a:avLst/>
            <a:gdLst/>
            <a:ahLst/>
            <a:cxnLst/>
            <a:rect l="l" t="t" r="r" b="b"/>
            <a:pathLst>
              <a:path w="333917" h="333917">
                <a:moveTo>
                  <a:pt x="333917" y="166959"/>
                </a:moveTo>
                <a:lnTo>
                  <a:pt x="332489" y="188751"/>
                </a:lnTo>
                <a:lnTo>
                  <a:pt x="328228" y="210171"/>
                </a:lnTo>
                <a:lnTo>
                  <a:pt x="321208" y="230851"/>
                </a:lnTo>
                <a:lnTo>
                  <a:pt x="311549" y="250438"/>
                </a:lnTo>
                <a:lnTo>
                  <a:pt x="299416" y="268597"/>
                </a:lnTo>
                <a:lnTo>
                  <a:pt x="285016" y="285016"/>
                </a:lnTo>
                <a:lnTo>
                  <a:pt x="268597" y="299416"/>
                </a:lnTo>
                <a:lnTo>
                  <a:pt x="250438" y="311549"/>
                </a:lnTo>
                <a:lnTo>
                  <a:pt x="230851" y="321208"/>
                </a:lnTo>
                <a:lnTo>
                  <a:pt x="210171" y="328228"/>
                </a:lnTo>
                <a:lnTo>
                  <a:pt x="188751" y="332489"/>
                </a:lnTo>
                <a:lnTo>
                  <a:pt x="166959" y="333917"/>
                </a:lnTo>
                <a:lnTo>
                  <a:pt x="145166" y="332489"/>
                </a:lnTo>
                <a:lnTo>
                  <a:pt x="123747" y="328228"/>
                </a:lnTo>
                <a:lnTo>
                  <a:pt x="103066" y="321208"/>
                </a:lnTo>
                <a:lnTo>
                  <a:pt x="83479" y="311549"/>
                </a:lnTo>
                <a:lnTo>
                  <a:pt x="65321" y="299416"/>
                </a:lnTo>
                <a:lnTo>
                  <a:pt x="48901" y="285016"/>
                </a:lnTo>
                <a:lnTo>
                  <a:pt x="34501" y="268597"/>
                </a:lnTo>
                <a:lnTo>
                  <a:pt x="22368" y="250438"/>
                </a:lnTo>
                <a:lnTo>
                  <a:pt x="12709" y="230851"/>
                </a:lnTo>
                <a:lnTo>
                  <a:pt x="5689" y="210171"/>
                </a:lnTo>
                <a:lnTo>
                  <a:pt x="1428" y="188751"/>
                </a:lnTo>
                <a:lnTo>
                  <a:pt x="0" y="166959"/>
                </a:lnTo>
                <a:lnTo>
                  <a:pt x="1428" y="145166"/>
                </a:lnTo>
                <a:lnTo>
                  <a:pt x="5689" y="123747"/>
                </a:lnTo>
                <a:lnTo>
                  <a:pt x="12709" y="103066"/>
                </a:lnTo>
                <a:lnTo>
                  <a:pt x="22368" y="83479"/>
                </a:lnTo>
                <a:lnTo>
                  <a:pt x="34501" y="65321"/>
                </a:lnTo>
                <a:lnTo>
                  <a:pt x="48901" y="48901"/>
                </a:lnTo>
                <a:lnTo>
                  <a:pt x="65321" y="34501"/>
                </a:lnTo>
                <a:lnTo>
                  <a:pt x="83479" y="22368"/>
                </a:lnTo>
                <a:lnTo>
                  <a:pt x="103066" y="12709"/>
                </a:lnTo>
                <a:lnTo>
                  <a:pt x="123747" y="5689"/>
                </a:lnTo>
                <a:lnTo>
                  <a:pt x="145166" y="1428"/>
                </a:lnTo>
                <a:lnTo>
                  <a:pt x="166959" y="0"/>
                </a:lnTo>
                <a:lnTo>
                  <a:pt x="188751" y="1428"/>
                </a:lnTo>
                <a:lnTo>
                  <a:pt x="210171" y="5689"/>
                </a:lnTo>
                <a:lnTo>
                  <a:pt x="230851" y="12709"/>
                </a:lnTo>
                <a:lnTo>
                  <a:pt x="250438" y="22368"/>
                </a:lnTo>
                <a:lnTo>
                  <a:pt x="268597" y="34501"/>
                </a:lnTo>
                <a:lnTo>
                  <a:pt x="285016" y="48901"/>
                </a:lnTo>
                <a:lnTo>
                  <a:pt x="299416" y="65321"/>
                </a:lnTo>
                <a:lnTo>
                  <a:pt x="311549" y="83479"/>
                </a:lnTo>
                <a:lnTo>
                  <a:pt x="321208" y="103066"/>
                </a:lnTo>
                <a:lnTo>
                  <a:pt x="328228" y="123747"/>
                </a:lnTo>
                <a:lnTo>
                  <a:pt x="332489" y="145166"/>
                </a:lnTo>
                <a:close/>
              </a:path>
            </a:pathLst>
          </a:custGeom>
          <a:solidFill>
            <a:srgbClr val="D0D0D0"/>
          </a:solidFill>
          <a:ln/>
        </p:spPr>
      </p:sp>
      <p:sp>
        <p:nvSpPr>
          <p:cNvPr id="148" name="Shape 146"/>
          <p:cNvSpPr/>
          <p:nvPr/>
        </p:nvSpPr>
        <p:spPr>
          <a:xfrm>
            <a:off x="5795467" y="2421039"/>
            <a:ext cx="263347" cy="263347"/>
          </a:xfrm>
          <a:custGeom>
            <a:avLst/>
            <a:gdLst/>
            <a:ahLst/>
            <a:cxnLst/>
            <a:rect l="l" t="t" r="r" b="b"/>
            <a:pathLst>
              <a:path w="263347" h="263347">
                <a:moveTo>
                  <a:pt x="263347" y="131674"/>
                </a:moveTo>
                <a:lnTo>
                  <a:pt x="262221" y="148860"/>
                </a:lnTo>
                <a:lnTo>
                  <a:pt x="258861" y="165753"/>
                </a:lnTo>
                <a:lnTo>
                  <a:pt x="253324" y="182063"/>
                </a:lnTo>
                <a:lnTo>
                  <a:pt x="245706" y="197510"/>
                </a:lnTo>
                <a:lnTo>
                  <a:pt x="236137" y="211831"/>
                </a:lnTo>
                <a:lnTo>
                  <a:pt x="224781" y="224781"/>
                </a:lnTo>
                <a:lnTo>
                  <a:pt x="211831" y="236137"/>
                </a:lnTo>
                <a:lnTo>
                  <a:pt x="197510" y="245706"/>
                </a:lnTo>
                <a:lnTo>
                  <a:pt x="182063" y="253324"/>
                </a:lnTo>
                <a:lnTo>
                  <a:pt x="165753" y="258861"/>
                </a:lnTo>
                <a:lnTo>
                  <a:pt x="148860" y="262221"/>
                </a:lnTo>
                <a:lnTo>
                  <a:pt x="131674" y="263347"/>
                </a:lnTo>
                <a:lnTo>
                  <a:pt x="114487" y="262221"/>
                </a:lnTo>
                <a:lnTo>
                  <a:pt x="97594" y="258861"/>
                </a:lnTo>
                <a:lnTo>
                  <a:pt x="81284" y="253324"/>
                </a:lnTo>
                <a:lnTo>
                  <a:pt x="65837" y="245706"/>
                </a:lnTo>
                <a:lnTo>
                  <a:pt x="51516" y="236137"/>
                </a:lnTo>
                <a:lnTo>
                  <a:pt x="38566" y="224781"/>
                </a:lnTo>
                <a:lnTo>
                  <a:pt x="27210" y="211831"/>
                </a:lnTo>
                <a:lnTo>
                  <a:pt x="17641" y="197510"/>
                </a:lnTo>
                <a:lnTo>
                  <a:pt x="10023" y="182063"/>
                </a:lnTo>
                <a:lnTo>
                  <a:pt x="4487" y="165753"/>
                </a:lnTo>
                <a:lnTo>
                  <a:pt x="1126" y="148860"/>
                </a:lnTo>
                <a:lnTo>
                  <a:pt x="0" y="131674"/>
                </a:lnTo>
                <a:lnTo>
                  <a:pt x="1126" y="114487"/>
                </a:lnTo>
                <a:lnTo>
                  <a:pt x="4487" y="97594"/>
                </a:lnTo>
                <a:lnTo>
                  <a:pt x="10023" y="81284"/>
                </a:lnTo>
                <a:lnTo>
                  <a:pt x="17641" y="65837"/>
                </a:lnTo>
                <a:lnTo>
                  <a:pt x="27210" y="51516"/>
                </a:lnTo>
                <a:lnTo>
                  <a:pt x="38566" y="38566"/>
                </a:lnTo>
                <a:lnTo>
                  <a:pt x="51516" y="27210"/>
                </a:lnTo>
                <a:lnTo>
                  <a:pt x="65837" y="17641"/>
                </a:lnTo>
                <a:lnTo>
                  <a:pt x="81284" y="10023"/>
                </a:lnTo>
                <a:lnTo>
                  <a:pt x="97594" y="4487"/>
                </a:lnTo>
                <a:lnTo>
                  <a:pt x="114487" y="1126"/>
                </a:lnTo>
                <a:lnTo>
                  <a:pt x="131674" y="0"/>
                </a:lnTo>
                <a:lnTo>
                  <a:pt x="148860" y="1126"/>
                </a:lnTo>
                <a:lnTo>
                  <a:pt x="165753" y="4487"/>
                </a:lnTo>
                <a:lnTo>
                  <a:pt x="182063" y="10023"/>
                </a:lnTo>
                <a:lnTo>
                  <a:pt x="197510" y="17641"/>
                </a:lnTo>
                <a:lnTo>
                  <a:pt x="211831" y="27210"/>
                </a:lnTo>
                <a:lnTo>
                  <a:pt x="224781" y="38566"/>
                </a:lnTo>
                <a:lnTo>
                  <a:pt x="236137" y="51516"/>
                </a:lnTo>
                <a:lnTo>
                  <a:pt x="245706" y="65837"/>
                </a:lnTo>
                <a:lnTo>
                  <a:pt x="253324" y="81284"/>
                </a:lnTo>
                <a:lnTo>
                  <a:pt x="258861" y="97594"/>
                </a:lnTo>
                <a:lnTo>
                  <a:pt x="262221" y="114487"/>
                </a:lnTo>
                <a:close/>
              </a:path>
            </a:pathLst>
          </a:custGeom>
          <a:solidFill>
            <a:srgbClr val="D7D7D7"/>
          </a:solidFill>
          <a:ln/>
        </p:spPr>
      </p:sp>
      <p:sp>
        <p:nvSpPr>
          <p:cNvPr id="149" name="Shape 147"/>
          <p:cNvSpPr/>
          <p:nvPr/>
        </p:nvSpPr>
        <p:spPr>
          <a:xfrm>
            <a:off x="5349240" y="2011680"/>
            <a:ext cx="1463040" cy="1463040"/>
          </a:xfrm>
          <a:custGeom>
            <a:avLst/>
            <a:gdLst/>
            <a:ahLst/>
            <a:cxnLst/>
            <a:rect l="l" t="t" r="r" b="b"/>
            <a:pathLst>
              <a:path w="1463040" h="1463040">
                <a:moveTo>
                  <a:pt x="1463040" y="731520"/>
                </a:moveTo>
                <a:lnTo>
                  <a:pt x="1456782" y="827003"/>
                </a:lnTo>
                <a:lnTo>
                  <a:pt x="1438114" y="920851"/>
                </a:lnTo>
                <a:lnTo>
                  <a:pt x="1407356" y="1011461"/>
                </a:lnTo>
                <a:lnTo>
                  <a:pt x="1365035" y="1097280"/>
                </a:lnTo>
                <a:lnTo>
                  <a:pt x="1311874" y="1176841"/>
                </a:lnTo>
                <a:lnTo>
                  <a:pt x="1248783" y="1248783"/>
                </a:lnTo>
                <a:lnTo>
                  <a:pt x="1176841" y="1311874"/>
                </a:lnTo>
                <a:lnTo>
                  <a:pt x="1097280" y="1365035"/>
                </a:lnTo>
                <a:lnTo>
                  <a:pt x="1011461" y="1407356"/>
                </a:lnTo>
                <a:lnTo>
                  <a:pt x="920851" y="1438114"/>
                </a:lnTo>
                <a:lnTo>
                  <a:pt x="827003" y="1456782"/>
                </a:lnTo>
                <a:lnTo>
                  <a:pt x="731520" y="1463040"/>
                </a:lnTo>
                <a:lnTo>
                  <a:pt x="636037" y="1456782"/>
                </a:lnTo>
                <a:lnTo>
                  <a:pt x="542189" y="1438114"/>
                </a:lnTo>
                <a:lnTo>
                  <a:pt x="451579" y="1407356"/>
                </a:lnTo>
                <a:lnTo>
                  <a:pt x="365760" y="1365035"/>
                </a:lnTo>
                <a:lnTo>
                  <a:pt x="286199" y="1311874"/>
                </a:lnTo>
                <a:lnTo>
                  <a:pt x="214257" y="1248783"/>
                </a:lnTo>
                <a:lnTo>
                  <a:pt x="151166" y="1176841"/>
                </a:lnTo>
                <a:lnTo>
                  <a:pt x="98005" y="1097280"/>
                </a:lnTo>
                <a:lnTo>
                  <a:pt x="55684" y="1011461"/>
                </a:lnTo>
                <a:lnTo>
                  <a:pt x="24926" y="920851"/>
                </a:lnTo>
                <a:lnTo>
                  <a:pt x="6258" y="827003"/>
                </a:lnTo>
                <a:lnTo>
                  <a:pt x="0" y="731520"/>
                </a:lnTo>
                <a:lnTo>
                  <a:pt x="6258" y="636037"/>
                </a:lnTo>
                <a:lnTo>
                  <a:pt x="24926" y="542189"/>
                </a:lnTo>
                <a:lnTo>
                  <a:pt x="55684" y="451579"/>
                </a:lnTo>
                <a:lnTo>
                  <a:pt x="98005" y="365760"/>
                </a:lnTo>
                <a:lnTo>
                  <a:pt x="151166" y="286199"/>
                </a:lnTo>
                <a:lnTo>
                  <a:pt x="214257" y="214257"/>
                </a:lnTo>
                <a:lnTo>
                  <a:pt x="286199" y="151166"/>
                </a:lnTo>
                <a:lnTo>
                  <a:pt x="365760" y="98005"/>
                </a:lnTo>
                <a:lnTo>
                  <a:pt x="451579" y="55684"/>
                </a:lnTo>
                <a:lnTo>
                  <a:pt x="542189" y="24926"/>
                </a:lnTo>
                <a:lnTo>
                  <a:pt x="636037" y="6258"/>
                </a:lnTo>
                <a:lnTo>
                  <a:pt x="731520" y="0"/>
                </a:lnTo>
                <a:lnTo>
                  <a:pt x="827003" y="6258"/>
                </a:lnTo>
                <a:lnTo>
                  <a:pt x="920851" y="24926"/>
                </a:lnTo>
                <a:lnTo>
                  <a:pt x="1011461" y="55684"/>
                </a:lnTo>
                <a:lnTo>
                  <a:pt x="1097280" y="98005"/>
                </a:lnTo>
                <a:lnTo>
                  <a:pt x="1176841" y="151166"/>
                </a:lnTo>
                <a:lnTo>
                  <a:pt x="1248783" y="214257"/>
                </a:lnTo>
                <a:lnTo>
                  <a:pt x="1311874" y="286199"/>
                </a:lnTo>
                <a:lnTo>
                  <a:pt x="1365035" y="365760"/>
                </a:lnTo>
                <a:lnTo>
                  <a:pt x="1407356" y="451579"/>
                </a:lnTo>
                <a:lnTo>
                  <a:pt x="1438114" y="542189"/>
                </a:lnTo>
                <a:lnTo>
                  <a:pt x="1456782" y="636037"/>
                </a:lnTo>
                <a:close/>
              </a:path>
            </a:pathLst>
          </a:custGeom>
          <a:ln w="12700">
            <a:solidFill>
              <a:srgbClr val="000000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6400605" y="2784410"/>
            <a:ext cx="331778" cy="85652"/>
          </a:xfrm>
          <a:custGeom>
            <a:avLst/>
            <a:gdLst/>
            <a:ahLst/>
            <a:cxnLst/>
            <a:rect l="l" t="t" r="r" b="b"/>
            <a:pathLst>
              <a:path w="331778" h="85652">
                <a:moveTo>
                  <a:pt x="0" y="60683"/>
                </a:moveTo>
                <a:lnTo>
                  <a:pt x="1824" y="0"/>
                </a:lnTo>
                <a:lnTo>
                  <a:pt x="331778" y="24969"/>
                </a:lnTo>
                <a:lnTo>
                  <a:pt x="329954" y="85652"/>
                </a:lnTo>
                <a:close/>
              </a:path>
            </a:pathLst>
          </a:custGeom>
          <a:solidFill>
            <a:srgbClr val="6F6F6F"/>
          </a:solidFill>
          <a:ln w="6350">
            <a:solidFill>
              <a:srgbClr val="6F6F6F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6402430" y="2723487"/>
            <a:ext cx="335372" cy="85892"/>
          </a:xfrm>
          <a:custGeom>
            <a:avLst/>
            <a:gdLst/>
            <a:ahLst/>
            <a:cxnLst/>
            <a:rect l="l" t="t" r="r" b="b"/>
            <a:pathLst>
              <a:path w="335372" h="85892">
                <a:moveTo>
                  <a:pt x="0" y="60923"/>
                </a:moveTo>
                <a:lnTo>
                  <a:pt x="5418" y="0"/>
                </a:lnTo>
                <a:lnTo>
                  <a:pt x="335372" y="24969"/>
                </a:lnTo>
                <a:lnTo>
                  <a:pt x="329954" y="85892"/>
                </a:lnTo>
                <a:close/>
              </a:path>
            </a:pathLst>
          </a:custGeom>
          <a:solidFill>
            <a:srgbClr val="797979"/>
          </a:solidFill>
          <a:ln w="6350">
            <a:solidFill>
              <a:srgbClr val="797979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6407848" y="2664174"/>
            <a:ext cx="338801" cy="84282"/>
          </a:xfrm>
          <a:custGeom>
            <a:avLst/>
            <a:gdLst/>
            <a:ahLst/>
            <a:cxnLst/>
            <a:rect l="l" t="t" r="r" b="b"/>
            <a:pathLst>
              <a:path w="338801" h="84282">
                <a:moveTo>
                  <a:pt x="0" y="59313"/>
                </a:moveTo>
                <a:lnTo>
                  <a:pt x="8847" y="0"/>
                </a:lnTo>
                <a:lnTo>
                  <a:pt x="338801" y="24969"/>
                </a:lnTo>
                <a:lnTo>
                  <a:pt x="329954" y="84282"/>
                </a:lnTo>
                <a:close/>
              </a:path>
            </a:pathLst>
          </a:custGeom>
          <a:solidFill>
            <a:srgbClr val="818181"/>
          </a:solidFill>
          <a:ln w="6350">
            <a:solidFill>
              <a:srgbClr val="818181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6416695" y="2608274"/>
            <a:ext cx="341961" cy="80869"/>
          </a:xfrm>
          <a:custGeom>
            <a:avLst/>
            <a:gdLst/>
            <a:ahLst/>
            <a:cxnLst/>
            <a:rect l="l" t="t" r="r" b="b"/>
            <a:pathLst>
              <a:path w="341961" h="80869">
                <a:moveTo>
                  <a:pt x="0" y="55900"/>
                </a:moveTo>
                <a:lnTo>
                  <a:pt x="12007" y="0"/>
                </a:lnTo>
                <a:lnTo>
                  <a:pt x="341961" y="24969"/>
                </a:lnTo>
                <a:lnTo>
                  <a:pt x="329954" y="80869"/>
                </a:lnTo>
                <a:close/>
              </a:path>
            </a:pathLst>
          </a:custGeom>
          <a:solidFill>
            <a:srgbClr val="888888"/>
          </a:solidFill>
          <a:ln w="6350">
            <a:solidFill>
              <a:srgbClr val="888888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6428702" y="2557485"/>
            <a:ext cx="344756" cy="75758"/>
          </a:xfrm>
          <a:custGeom>
            <a:avLst/>
            <a:gdLst/>
            <a:ahLst/>
            <a:cxnLst/>
            <a:rect l="l" t="t" r="r" b="b"/>
            <a:pathLst>
              <a:path w="344756" h="75758">
                <a:moveTo>
                  <a:pt x="0" y="50789"/>
                </a:moveTo>
                <a:lnTo>
                  <a:pt x="14802" y="0"/>
                </a:lnTo>
                <a:lnTo>
                  <a:pt x="344756" y="24969"/>
                </a:lnTo>
                <a:lnTo>
                  <a:pt x="329954" y="75758"/>
                </a:lnTo>
                <a:close/>
              </a:path>
            </a:pathLst>
          </a:custGeom>
          <a:solidFill>
            <a:srgbClr val="8C8C8C"/>
          </a:solidFill>
          <a:ln w="6350">
            <a:solidFill>
              <a:srgbClr val="8C8C8C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6443504" y="2513350"/>
            <a:ext cx="347102" cy="69103"/>
          </a:xfrm>
          <a:custGeom>
            <a:avLst/>
            <a:gdLst/>
            <a:ahLst/>
            <a:cxnLst/>
            <a:rect l="l" t="t" r="r" b="b"/>
            <a:pathLst>
              <a:path w="347102" h="69103">
                <a:moveTo>
                  <a:pt x="0" y="44135"/>
                </a:moveTo>
                <a:lnTo>
                  <a:pt x="17148" y="0"/>
                </a:lnTo>
                <a:lnTo>
                  <a:pt x="347102" y="24969"/>
                </a:lnTo>
                <a:lnTo>
                  <a:pt x="329954" y="69103"/>
                </a:lnTo>
                <a:close/>
              </a:path>
            </a:pathLst>
          </a:custGeom>
          <a:solidFill>
            <a:srgbClr val="8D8D8D"/>
          </a:solidFill>
          <a:ln w="6350">
            <a:solidFill>
              <a:srgbClr val="8D8D8D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6460652" y="2477211"/>
            <a:ext cx="348926" cy="61108"/>
          </a:xfrm>
          <a:custGeom>
            <a:avLst/>
            <a:gdLst/>
            <a:ahLst/>
            <a:cxnLst/>
            <a:rect l="l" t="t" r="r" b="b"/>
            <a:pathLst>
              <a:path w="348926" h="61108">
                <a:moveTo>
                  <a:pt x="0" y="36139"/>
                </a:moveTo>
                <a:lnTo>
                  <a:pt x="18972" y="0"/>
                </a:lnTo>
                <a:lnTo>
                  <a:pt x="348926" y="24969"/>
                </a:lnTo>
                <a:lnTo>
                  <a:pt x="329954" y="61108"/>
                </a:lnTo>
                <a:close/>
              </a:path>
            </a:pathLst>
          </a:custGeom>
          <a:solidFill>
            <a:srgbClr val="8D8D8D"/>
          </a:solidFill>
          <a:ln w="6350">
            <a:solidFill>
              <a:srgbClr val="8D8D8D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6479624" y="2450166"/>
            <a:ext cx="350174" cy="52014"/>
          </a:xfrm>
          <a:custGeom>
            <a:avLst/>
            <a:gdLst/>
            <a:ahLst/>
            <a:cxnLst/>
            <a:rect l="l" t="t" r="r" b="b"/>
            <a:pathLst>
              <a:path w="350174" h="52014">
                <a:moveTo>
                  <a:pt x="0" y="27046"/>
                </a:moveTo>
                <a:lnTo>
                  <a:pt x="20220" y="0"/>
                </a:lnTo>
                <a:lnTo>
                  <a:pt x="350174" y="24969"/>
                </a:lnTo>
                <a:lnTo>
                  <a:pt x="329954" y="52014"/>
                </a:lnTo>
                <a:close/>
              </a:path>
            </a:pathLst>
          </a:custGeom>
          <a:solidFill>
            <a:srgbClr val="898989"/>
          </a:solidFill>
          <a:ln w="6350">
            <a:solidFill>
              <a:srgbClr val="898989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6499845" y="2433035"/>
            <a:ext cx="350808" cy="42099"/>
          </a:xfrm>
          <a:custGeom>
            <a:avLst/>
            <a:gdLst/>
            <a:ahLst/>
            <a:cxnLst/>
            <a:rect l="l" t="t" r="r" b="b"/>
            <a:pathLst>
              <a:path w="350808" h="42099">
                <a:moveTo>
                  <a:pt x="0" y="17130"/>
                </a:moveTo>
                <a:lnTo>
                  <a:pt x="20854" y="0"/>
                </a:lnTo>
                <a:lnTo>
                  <a:pt x="350808" y="24969"/>
                </a:lnTo>
                <a:lnTo>
                  <a:pt x="329954" y="42099"/>
                </a:lnTo>
                <a:close/>
              </a:path>
            </a:pathLst>
          </a:custGeom>
          <a:solidFill>
            <a:srgbClr val="848484"/>
          </a:solidFill>
          <a:ln w="6350">
            <a:solidFill>
              <a:srgbClr val="848484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6520699" y="2426341"/>
            <a:ext cx="350808" cy="31663"/>
          </a:xfrm>
          <a:custGeom>
            <a:avLst/>
            <a:gdLst/>
            <a:ahLst/>
            <a:cxnLst/>
            <a:rect l="l" t="t" r="r" b="b"/>
            <a:pathLst>
              <a:path w="350808" h="31663">
                <a:moveTo>
                  <a:pt x="0" y="6695"/>
                </a:moveTo>
                <a:lnTo>
                  <a:pt x="20854" y="0"/>
                </a:lnTo>
                <a:lnTo>
                  <a:pt x="350808" y="24969"/>
                </a:lnTo>
                <a:lnTo>
                  <a:pt x="329954" y="31663"/>
                </a:lnTo>
                <a:close/>
              </a:path>
            </a:pathLst>
          </a:custGeom>
          <a:solidFill>
            <a:srgbClr val="7C7C7C"/>
          </a:solidFill>
          <a:ln w="6350">
            <a:solidFill>
              <a:srgbClr val="7C7C7C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6479624" y="3122698"/>
            <a:ext cx="350174" cy="28913"/>
          </a:xfrm>
          <a:custGeom>
            <a:avLst/>
            <a:gdLst/>
            <a:ahLst/>
            <a:cxnLst/>
            <a:rect l="l" t="t" r="r" b="b"/>
            <a:pathLst>
              <a:path w="350174" h="28913">
                <a:moveTo>
                  <a:pt x="20220" y="3945"/>
                </a:moveTo>
                <a:lnTo>
                  <a:pt x="0" y="0"/>
                </a:lnTo>
                <a:lnTo>
                  <a:pt x="329954" y="24969"/>
                </a:lnTo>
                <a:lnTo>
                  <a:pt x="350174" y="28913"/>
                </a:lnTo>
                <a:close/>
              </a:path>
            </a:pathLst>
          </a:custGeom>
          <a:solidFill>
            <a:srgbClr val="3D3D3D"/>
          </a:solidFill>
          <a:ln w="6350">
            <a:solidFill>
              <a:srgbClr val="3D3D3D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6460652" y="3108235"/>
            <a:ext cx="348926" cy="39433"/>
          </a:xfrm>
          <a:custGeom>
            <a:avLst/>
            <a:gdLst/>
            <a:ahLst/>
            <a:cxnLst/>
            <a:rect l="l" t="t" r="r" b="b"/>
            <a:pathLst>
              <a:path w="348926" h="39433">
                <a:moveTo>
                  <a:pt x="18972" y="14464"/>
                </a:moveTo>
                <a:lnTo>
                  <a:pt x="0" y="0"/>
                </a:lnTo>
                <a:lnTo>
                  <a:pt x="329954" y="24969"/>
                </a:lnTo>
                <a:lnTo>
                  <a:pt x="348926" y="39433"/>
                </a:lnTo>
                <a:close/>
              </a:path>
            </a:pathLst>
          </a:custGeom>
          <a:solidFill>
            <a:srgbClr val="3D3D3D"/>
          </a:solidFill>
          <a:ln w="6350">
            <a:solidFill>
              <a:srgbClr val="3D3D3D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6443504" y="3083691"/>
            <a:ext cx="347102" cy="49513"/>
          </a:xfrm>
          <a:custGeom>
            <a:avLst/>
            <a:gdLst/>
            <a:ahLst/>
            <a:cxnLst/>
            <a:rect l="l" t="t" r="r" b="b"/>
            <a:pathLst>
              <a:path w="347102" h="49513">
                <a:moveTo>
                  <a:pt x="17148" y="24544"/>
                </a:moveTo>
                <a:lnTo>
                  <a:pt x="0" y="0"/>
                </a:lnTo>
                <a:lnTo>
                  <a:pt x="329954" y="24969"/>
                </a:lnTo>
                <a:lnTo>
                  <a:pt x="347102" y="49513"/>
                </a:lnTo>
                <a:close/>
              </a:path>
            </a:pathLst>
          </a:custGeom>
          <a:solidFill>
            <a:srgbClr val="3D3D3D"/>
          </a:solidFill>
          <a:ln w="6350">
            <a:solidFill>
              <a:srgbClr val="3D3D3D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6428702" y="3049813"/>
            <a:ext cx="344756" cy="58847"/>
          </a:xfrm>
          <a:custGeom>
            <a:avLst/>
            <a:gdLst/>
            <a:ahLst/>
            <a:cxnLst/>
            <a:rect l="l" t="t" r="r" b="b"/>
            <a:pathLst>
              <a:path w="344756" h="58847">
                <a:moveTo>
                  <a:pt x="14802" y="33878"/>
                </a:moveTo>
                <a:lnTo>
                  <a:pt x="0" y="0"/>
                </a:lnTo>
                <a:lnTo>
                  <a:pt x="329954" y="24969"/>
                </a:lnTo>
                <a:lnTo>
                  <a:pt x="344756" y="58847"/>
                </a:lnTo>
                <a:close/>
              </a:path>
            </a:pathLst>
          </a:custGeom>
          <a:solidFill>
            <a:srgbClr val="3D3D3D"/>
          </a:solidFill>
          <a:ln w="6350">
            <a:solidFill>
              <a:srgbClr val="3D3D3D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6416695" y="3007630"/>
            <a:ext cx="341961" cy="67151"/>
          </a:xfrm>
          <a:custGeom>
            <a:avLst/>
            <a:gdLst/>
            <a:ahLst/>
            <a:cxnLst/>
            <a:rect l="l" t="t" r="r" b="b"/>
            <a:pathLst>
              <a:path w="341961" h="67151">
                <a:moveTo>
                  <a:pt x="12007" y="42183"/>
                </a:moveTo>
                <a:lnTo>
                  <a:pt x="0" y="0"/>
                </a:lnTo>
                <a:lnTo>
                  <a:pt x="329954" y="24969"/>
                </a:lnTo>
                <a:lnTo>
                  <a:pt x="341961" y="67151"/>
                </a:lnTo>
                <a:close/>
              </a:path>
            </a:pathLst>
          </a:custGeom>
          <a:solidFill>
            <a:srgbClr val="3D3D3D"/>
          </a:solidFill>
          <a:ln w="6350">
            <a:solidFill>
              <a:srgbClr val="3D3D3D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6407848" y="2958425"/>
            <a:ext cx="338801" cy="74174"/>
          </a:xfrm>
          <a:custGeom>
            <a:avLst/>
            <a:gdLst/>
            <a:ahLst/>
            <a:cxnLst/>
            <a:rect l="l" t="t" r="r" b="b"/>
            <a:pathLst>
              <a:path w="338801" h="74174">
                <a:moveTo>
                  <a:pt x="8847" y="49206"/>
                </a:moveTo>
                <a:lnTo>
                  <a:pt x="0" y="0"/>
                </a:lnTo>
                <a:lnTo>
                  <a:pt x="329954" y="24969"/>
                </a:lnTo>
                <a:lnTo>
                  <a:pt x="338801" y="74174"/>
                </a:lnTo>
                <a:close/>
              </a:path>
            </a:pathLst>
          </a:custGeom>
          <a:solidFill>
            <a:srgbClr val="484848"/>
          </a:solidFill>
          <a:ln w="6350">
            <a:solidFill>
              <a:srgbClr val="484848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6402430" y="2903691"/>
            <a:ext cx="335372" cy="79702"/>
          </a:xfrm>
          <a:custGeom>
            <a:avLst/>
            <a:gdLst/>
            <a:ahLst/>
            <a:cxnLst/>
            <a:rect l="l" t="t" r="r" b="b"/>
            <a:pathLst>
              <a:path w="335372" h="79702">
                <a:moveTo>
                  <a:pt x="5418" y="54734"/>
                </a:moveTo>
                <a:lnTo>
                  <a:pt x="0" y="0"/>
                </a:lnTo>
                <a:lnTo>
                  <a:pt x="329954" y="24969"/>
                </a:lnTo>
                <a:lnTo>
                  <a:pt x="335372" y="79702"/>
                </a:lnTo>
                <a:close/>
              </a:path>
            </a:pathLst>
          </a:custGeom>
          <a:solidFill>
            <a:srgbClr val="565656"/>
          </a:solidFill>
          <a:ln w="6350">
            <a:solidFill>
              <a:srgbClr val="565656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6400605" y="2845093"/>
            <a:ext cx="331778" cy="83567"/>
          </a:xfrm>
          <a:custGeom>
            <a:avLst/>
            <a:gdLst/>
            <a:ahLst/>
            <a:cxnLst/>
            <a:rect l="l" t="t" r="r" b="b"/>
            <a:pathLst>
              <a:path w="331778" h="83567">
                <a:moveTo>
                  <a:pt x="1824" y="58598"/>
                </a:moveTo>
                <a:lnTo>
                  <a:pt x="0" y="0"/>
                </a:lnTo>
                <a:lnTo>
                  <a:pt x="329954" y="24969"/>
                </a:lnTo>
                <a:lnTo>
                  <a:pt x="331778" y="83567"/>
                </a:lnTo>
                <a:close/>
              </a:path>
            </a:pathLst>
          </a:custGeom>
          <a:solidFill>
            <a:srgbClr val="636363"/>
          </a:solidFill>
          <a:ln w="6350">
            <a:solidFill>
              <a:srgbClr val="636363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6400605" y="2426341"/>
            <a:ext cx="570141" cy="725271"/>
          </a:xfrm>
          <a:custGeom>
            <a:avLst/>
            <a:gdLst/>
            <a:ahLst/>
            <a:cxnLst/>
            <a:rect l="l" t="t" r="r" b="b"/>
            <a:pathLst>
              <a:path w="570141" h="725271">
                <a:moveTo>
                  <a:pt x="0" y="418752"/>
                </a:moveTo>
                <a:lnTo>
                  <a:pt x="1824" y="358070"/>
                </a:lnTo>
                <a:lnTo>
                  <a:pt x="7243" y="297146"/>
                </a:lnTo>
                <a:lnTo>
                  <a:pt x="16089" y="237833"/>
                </a:lnTo>
                <a:lnTo>
                  <a:pt x="28097" y="181933"/>
                </a:lnTo>
                <a:lnTo>
                  <a:pt x="42899" y="131144"/>
                </a:lnTo>
                <a:lnTo>
                  <a:pt x="60047" y="87010"/>
                </a:lnTo>
                <a:lnTo>
                  <a:pt x="79019" y="50871"/>
                </a:lnTo>
                <a:lnTo>
                  <a:pt x="99239" y="23825"/>
                </a:lnTo>
                <a:lnTo>
                  <a:pt x="120093" y="6695"/>
                </a:lnTo>
                <a:lnTo>
                  <a:pt x="140947" y="0"/>
                </a:lnTo>
                <a:lnTo>
                  <a:pt x="470901" y="24969"/>
                </a:lnTo>
                <a:lnTo>
                  <a:pt x="491122" y="28913"/>
                </a:lnTo>
                <a:lnTo>
                  <a:pt x="510094" y="43377"/>
                </a:lnTo>
                <a:lnTo>
                  <a:pt x="527242" y="67921"/>
                </a:lnTo>
                <a:lnTo>
                  <a:pt x="542044" y="101799"/>
                </a:lnTo>
                <a:lnTo>
                  <a:pt x="554051" y="143981"/>
                </a:lnTo>
                <a:lnTo>
                  <a:pt x="562898" y="193187"/>
                </a:lnTo>
                <a:lnTo>
                  <a:pt x="568316" y="247920"/>
                </a:lnTo>
                <a:lnTo>
                  <a:pt x="570141" y="306519"/>
                </a:lnTo>
                <a:lnTo>
                  <a:pt x="568316" y="367202"/>
                </a:lnTo>
                <a:lnTo>
                  <a:pt x="562898" y="428125"/>
                </a:lnTo>
                <a:lnTo>
                  <a:pt x="554051" y="487438"/>
                </a:lnTo>
                <a:lnTo>
                  <a:pt x="542044" y="543338"/>
                </a:lnTo>
                <a:lnTo>
                  <a:pt x="527242" y="594127"/>
                </a:lnTo>
                <a:lnTo>
                  <a:pt x="510094" y="638261"/>
                </a:lnTo>
                <a:lnTo>
                  <a:pt x="491122" y="674401"/>
                </a:lnTo>
                <a:lnTo>
                  <a:pt x="470901" y="701446"/>
                </a:lnTo>
                <a:lnTo>
                  <a:pt x="450047" y="718577"/>
                </a:lnTo>
                <a:lnTo>
                  <a:pt x="429193" y="725271"/>
                </a:lnTo>
                <a:lnTo>
                  <a:pt x="99239" y="700302"/>
                </a:lnTo>
                <a:lnTo>
                  <a:pt x="79019" y="696358"/>
                </a:lnTo>
                <a:lnTo>
                  <a:pt x="60047" y="681894"/>
                </a:lnTo>
                <a:lnTo>
                  <a:pt x="42899" y="657350"/>
                </a:lnTo>
                <a:lnTo>
                  <a:pt x="28097" y="623472"/>
                </a:lnTo>
                <a:lnTo>
                  <a:pt x="16089" y="581290"/>
                </a:lnTo>
                <a:lnTo>
                  <a:pt x="7243" y="532084"/>
                </a:lnTo>
                <a:lnTo>
                  <a:pt x="1824" y="477351"/>
                </a:lnTo>
                <a:close/>
              </a:path>
            </a:pathLst>
          </a:custGeom>
          <a:ln w="12700">
            <a:solidFill>
              <a:srgbClr val="000000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6730559" y="2451309"/>
            <a:ext cx="240187" cy="700302"/>
          </a:xfrm>
          <a:custGeom>
            <a:avLst/>
            <a:gdLst/>
            <a:ahLst/>
            <a:cxnLst/>
            <a:rect l="l" t="t" r="r" b="b"/>
            <a:pathLst>
              <a:path w="240187" h="700302">
                <a:moveTo>
                  <a:pt x="0" y="418752"/>
                </a:moveTo>
                <a:lnTo>
                  <a:pt x="1824" y="358070"/>
                </a:lnTo>
                <a:lnTo>
                  <a:pt x="7243" y="297146"/>
                </a:lnTo>
                <a:lnTo>
                  <a:pt x="16089" y="237833"/>
                </a:lnTo>
                <a:lnTo>
                  <a:pt x="28097" y="181933"/>
                </a:lnTo>
                <a:lnTo>
                  <a:pt x="42899" y="131144"/>
                </a:lnTo>
                <a:lnTo>
                  <a:pt x="60047" y="87010"/>
                </a:lnTo>
                <a:lnTo>
                  <a:pt x="79019" y="50871"/>
                </a:lnTo>
                <a:lnTo>
                  <a:pt x="99239" y="23825"/>
                </a:lnTo>
                <a:lnTo>
                  <a:pt x="120093" y="6695"/>
                </a:lnTo>
                <a:lnTo>
                  <a:pt x="140947" y="0"/>
                </a:lnTo>
                <a:lnTo>
                  <a:pt x="161168" y="3945"/>
                </a:lnTo>
                <a:lnTo>
                  <a:pt x="180140" y="18408"/>
                </a:lnTo>
                <a:lnTo>
                  <a:pt x="197288" y="42952"/>
                </a:lnTo>
                <a:lnTo>
                  <a:pt x="212090" y="76830"/>
                </a:lnTo>
                <a:lnTo>
                  <a:pt x="224097" y="119012"/>
                </a:lnTo>
                <a:lnTo>
                  <a:pt x="232944" y="168218"/>
                </a:lnTo>
                <a:lnTo>
                  <a:pt x="238362" y="222952"/>
                </a:lnTo>
                <a:lnTo>
                  <a:pt x="240187" y="281550"/>
                </a:lnTo>
                <a:lnTo>
                  <a:pt x="238362" y="342233"/>
                </a:lnTo>
                <a:lnTo>
                  <a:pt x="232944" y="403156"/>
                </a:lnTo>
                <a:lnTo>
                  <a:pt x="224097" y="462469"/>
                </a:lnTo>
                <a:lnTo>
                  <a:pt x="212090" y="518369"/>
                </a:lnTo>
                <a:lnTo>
                  <a:pt x="197288" y="569158"/>
                </a:lnTo>
                <a:lnTo>
                  <a:pt x="180140" y="613293"/>
                </a:lnTo>
                <a:lnTo>
                  <a:pt x="161168" y="649432"/>
                </a:lnTo>
                <a:lnTo>
                  <a:pt x="140947" y="676477"/>
                </a:lnTo>
                <a:lnTo>
                  <a:pt x="120093" y="693608"/>
                </a:lnTo>
                <a:lnTo>
                  <a:pt x="99239" y="700302"/>
                </a:lnTo>
                <a:lnTo>
                  <a:pt x="79019" y="696358"/>
                </a:lnTo>
                <a:lnTo>
                  <a:pt x="60047" y="681894"/>
                </a:lnTo>
                <a:lnTo>
                  <a:pt x="42899" y="657350"/>
                </a:lnTo>
                <a:lnTo>
                  <a:pt x="28097" y="623472"/>
                </a:lnTo>
                <a:lnTo>
                  <a:pt x="16089" y="581290"/>
                </a:lnTo>
                <a:lnTo>
                  <a:pt x="7243" y="532084"/>
                </a:lnTo>
                <a:lnTo>
                  <a:pt x="1824" y="477351"/>
                </a:lnTo>
                <a:close/>
              </a:path>
            </a:pathLst>
          </a:custGeom>
          <a:solidFill>
            <a:srgbClr val="3D3D3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6754578" y="2521340"/>
            <a:ext cx="192149" cy="560242"/>
          </a:xfrm>
          <a:custGeom>
            <a:avLst/>
            <a:gdLst/>
            <a:ahLst/>
            <a:cxnLst/>
            <a:rect l="l" t="t" r="r" b="b"/>
            <a:pathLst>
              <a:path w="192149" h="560242">
                <a:moveTo>
                  <a:pt x="0" y="335002"/>
                </a:moveTo>
                <a:lnTo>
                  <a:pt x="1460" y="286456"/>
                </a:lnTo>
                <a:lnTo>
                  <a:pt x="5794" y="237717"/>
                </a:lnTo>
                <a:lnTo>
                  <a:pt x="12872" y="190267"/>
                </a:lnTo>
                <a:lnTo>
                  <a:pt x="22477" y="145547"/>
                </a:lnTo>
                <a:lnTo>
                  <a:pt x="34319" y="104915"/>
                </a:lnTo>
                <a:lnTo>
                  <a:pt x="48037" y="69608"/>
                </a:lnTo>
                <a:lnTo>
                  <a:pt x="63215" y="40696"/>
                </a:lnTo>
                <a:lnTo>
                  <a:pt x="79392" y="19060"/>
                </a:lnTo>
                <a:lnTo>
                  <a:pt x="96075" y="5356"/>
                </a:lnTo>
                <a:lnTo>
                  <a:pt x="112758" y="0"/>
                </a:lnTo>
                <a:lnTo>
                  <a:pt x="128934" y="3156"/>
                </a:lnTo>
                <a:lnTo>
                  <a:pt x="144112" y="14727"/>
                </a:lnTo>
                <a:lnTo>
                  <a:pt x="157830" y="34362"/>
                </a:lnTo>
                <a:lnTo>
                  <a:pt x="169672" y="61464"/>
                </a:lnTo>
                <a:lnTo>
                  <a:pt x="179278" y="95210"/>
                </a:lnTo>
                <a:lnTo>
                  <a:pt x="186355" y="134574"/>
                </a:lnTo>
                <a:lnTo>
                  <a:pt x="190690" y="178361"/>
                </a:lnTo>
                <a:lnTo>
                  <a:pt x="192149" y="225240"/>
                </a:lnTo>
                <a:lnTo>
                  <a:pt x="190690" y="273786"/>
                </a:lnTo>
                <a:lnTo>
                  <a:pt x="186355" y="322525"/>
                </a:lnTo>
                <a:lnTo>
                  <a:pt x="179278" y="369975"/>
                </a:lnTo>
                <a:lnTo>
                  <a:pt x="169672" y="414695"/>
                </a:lnTo>
                <a:lnTo>
                  <a:pt x="157830" y="455327"/>
                </a:lnTo>
                <a:lnTo>
                  <a:pt x="144112" y="490634"/>
                </a:lnTo>
                <a:lnTo>
                  <a:pt x="128934" y="519545"/>
                </a:lnTo>
                <a:lnTo>
                  <a:pt x="112758" y="541182"/>
                </a:lnTo>
                <a:lnTo>
                  <a:pt x="96075" y="554886"/>
                </a:lnTo>
                <a:lnTo>
                  <a:pt x="79392" y="560242"/>
                </a:lnTo>
                <a:lnTo>
                  <a:pt x="63215" y="557086"/>
                </a:lnTo>
                <a:lnTo>
                  <a:pt x="48037" y="545515"/>
                </a:lnTo>
                <a:lnTo>
                  <a:pt x="34319" y="525880"/>
                </a:lnTo>
                <a:lnTo>
                  <a:pt x="22477" y="498778"/>
                </a:lnTo>
                <a:lnTo>
                  <a:pt x="12872" y="465032"/>
                </a:lnTo>
                <a:lnTo>
                  <a:pt x="5794" y="425667"/>
                </a:lnTo>
                <a:lnTo>
                  <a:pt x="1460" y="381881"/>
                </a:lnTo>
                <a:close/>
              </a:path>
            </a:pathLst>
          </a:custGeom>
          <a:solidFill>
            <a:srgbClr val="1A1A1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6788204" y="2619382"/>
            <a:ext cx="124897" cy="364157"/>
          </a:xfrm>
          <a:custGeom>
            <a:avLst/>
            <a:gdLst/>
            <a:ahLst/>
            <a:cxnLst/>
            <a:rect l="l" t="t" r="r" b="b"/>
            <a:pathLst>
              <a:path w="124897" h="364157">
                <a:moveTo>
                  <a:pt x="0" y="217751"/>
                </a:moveTo>
                <a:lnTo>
                  <a:pt x="949" y="186196"/>
                </a:lnTo>
                <a:lnTo>
                  <a:pt x="3766" y="154516"/>
                </a:lnTo>
                <a:lnTo>
                  <a:pt x="8367" y="123673"/>
                </a:lnTo>
                <a:lnTo>
                  <a:pt x="14610" y="94605"/>
                </a:lnTo>
                <a:lnTo>
                  <a:pt x="22307" y="68195"/>
                </a:lnTo>
                <a:lnTo>
                  <a:pt x="31224" y="45245"/>
                </a:lnTo>
                <a:lnTo>
                  <a:pt x="41090" y="26453"/>
                </a:lnTo>
                <a:lnTo>
                  <a:pt x="51604" y="12389"/>
                </a:lnTo>
                <a:lnTo>
                  <a:pt x="62449" y="3481"/>
                </a:lnTo>
                <a:lnTo>
                  <a:pt x="73293" y="0"/>
                </a:lnTo>
                <a:lnTo>
                  <a:pt x="83807" y="2051"/>
                </a:lnTo>
                <a:lnTo>
                  <a:pt x="93673" y="9572"/>
                </a:lnTo>
                <a:lnTo>
                  <a:pt x="102590" y="22335"/>
                </a:lnTo>
                <a:lnTo>
                  <a:pt x="110287" y="39952"/>
                </a:lnTo>
                <a:lnTo>
                  <a:pt x="116531" y="61886"/>
                </a:lnTo>
                <a:lnTo>
                  <a:pt x="121131" y="87473"/>
                </a:lnTo>
                <a:lnTo>
                  <a:pt x="123948" y="115935"/>
                </a:lnTo>
                <a:lnTo>
                  <a:pt x="124897" y="146406"/>
                </a:lnTo>
                <a:lnTo>
                  <a:pt x="123948" y="177961"/>
                </a:lnTo>
                <a:lnTo>
                  <a:pt x="121131" y="209641"/>
                </a:lnTo>
                <a:lnTo>
                  <a:pt x="116531" y="240484"/>
                </a:lnTo>
                <a:lnTo>
                  <a:pt x="110287" y="269552"/>
                </a:lnTo>
                <a:lnTo>
                  <a:pt x="102590" y="295962"/>
                </a:lnTo>
                <a:lnTo>
                  <a:pt x="93673" y="318912"/>
                </a:lnTo>
                <a:lnTo>
                  <a:pt x="83807" y="337705"/>
                </a:lnTo>
                <a:lnTo>
                  <a:pt x="73293" y="351768"/>
                </a:lnTo>
                <a:lnTo>
                  <a:pt x="62449" y="360676"/>
                </a:lnTo>
                <a:lnTo>
                  <a:pt x="51604" y="364157"/>
                </a:lnTo>
                <a:lnTo>
                  <a:pt x="41090" y="362106"/>
                </a:lnTo>
                <a:lnTo>
                  <a:pt x="31224" y="354585"/>
                </a:lnTo>
                <a:lnTo>
                  <a:pt x="22307" y="341822"/>
                </a:lnTo>
                <a:lnTo>
                  <a:pt x="14610" y="324206"/>
                </a:lnTo>
                <a:lnTo>
                  <a:pt x="8367" y="302271"/>
                </a:lnTo>
                <a:lnTo>
                  <a:pt x="3766" y="276684"/>
                </a:lnTo>
                <a:lnTo>
                  <a:pt x="949" y="248222"/>
                </a:ln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172" name="Shape 170"/>
          <p:cNvSpPr/>
          <p:nvPr/>
        </p:nvSpPr>
        <p:spPr>
          <a:xfrm>
            <a:off x="6820629" y="2713923"/>
            <a:ext cx="60047" cy="175076"/>
          </a:xfrm>
          <a:custGeom>
            <a:avLst/>
            <a:gdLst/>
            <a:ahLst/>
            <a:cxnLst/>
            <a:rect l="l" t="t" r="r" b="b"/>
            <a:pathLst>
              <a:path w="60047" h="175076">
                <a:moveTo>
                  <a:pt x="0" y="104688"/>
                </a:moveTo>
                <a:lnTo>
                  <a:pt x="456" y="89517"/>
                </a:lnTo>
                <a:lnTo>
                  <a:pt x="1811" y="74287"/>
                </a:lnTo>
                <a:lnTo>
                  <a:pt x="4022" y="59458"/>
                </a:lnTo>
                <a:lnTo>
                  <a:pt x="7024" y="45483"/>
                </a:lnTo>
                <a:lnTo>
                  <a:pt x="10725" y="32786"/>
                </a:lnTo>
                <a:lnTo>
                  <a:pt x="15012" y="21752"/>
                </a:lnTo>
                <a:lnTo>
                  <a:pt x="19755" y="12718"/>
                </a:lnTo>
                <a:lnTo>
                  <a:pt x="24810" y="5956"/>
                </a:lnTo>
                <a:lnTo>
                  <a:pt x="30023" y="1674"/>
                </a:lnTo>
                <a:lnTo>
                  <a:pt x="35237" y="0"/>
                </a:lnTo>
                <a:lnTo>
                  <a:pt x="40292" y="986"/>
                </a:lnTo>
                <a:lnTo>
                  <a:pt x="45035" y="4602"/>
                </a:lnTo>
                <a:lnTo>
                  <a:pt x="49322" y="10738"/>
                </a:lnTo>
                <a:lnTo>
                  <a:pt x="53023" y="19207"/>
                </a:lnTo>
                <a:lnTo>
                  <a:pt x="56024" y="29753"/>
                </a:lnTo>
                <a:lnTo>
                  <a:pt x="58236" y="42055"/>
                </a:lnTo>
                <a:lnTo>
                  <a:pt x="59591" y="55738"/>
                </a:lnTo>
                <a:lnTo>
                  <a:pt x="60047" y="70387"/>
                </a:lnTo>
                <a:lnTo>
                  <a:pt x="59591" y="85558"/>
                </a:lnTo>
                <a:lnTo>
                  <a:pt x="58236" y="100789"/>
                </a:lnTo>
                <a:lnTo>
                  <a:pt x="56024" y="115617"/>
                </a:lnTo>
                <a:lnTo>
                  <a:pt x="53023" y="129592"/>
                </a:lnTo>
                <a:lnTo>
                  <a:pt x="49322" y="142290"/>
                </a:lnTo>
                <a:lnTo>
                  <a:pt x="45035" y="153323"/>
                </a:lnTo>
                <a:lnTo>
                  <a:pt x="40292" y="162358"/>
                </a:lnTo>
                <a:lnTo>
                  <a:pt x="35237" y="169119"/>
                </a:lnTo>
                <a:lnTo>
                  <a:pt x="30023" y="173402"/>
                </a:lnTo>
                <a:lnTo>
                  <a:pt x="24810" y="175076"/>
                </a:lnTo>
                <a:lnTo>
                  <a:pt x="19755" y="174089"/>
                </a:lnTo>
                <a:lnTo>
                  <a:pt x="15012" y="170473"/>
                </a:lnTo>
                <a:lnTo>
                  <a:pt x="10725" y="164338"/>
                </a:lnTo>
                <a:lnTo>
                  <a:pt x="7024" y="155868"/>
                </a:lnTo>
                <a:lnTo>
                  <a:pt x="4022" y="145322"/>
                </a:lnTo>
                <a:lnTo>
                  <a:pt x="1811" y="133021"/>
                </a:lnTo>
                <a:lnTo>
                  <a:pt x="456" y="119338"/>
                </a:ln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73" name="Shape 171"/>
          <p:cNvSpPr/>
          <p:nvPr/>
        </p:nvSpPr>
        <p:spPr>
          <a:xfrm>
            <a:off x="6862676" y="2577486"/>
            <a:ext cx="64828" cy="214996"/>
          </a:xfrm>
          <a:custGeom>
            <a:avLst/>
            <a:gdLst/>
            <a:ahLst/>
            <a:cxnLst/>
            <a:rect l="l" t="t" r="r" b="b"/>
            <a:pathLst>
              <a:path w="64828" h="214996">
                <a:moveTo>
                  <a:pt x="0" y="0"/>
                </a:moveTo>
                <a:lnTo>
                  <a:pt x="10681" y="1002"/>
                </a:lnTo>
                <a:lnTo>
                  <a:pt x="20900" y="6543"/>
                </a:lnTo>
                <a:lnTo>
                  <a:pt x="30449" y="16510"/>
                </a:lnTo>
                <a:lnTo>
                  <a:pt x="39133" y="30701"/>
                </a:lnTo>
                <a:lnTo>
                  <a:pt x="46776" y="48826"/>
                </a:lnTo>
                <a:lnTo>
                  <a:pt x="53222" y="70517"/>
                </a:lnTo>
                <a:lnTo>
                  <a:pt x="58339" y="95332"/>
                </a:lnTo>
                <a:lnTo>
                  <a:pt x="62025" y="122765"/>
                </a:lnTo>
                <a:lnTo>
                  <a:pt x="64202" y="152259"/>
                </a:lnTo>
                <a:lnTo>
                  <a:pt x="64828" y="183213"/>
                </a:lnTo>
                <a:lnTo>
                  <a:pt x="63890" y="214996"/>
                </a:lnTo>
                <a:close/>
              </a:path>
            </a:pathLst>
          </a:custGeom>
          <a:solidFill>
            <a:srgbClr val="E0E0E0"/>
          </a:solidFill>
          <a:ln/>
        </p:spPr>
      </p:sp>
      <p:sp>
        <p:nvSpPr>
          <p:cNvPr id="174" name="Text 172"/>
          <p:cNvSpPr txBox="1"/>
          <p:nvPr/>
        </p:nvSpPr>
        <p:spPr>
          <a:xfrm>
            <a:off x="4434840" y="5120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측면</a:t>
            </a:r>
            <a:endParaRPr lang="en-US" sz="1300" dirty="0"/>
          </a:p>
        </p:txBody>
      </p:sp>
      <p:sp>
        <p:nvSpPr>
          <p:cNvPr id="175" name="Shape 173"/>
          <p:cNvSpPr/>
          <p:nvPr/>
        </p:nvSpPr>
        <p:spPr>
          <a:xfrm>
            <a:off x="10730852" y="4196301"/>
            <a:ext cx="87766" cy="182605"/>
          </a:xfrm>
          <a:custGeom>
            <a:avLst/>
            <a:gdLst/>
            <a:ahLst/>
            <a:cxnLst/>
            <a:rect l="l" t="t" r="r" b="b"/>
            <a:pathLst>
              <a:path w="87766" h="182605">
                <a:moveTo>
                  <a:pt x="0" y="182605"/>
                </a:moveTo>
                <a:lnTo>
                  <a:pt x="87766" y="135651"/>
                </a:lnTo>
                <a:lnTo>
                  <a:pt x="87766" y="0"/>
                </a:lnTo>
                <a:lnTo>
                  <a:pt x="0" y="46954"/>
                </a:lnTo>
                <a:close/>
              </a:path>
            </a:pathLst>
          </a:custGeom>
          <a:solidFill>
            <a:srgbClr val="5F5F5F"/>
          </a:solidFill>
          <a:ln w="6350">
            <a:solidFill>
              <a:srgbClr val="5F5F5F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10818618" y="4144351"/>
            <a:ext cx="64667" cy="187601"/>
          </a:xfrm>
          <a:custGeom>
            <a:avLst/>
            <a:gdLst/>
            <a:ahLst/>
            <a:cxnLst/>
            <a:rect l="l" t="t" r="r" b="b"/>
            <a:pathLst>
              <a:path w="64667" h="187601">
                <a:moveTo>
                  <a:pt x="0" y="187601"/>
                </a:moveTo>
                <a:lnTo>
                  <a:pt x="64667" y="135651"/>
                </a:lnTo>
                <a:lnTo>
                  <a:pt x="64667" y="0"/>
                </a:lnTo>
                <a:lnTo>
                  <a:pt x="0" y="51950"/>
                </a:lnTo>
                <a:close/>
              </a:path>
            </a:pathLst>
          </a:custGeom>
          <a:solidFill>
            <a:srgbClr val="5F5F5F"/>
          </a:solidFill>
          <a:ln w="6350">
            <a:solidFill>
              <a:srgbClr val="5F5F5F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10883285" y="4088984"/>
            <a:ext cx="39603" cy="191018"/>
          </a:xfrm>
          <a:custGeom>
            <a:avLst/>
            <a:gdLst/>
            <a:ahLst/>
            <a:cxnLst/>
            <a:rect l="l" t="t" r="r" b="b"/>
            <a:pathLst>
              <a:path w="39603" h="191018">
                <a:moveTo>
                  <a:pt x="0" y="191018"/>
                </a:moveTo>
                <a:lnTo>
                  <a:pt x="39603" y="135651"/>
                </a:lnTo>
                <a:lnTo>
                  <a:pt x="39603" y="0"/>
                </a:lnTo>
                <a:lnTo>
                  <a:pt x="0" y="55367"/>
                </a:lnTo>
                <a:close/>
              </a:path>
            </a:pathLst>
          </a:custGeom>
          <a:solidFill>
            <a:srgbClr val="5F5F5F"/>
          </a:solidFill>
          <a:ln w="6350">
            <a:solidFill>
              <a:srgbClr val="5F5F5F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10922888" y="4031882"/>
            <a:ext cx="13336" cy="192753"/>
          </a:xfrm>
          <a:custGeom>
            <a:avLst/>
            <a:gdLst/>
            <a:ahLst/>
            <a:cxnLst/>
            <a:rect l="l" t="t" r="r" b="b"/>
            <a:pathLst>
              <a:path w="13336" h="192753">
                <a:moveTo>
                  <a:pt x="0" y="192753"/>
                </a:moveTo>
                <a:lnTo>
                  <a:pt x="13336" y="135651"/>
                </a:lnTo>
                <a:lnTo>
                  <a:pt x="13336" y="0"/>
                </a:lnTo>
                <a:lnTo>
                  <a:pt x="0" y="57102"/>
                </a:lnTo>
                <a:close/>
              </a:path>
            </a:pathLst>
          </a:custGeom>
          <a:solidFill>
            <a:srgbClr val="5F5F5F"/>
          </a:solidFill>
          <a:ln w="6350">
            <a:solidFill>
              <a:srgbClr val="5F5F5F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9180576" y="4031882"/>
            <a:ext cx="13336" cy="192753"/>
          </a:xfrm>
          <a:custGeom>
            <a:avLst/>
            <a:gdLst/>
            <a:ahLst/>
            <a:cxnLst/>
            <a:rect l="l" t="t" r="r" b="b"/>
            <a:pathLst>
              <a:path w="13336" h="192753">
                <a:moveTo>
                  <a:pt x="0" y="135651"/>
                </a:moveTo>
                <a:lnTo>
                  <a:pt x="13336" y="192753"/>
                </a:lnTo>
                <a:lnTo>
                  <a:pt x="13336" y="57102"/>
                </a:lnTo>
                <a:lnTo>
                  <a:pt x="0" y="0"/>
                </a:lnTo>
                <a:close/>
              </a:path>
            </a:pathLst>
          </a:custGeom>
          <a:solidFill>
            <a:srgbClr val="909090"/>
          </a:solidFill>
          <a:ln w="6350">
            <a:solidFill>
              <a:srgbClr val="909090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9193912" y="4088984"/>
            <a:ext cx="39603" cy="191018"/>
          </a:xfrm>
          <a:custGeom>
            <a:avLst/>
            <a:gdLst/>
            <a:ahLst/>
            <a:cxnLst/>
            <a:rect l="l" t="t" r="r" b="b"/>
            <a:pathLst>
              <a:path w="39603" h="191018">
                <a:moveTo>
                  <a:pt x="0" y="135651"/>
                </a:moveTo>
                <a:lnTo>
                  <a:pt x="39603" y="191018"/>
                </a:lnTo>
                <a:lnTo>
                  <a:pt x="39603" y="55367"/>
                </a:lnTo>
                <a:lnTo>
                  <a:pt x="0" y="0"/>
                </a:lnTo>
                <a:close/>
              </a:path>
            </a:pathLst>
          </a:custGeom>
          <a:solidFill>
            <a:srgbClr val="949494"/>
          </a:solidFill>
          <a:ln w="6350">
            <a:solidFill>
              <a:srgbClr val="949494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9233515" y="4144351"/>
            <a:ext cx="64667" cy="187601"/>
          </a:xfrm>
          <a:custGeom>
            <a:avLst/>
            <a:gdLst/>
            <a:ahLst/>
            <a:cxnLst/>
            <a:rect l="l" t="t" r="r" b="b"/>
            <a:pathLst>
              <a:path w="64667" h="187601">
                <a:moveTo>
                  <a:pt x="0" y="135651"/>
                </a:moveTo>
                <a:lnTo>
                  <a:pt x="64667" y="187601"/>
                </a:lnTo>
                <a:lnTo>
                  <a:pt x="64667" y="51950"/>
                </a:lnTo>
                <a:lnTo>
                  <a:pt x="0" y="0"/>
                </a:lnTo>
                <a:close/>
              </a:path>
            </a:pathLst>
          </a:custGeom>
          <a:solidFill>
            <a:srgbClr val="959595"/>
          </a:solidFill>
          <a:ln w="6350">
            <a:solidFill>
              <a:srgbClr val="959595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9298182" y="4196301"/>
            <a:ext cx="87766" cy="182605"/>
          </a:xfrm>
          <a:custGeom>
            <a:avLst/>
            <a:gdLst/>
            <a:ahLst/>
            <a:cxnLst/>
            <a:rect l="l" t="t" r="r" b="b"/>
            <a:pathLst>
              <a:path w="87766" h="182605">
                <a:moveTo>
                  <a:pt x="0" y="135651"/>
                </a:moveTo>
                <a:lnTo>
                  <a:pt x="87766" y="182605"/>
                </a:lnTo>
                <a:lnTo>
                  <a:pt x="87766" y="46954"/>
                </a:lnTo>
                <a:lnTo>
                  <a:pt x="0" y="0"/>
                </a:lnTo>
                <a:close/>
              </a:path>
            </a:pathLst>
          </a:custGeom>
          <a:solidFill>
            <a:srgbClr val="959595"/>
          </a:solidFill>
          <a:ln w="6350">
            <a:solidFill>
              <a:srgbClr val="959595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9385948" y="4243255"/>
            <a:ext cx="108198" cy="176182"/>
          </a:xfrm>
          <a:custGeom>
            <a:avLst/>
            <a:gdLst/>
            <a:ahLst/>
            <a:cxnLst/>
            <a:rect l="l" t="t" r="r" b="b"/>
            <a:pathLst>
              <a:path w="108198" h="176182">
                <a:moveTo>
                  <a:pt x="0" y="135651"/>
                </a:moveTo>
                <a:lnTo>
                  <a:pt x="108198" y="176182"/>
                </a:lnTo>
                <a:lnTo>
                  <a:pt x="108198" y="40532"/>
                </a:lnTo>
                <a:lnTo>
                  <a:pt x="0" y="0"/>
                </a:lnTo>
                <a:close/>
              </a:path>
            </a:pathLst>
          </a:custGeom>
          <a:solidFill>
            <a:srgbClr val="939393"/>
          </a:solidFill>
          <a:ln w="6350">
            <a:solidFill>
              <a:srgbClr val="939393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9494146" y="4283787"/>
            <a:ext cx="125342" cy="168528"/>
          </a:xfrm>
          <a:custGeom>
            <a:avLst/>
            <a:gdLst/>
            <a:ahLst/>
            <a:cxnLst/>
            <a:rect l="l" t="t" r="r" b="b"/>
            <a:pathLst>
              <a:path w="125342" h="168528">
                <a:moveTo>
                  <a:pt x="0" y="135651"/>
                </a:moveTo>
                <a:lnTo>
                  <a:pt x="125342" y="168528"/>
                </a:lnTo>
                <a:lnTo>
                  <a:pt x="125342" y="32878"/>
                </a:lnTo>
                <a:lnTo>
                  <a:pt x="0" y="0"/>
                </a:lnTo>
                <a:close/>
              </a:path>
            </a:pathLst>
          </a:custGeom>
          <a:solidFill>
            <a:srgbClr val="909090"/>
          </a:solidFill>
          <a:ln w="6350">
            <a:solidFill>
              <a:srgbClr val="909090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9619488" y="4316664"/>
            <a:ext cx="138679" cy="159875"/>
          </a:xfrm>
          <a:custGeom>
            <a:avLst/>
            <a:gdLst/>
            <a:ahLst/>
            <a:cxnLst/>
            <a:rect l="l" t="t" r="r" b="b"/>
            <a:pathLst>
              <a:path w="138679" h="159875">
                <a:moveTo>
                  <a:pt x="0" y="135651"/>
                </a:moveTo>
                <a:lnTo>
                  <a:pt x="138679" y="159875"/>
                </a:lnTo>
                <a:lnTo>
                  <a:pt x="138679" y="24225"/>
                </a:lnTo>
                <a:lnTo>
                  <a:pt x="0" y="0"/>
                </a:lnTo>
                <a:close/>
              </a:path>
            </a:pathLst>
          </a:custGeom>
          <a:solidFill>
            <a:srgbClr val="8B8B8B"/>
          </a:solidFill>
          <a:ln w="6350">
            <a:solidFill>
              <a:srgbClr val="8B8B8B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9758167" y="4340889"/>
            <a:ext cx="147801" cy="150486"/>
          </a:xfrm>
          <a:custGeom>
            <a:avLst/>
            <a:gdLst/>
            <a:ahLst/>
            <a:cxnLst/>
            <a:rect l="l" t="t" r="r" b="b"/>
            <a:pathLst>
              <a:path w="147801" h="150486">
                <a:moveTo>
                  <a:pt x="0" y="135651"/>
                </a:moveTo>
                <a:lnTo>
                  <a:pt x="147801" y="150486"/>
                </a:lnTo>
                <a:lnTo>
                  <a:pt x="147801" y="14836"/>
                </a:lnTo>
                <a:lnTo>
                  <a:pt x="0" y="0"/>
                </a:lnTo>
                <a:close/>
              </a:path>
            </a:pathLst>
          </a:custGeom>
          <a:solidFill>
            <a:srgbClr val="848484"/>
          </a:solidFill>
          <a:ln w="6350">
            <a:solidFill>
              <a:srgbClr val="848484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9905967" y="4355725"/>
            <a:ext cx="152433" cy="140647"/>
          </a:xfrm>
          <a:custGeom>
            <a:avLst/>
            <a:gdLst/>
            <a:ahLst/>
            <a:cxnLst/>
            <a:rect l="l" t="t" r="r" b="b"/>
            <a:pathLst>
              <a:path w="152433" h="140647">
                <a:moveTo>
                  <a:pt x="0" y="135651"/>
                </a:moveTo>
                <a:lnTo>
                  <a:pt x="152433" y="140647"/>
                </a:lnTo>
                <a:lnTo>
                  <a:pt x="152433" y="4996"/>
                </a:lnTo>
                <a:lnTo>
                  <a:pt x="0" y="0"/>
                </a:lnTo>
                <a:close/>
              </a:path>
            </a:pathLst>
          </a:custGeom>
          <a:solidFill>
            <a:srgbClr val="7D7D7D"/>
          </a:solidFill>
          <a:ln w="6350">
            <a:solidFill>
              <a:srgbClr val="7D7D7D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10058400" y="4355725"/>
            <a:ext cx="152433" cy="140647"/>
          </a:xfrm>
          <a:custGeom>
            <a:avLst/>
            <a:gdLst/>
            <a:ahLst/>
            <a:cxnLst/>
            <a:rect l="l" t="t" r="r" b="b"/>
            <a:pathLst>
              <a:path w="152433" h="140647">
                <a:moveTo>
                  <a:pt x="0" y="140647"/>
                </a:moveTo>
                <a:lnTo>
                  <a:pt x="152433" y="135651"/>
                </a:lnTo>
                <a:lnTo>
                  <a:pt x="152433" y="0"/>
                </a:lnTo>
                <a:lnTo>
                  <a:pt x="0" y="4996"/>
                </a:lnTo>
                <a:close/>
              </a:path>
            </a:pathLst>
          </a:custGeom>
          <a:solidFill>
            <a:srgbClr val="757575"/>
          </a:solidFill>
          <a:ln w="6350">
            <a:solidFill>
              <a:srgbClr val="757575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10210833" y="4340889"/>
            <a:ext cx="147801" cy="150486"/>
          </a:xfrm>
          <a:custGeom>
            <a:avLst/>
            <a:gdLst/>
            <a:ahLst/>
            <a:cxnLst/>
            <a:rect l="l" t="t" r="r" b="b"/>
            <a:pathLst>
              <a:path w="147801" h="150486">
                <a:moveTo>
                  <a:pt x="0" y="150486"/>
                </a:moveTo>
                <a:lnTo>
                  <a:pt x="147801" y="135651"/>
                </a:lnTo>
                <a:lnTo>
                  <a:pt x="147801" y="0"/>
                </a:lnTo>
                <a:lnTo>
                  <a:pt x="0" y="14836"/>
                </a:lnTo>
                <a:close/>
              </a:path>
            </a:pathLst>
          </a:custGeom>
          <a:solidFill>
            <a:srgbClr val="6C6C6C"/>
          </a:solidFill>
          <a:ln w="6350">
            <a:solidFill>
              <a:srgbClr val="6C6C6C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10358633" y="4316664"/>
            <a:ext cx="138679" cy="159875"/>
          </a:xfrm>
          <a:custGeom>
            <a:avLst/>
            <a:gdLst/>
            <a:ahLst/>
            <a:cxnLst/>
            <a:rect l="l" t="t" r="r" b="b"/>
            <a:pathLst>
              <a:path w="138679" h="159875">
                <a:moveTo>
                  <a:pt x="0" y="159875"/>
                </a:moveTo>
                <a:lnTo>
                  <a:pt x="138679" y="135651"/>
                </a:lnTo>
                <a:lnTo>
                  <a:pt x="138679" y="0"/>
                </a:lnTo>
                <a:lnTo>
                  <a:pt x="0" y="24225"/>
                </a:lnTo>
                <a:close/>
              </a:path>
            </a:pathLst>
          </a:custGeom>
          <a:solidFill>
            <a:srgbClr val="636363"/>
          </a:solidFill>
          <a:ln w="6350">
            <a:solidFill>
              <a:srgbClr val="636363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10497312" y="4283787"/>
            <a:ext cx="125342" cy="168528"/>
          </a:xfrm>
          <a:custGeom>
            <a:avLst/>
            <a:gdLst/>
            <a:ahLst/>
            <a:cxnLst/>
            <a:rect l="l" t="t" r="r" b="b"/>
            <a:pathLst>
              <a:path w="125342" h="168528">
                <a:moveTo>
                  <a:pt x="0" y="168528"/>
                </a:moveTo>
                <a:lnTo>
                  <a:pt x="125342" y="135651"/>
                </a:lnTo>
                <a:lnTo>
                  <a:pt x="125342" y="0"/>
                </a:lnTo>
                <a:lnTo>
                  <a:pt x="0" y="32878"/>
                </a:lnTo>
                <a:close/>
              </a:path>
            </a:pathLst>
          </a:custGeom>
          <a:solidFill>
            <a:srgbClr val="5F5F5F"/>
          </a:solidFill>
          <a:ln w="6350">
            <a:solidFill>
              <a:srgbClr val="5F5F5F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10622654" y="4243255"/>
            <a:ext cx="108198" cy="176182"/>
          </a:xfrm>
          <a:custGeom>
            <a:avLst/>
            <a:gdLst/>
            <a:ahLst/>
            <a:cxnLst/>
            <a:rect l="l" t="t" r="r" b="b"/>
            <a:pathLst>
              <a:path w="108198" h="176182">
                <a:moveTo>
                  <a:pt x="0" y="176182"/>
                </a:moveTo>
                <a:lnTo>
                  <a:pt x="108198" y="135651"/>
                </a:lnTo>
                <a:lnTo>
                  <a:pt x="108198" y="0"/>
                </a:lnTo>
                <a:lnTo>
                  <a:pt x="0" y="40532"/>
                </a:lnTo>
                <a:close/>
              </a:path>
            </a:pathLst>
          </a:custGeom>
          <a:solidFill>
            <a:srgbClr val="5F5F5F"/>
          </a:solidFill>
          <a:ln w="6350">
            <a:solidFill>
              <a:srgbClr val="5F5F5F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9180576" y="3703043"/>
            <a:ext cx="1755648" cy="793328"/>
          </a:xfrm>
          <a:custGeom>
            <a:avLst/>
            <a:gdLst/>
            <a:ahLst/>
            <a:cxnLst/>
            <a:rect l="l" t="t" r="r" b="b"/>
            <a:pathLst>
              <a:path w="1755648" h="793328">
                <a:moveTo>
                  <a:pt x="0" y="328839"/>
                </a:moveTo>
                <a:lnTo>
                  <a:pt x="13336" y="271736"/>
                </a:lnTo>
                <a:lnTo>
                  <a:pt x="52939" y="216369"/>
                </a:lnTo>
                <a:lnTo>
                  <a:pt x="117606" y="164419"/>
                </a:lnTo>
                <a:lnTo>
                  <a:pt x="205372" y="117465"/>
                </a:lnTo>
                <a:lnTo>
                  <a:pt x="313570" y="76934"/>
                </a:lnTo>
                <a:lnTo>
                  <a:pt x="438912" y="44056"/>
                </a:lnTo>
                <a:lnTo>
                  <a:pt x="577591" y="19831"/>
                </a:lnTo>
                <a:lnTo>
                  <a:pt x="725391" y="4996"/>
                </a:lnTo>
                <a:lnTo>
                  <a:pt x="877824" y="0"/>
                </a:lnTo>
                <a:lnTo>
                  <a:pt x="1030257" y="4996"/>
                </a:lnTo>
                <a:lnTo>
                  <a:pt x="1178057" y="19831"/>
                </a:lnTo>
                <a:lnTo>
                  <a:pt x="1316736" y="44056"/>
                </a:lnTo>
                <a:lnTo>
                  <a:pt x="1442078" y="76934"/>
                </a:lnTo>
                <a:lnTo>
                  <a:pt x="1550276" y="117465"/>
                </a:lnTo>
                <a:lnTo>
                  <a:pt x="1638042" y="164419"/>
                </a:lnTo>
                <a:lnTo>
                  <a:pt x="1702709" y="216369"/>
                </a:lnTo>
                <a:lnTo>
                  <a:pt x="1742312" y="271736"/>
                </a:lnTo>
                <a:lnTo>
                  <a:pt x="1755648" y="328839"/>
                </a:lnTo>
                <a:lnTo>
                  <a:pt x="1755648" y="464489"/>
                </a:lnTo>
                <a:lnTo>
                  <a:pt x="1742312" y="521592"/>
                </a:lnTo>
                <a:lnTo>
                  <a:pt x="1702709" y="576959"/>
                </a:lnTo>
                <a:lnTo>
                  <a:pt x="1638042" y="628909"/>
                </a:lnTo>
                <a:lnTo>
                  <a:pt x="1550276" y="675863"/>
                </a:lnTo>
                <a:lnTo>
                  <a:pt x="1442078" y="716394"/>
                </a:lnTo>
                <a:lnTo>
                  <a:pt x="1316736" y="749272"/>
                </a:lnTo>
                <a:lnTo>
                  <a:pt x="1178057" y="773497"/>
                </a:lnTo>
                <a:lnTo>
                  <a:pt x="1030257" y="788332"/>
                </a:lnTo>
                <a:lnTo>
                  <a:pt x="877824" y="793328"/>
                </a:lnTo>
                <a:lnTo>
                  <a:pt x="725391" y="788332"/>
                </a:lnTo>
                <a:lnTo>
                  <a:pt x="577591" y="773497"/>
                </a:lnTo>
                <a:lnTo>
                  <a:pt x="438912" y="749272"/>
                </a:lnTo>
                <a:lnTo>
                  <a:pt x="313570" y="716394"/>
                </a:lnTo>
                <a:lnTo>
                  <a:pt x="205372" y="675863"/>
                </a:lnTo>
                <a:lnTo>
                  <a:pt x="117606" y="628909"/>
                </a:lnTo>
                <a:lnTo>
                  <a:pt x="52939" y="576959"/>
                </a:lnTo>
                <a:lnTo>
                  <a:pt x="13336" y="521592"/>
                </a:lnTo>
                <a:lnTo>
                  <a:pt x="0" y="464489"/>
                </a:lnTo>
                <a:close/>
              </a:path>
            </a:pathLst>
          </a:custGeom>
          <a:ln w="12700">
            <a:solidFill>
              <a:srgbClr val="000000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9180576" y="3703043"/>
            <a:ext cx="1755648" cy="657677"/>
          </a:xfrm>
          <a:custGeom>
            <a:avLst/>
            <a:gdLst/>
            <a:ahLst/>
            <a:cxnLst/>
            <a:rect l="l" t="t" r="r" b="b"/>
            <a:pathLst>
              <a:path w="1755648" h="657677">
                <a:moveTo>
                  <a:pt x="1550276" y="540212"/>
                </a:moveTo>
                <a:lnTo>
                  <a:pt x="1638042" y="493258"/>
                </a:lnTo>
                <a:lnTo>
                  <a:pt x="1702709" y="441308"/>
                </a:lnTo>
                <a:lnTo>
                  <a:pt x="1742312" y="385941"/>
                </a:lnTo>
                <a:lnTo>
                  <a:pt x="1755648" y="328839"/>
                </a:lnTo>
                <a:lnTo>
                  <a:pt x="1742312" y="271736"/>
                </a:lnTo>
                <a:lnTo>
                  <a:pt x="1702709" y="216369"/>
                </a:lnTo>
                <a:lnTo>
                  <a:pt x="1638042" y="164419"/>
                </a:lnTo>
                <a:lnTo>
                  <a:pt x="1550276" y="117465"/>
                </a:lnTo>
                <a:lnTo>
                  <a:pt x="1442078" y="76934"/>
                </a:lnTo>
                <a:lnTo>
                  <a:pt x="1316736" y="44056"/>
                </a:lnTo>
                <a:lnTo>
                  <a:pt x="1178057" y="19831"/>
                </a:lnTo>
                <a:lnTo>
                  <a:pt x="1030257" y="4996"/>
                </a:lnTo>
                <a:lnTo>
                  <a:pt x="877824" y="0"/>
                </a:lnTo>
                <a:lnTo>
                  <a:pt x="725391" y="4996"/>
                </a:lnTo>
                <a:lnTo>
                  <a:pt x="577591" y="19831"/>
                </a:lnTo>
                <a:lnTo>
                  <a:pt x="438912" y="44056"/>
                </a:lnTo>
                <a:lnTo>
                  <a:pt x="313570" y="76934"/>
                </a:lnTo>
                <a:lnTo>
                  <a:pt x="205372" y="117465"/>
                </a:lnTo>
                <a:lnTo>
                  <a:pt x="117606" y="164419"/>
                </a:lnTo>
                <a:lnTo>
                  <a:pt x="52939" y="216369"/>
                </a:lnTo>
                <a:lnTo>
                  <a:pt x="13336" y="271736"/>
                </a:lnTo>
                <a:lnTo>
                  <a:pt x="0" y="328839"/>
                </a:lnTo>
                <a:lnTo>
                  <a:pt x="13336" y="385941"/>
                </a:lnTo>
                <a:lnTo>
                  <a:pt x="52939" y="441308"/>
                </a:lnTo>
                <a:lnTo>
                  <a:pt x="117606" y="493258"/>
                </a:lnTo>
                <a:lnTo>
                  <a:pt x="205372" y="540212"/>
                </a:lnTo>
                <a:lnTo>
                  <a:pt x="313570" y="580744"/>
                </a:lnTo>
                <a:lnTo>
                  <a:pt x="438912" y="613621"/>
                </a:lnTo>
                <a:lnTo>
                  <a:pt x="577591" y="637846"/>
                </a:lnTo>
                <a:lnTo>
                  <a:pt x="725391" y="652682"/>
                </a:lnTo>
                <a:lnTo>
                  <a:pt x="877824" y="657677"/>
                </a:lnTo>
                <a:lnTo>
                  <a:pt x="1030257" y="652682"/>
                </a:lnTo>
                <a:lnTo>
                  <a:pt x="1178057" y="637846"/>
                </a:lnTo>
                <a:lnTo>
                  <a:pt x="1316736" y="613621"/>
                </a:lnTo>
                <a:lnTo>
                  <a:pt x="1442078" y="580744"/>
                </a:lnTo>
                <a:close/>
              </a:path>
            </a:pathLst>
          </a:custGeom>
          <a:solidFill>
            <a:srgbClr val="B9B9B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10148060" y="3307725"/>
            <a:ext cx="11702" cy="752339"/>
          </a:xfrm>
          <a:custGeom>
            <a:avLst/>
            <a:gdLst/>
            <a:ahLst/>
            <a:cxnLst/>
            <a:rect l="l" t="t" r="r" b="b"/>
            <a:pathLst>
              <a:path w="11702" h="752339">
                <a:moveTo>
                  <a:pt x="0" y="752339"/>
                </a:moveTo>
                <a:lnTo>
                  <a:pt x="11702" y="746079"/>
                </a:lnTo>
                <a:lnTo>
                  <a:pt x="11702" y="0"/>
                </a:lnTo>
                <a:lnTo>
                  <a:pt x="0" y="6261"/>
                </a:lnTo>
                <a:close/>
              </a:path>
            </a:pathLst>
          </a:custGeom>
          <a:solidFill>
            <a:srgbClr val="666666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10159762" y="3300799"/>
            <a:ext cx="8622" cy="753006"/>
          </a:xfrm>
          <a:custGeom>
            <a:avLst/>
            <a:gdLst/>
            <a:ahLst/>
            <a:cxnLst/>
            <a:rect l="l" t="t" r="r" b="b"/>
            <a:pathLst>
              <a:path w="8622" h="753006">
                <a:moveTo>
                  <a:pt x="0" y="753006"/>
                </a:moveTo>
                <a:lnTo>
                  <a:pt x="8622" y="746079"/>
                </a:lnTo>
                <a:lnTo>
                  <a:pt x="8622" y="0"/>
                </a:lnTo>
                <a:lnTo>
                  <a:pt x="0" y="6927"/>
                </a:lnTo>
                <a:close/>
              </a:path>
            </a:pathLst>
          </a:custGeom>
          <a:solidFill>
            <a:srgbClr val="666666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10168385" y="3293416"/>
            <a:ext cx="5280" cy="753461"/>
          </a:xfrm>
          <a:custGeom>
            <a:avLst/>
            <a:gdLst/>
            <a:ahLst/>
            <a:cxnLst/>
            <a:rect l="l" t="t" r="r" b="b"/>
            <a:pathLst>
              <a:path w="5280" h="753461">
                <a:moveTo>
                  <a:pt x="0" y="753461"/>
                </a:moveTo>
                <a:lnTo>
                  <a:pt x="5280" y="746079"/>
                </a:lnTo>
                <a:lnTo>
                  <a:pt x="5280" y="0"/>
                </a:lnTo>
                <a:lnTo>
                  <a:pt x="0" y="7382"/>
                </a:lnTo>
                <a:close/>
              </a:path>
            </a:pathLst>
          </a:custGeom>
          <a:solidFill>
            <a:srgbClr val="666666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10173665" y="3285803"/>
            <a:ext cx="1778" cy="753693"/>
          </a:xfrm>
          <a:custGeom>
            <a:avLst/>
            <a:gdLst/>
            <a:ahLst/>
            <a:cxnLst/>
            <a:rect l="l" t="t" r="r" b="b"/>
            <a:pathLst>
              <a:path w="1778" h="753693">
                <a:moveTo>
                  <a:pt x="0" y="753693"/>
                </a:moveTo>
                <a:lnTo>
                  <a:pt x="1778" y="746079"/>
                </a:lnTo>
                <a:lnTo>
                  <a:pt x="1778" y="0"/>
                </a:lnTo>
                <a:lnTo>
                  <a:pt x="0" y="7614"/>
                </a:lnTo>
                <a:close/>
              </a:path>
            </a:pathLst>
          </a:custGeom>
          <a:solidFill>
            <a:srgbClr val="666666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9941357" y="3285803"/>
            <a:ext cx="1778" cy="753693"/>
          </a:xfrm>
          <a:custGeom>
            <a:avLst/>
            <a:gdLst/>
            <a:ahLst/>
            <a:cxnLst/>
            <a:rect l="l" t="t" r="r" b="b"/>
            <a:pathLst>
              <a:path w="1778" h="753693">
                <a:moveTo>
                  <a:pt x="0" y="746079"/>
                </a:moveTo>
                <a:lnTo>
                  <a:pt x="1778" y="753693"/>
                </a:lnTo>
                <a:lnTo>
                  <a:pt x="1778" y="7614"/>
                </a:lnTo>
                <a:lnTo>
                  <a:pt x="0" y="0"/>
                </a:lnTo>
                <a:close/>
              </a:path>
            </a:pathLst>
          </a:custGeom>
          <a:solidFill>
            <a:srgbClr val="949494"/>
          </a:solidFill>
          <a:ln w="6350">
            <a:solidFill>
              <a:srgbClr val="949494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9943135" y="3293416"/>
            <a:ext cx="5280" cy="753461"/>
          </a:xfrm>
          <a:custGeom>
            <a:avLst/>
            <a:gdLst/>
            <a:ahLst/>
            <a:cxnLst/>
            <a:rect l="l" t="t" r="r" b="b"/>
            <a:pathLst>
              <a:path w="5280" h="753461">
                <a:moveTo>
                  <a:pt x="0" y="746079"/>
                </a:moveTo>
                <a:lnTo>
                  <a:pt x="5280" y="753461"/>
                </a:lnTo>
                <a:lnTo>
                  <a:pt x="5280" y="7382"/>
                </a:lnTo>
                <a:lnTo>
                  <a:pt x="0" y="0"/>
                </a:lnTo>
                <a:close/>
              </a:path>
            </a:pathLst>
          </a:custGeom>
          <a:solidFill>
            <a:srgbClr val="979797"/>
          </a:solidFill>
          <a:ln w="6350">
            <a:solidFill>
              <a:srgbClr val="979797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9948415" y="3300799"/>
            <a:ext cx="8622" cy="753006"/>
          </a:xfrm>
          <a:custGeom>
            <a:avLst/>
            <a:gdLst/>
            <a:ahLst/>
            <a:cxnLst/>
            <a:rect l="l" t="t" r="r" b="b"/>
            <a:pathLst>
              <a:path w="8622" h="753006">
                <a:moveTo>
                  <a:pt x="0" y="746079"/>
                </a:moveTo>
                <a:lnTo>
                  <a:pt x="8622" y="753006"/>
                </a:lnTo>
                <a:lnTo>
                  <a:pt x="8622" y="6927"/>
                </a:lnTo>
                <a:lnTo>
                  <a:pt x="0" y="0"/>
                </a:lnTo>
                <a:close/>
              </a:path>
            </a:pathLst>
          </a:custGeom>
          <a:solidFill>
            <a:srgbClr val="989898"/>
          </a:solidFill>
          <a:ln w="6350">
            <a:solidFill>
              <a:srgbClr val="989898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9957038" y="3307725"/>
            <a:ext cx="11702" cy="752339"/>
          </a:xfrm>
          <a:custGeom>
            <a:avLst/>
            <a:gdLst/>
            <a:ahLst/>
            <a:cxnLst/>
            <a:rect l="l" t="t" r="r" b="b"/>
            <a:pathLst>
              <a:path w="11702" h="752339">
                <a:moveTo>
                  <a:pt x="0" y="746079"/>
                </a:moveTo>
                <a:lnTo>
                  <a:pt x="11702" y="752339"/>
                </a:lnTo>
                <a:lnTo>
                  <a:pt x="11702" y="6261"/>
                </a:lnTo>
                <a:lnTo>
                  <a:pt x="0" y="0"/>
                </a:lnTo>
                <a:close/>
              </a:path>
            </a:pathLst>
          </a:custGeom>
          <a:solidFill>
            <a:srgbClr val="989898"/>
          </a:solidFill>
          <a:ln w="6350">
            <a:solidFill>
              <a:srgbClr val="989898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9968740" y="3313986"/>
            <a:ext cx="14426" cy="751483"/>
          </a:xfrm>
          <a:custGeom>
            <a:avLst/>
            <a:gdLst/>
            <a:ahLst/>
            <a:cxnLst/>
            <a:rect l="l" t="t" r="r" b="b"/>
            <a:pathLst>
              <a:path w="14426" h="751483">
                <a:moveTo>
                  <a:pt x="0" y="746079"/>
                </a:moveTo>
                <a:lnTo>
                  <a:pt x="14426" y="751483"/>
                </a:lnTo>
                <a:lnTo>
                  <a:pt x="14426" y="5404"/>
                </a:lnTo>
                <a:lnTo>
                  <a:pt x="0" y="0"/>
                </a:lnTo>
                <a:close/>
              </a:path>
            </a:pathLst>
          </a:custGeom>
          <a:solidFill>
            <a:srgbClr val="969696"/>
          </a:solidFill>
          <a:ln w="6350">
            <a:solidFill>
              <a:srgbClr val="969696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9983166" y="3319390"/>
            <a:ext cx="16712" cy="750463"/>
          </a:xfrm>
          <a:custGeom>
            <a:avLst/>
            <a:gdLst/>
            <a:ahLst/>
            <a:cxnLst/>
            <a:rect l="l" t="t" r="r" b="b"/>
            <a:pathLst>
              <a:path w="16712" h="750463">
                <a:moveTo>
                  <a:pt x="0" y="746079"/>
                </a:moveTo>
                <a:lnTo>
                  <a:pt x="16712" y="750463"/>
                </a:lnTo>
                <a:lnTo>
                  <a:pt x="16712" y="4384"/>
                </a:lnTo>
                <a:lnTo>
                  <a:pt x="0" y="0"/>
                </a:lnTo>
                <a:close/>
              </a:path>
            </a:pathLst>
          </a:custGeom>
          <a:solidFill>
            <a:srgbClr val="939393"/>
          </a:solidFill>
          <a:ln w="6350">
            <a:solidFill>
              <a:srgbClr val="939393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9999878" y="3323774"/>
            <a:ext cx="18490" cy="749309"/>
          </a:xfrm>
          <a:custGeom>
            <a:avLst/>
            <a:gdLst/>
            <a:ahLst/>
            <a:cxnLst/>
            <a:rect l="l" t="t" r="r" b="b"/>
            <a:pathLst>
              <a:path w="18490" h="749309">
                <a:moveTo>
                  <a:pt x="0" y="746079"/>
                </a:moveTo>
                <a:lnTo>
                  <a:pt x="18490" y="749309"/>
                </a:lnTo>
                <a:lnTo>
                  <a:pt x="18490" y="3230"/>
                </a:lnTo>
                <a:lnTo>
                  <a:pt x="0" y="0"/>
                </a:lnTo>
                <a:close/>
              </a:path>
            </a:pathLst>
          </a:custGeom>
          <a:solidFill>
            <a:srgbClr val="8F8F8F"/>
          </a:solidFill>
          <a:ln w="6350">
            <a:solidFill>
              <a:srgbClr val="8F8F8F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10018369" y="3327004"/>
            <a:ext cx="19707" cy="748057"/>
          </a:xfrm>
          <a:custGeom>
            <a:avLst/>
            <a:gdLst/>
            <a:ahLst/>
            <a:cxnLst/>
            <a:rect l="l" t="t" r="r" b="b"/>
            <a:pathLst>
              <a:path w="19707" h="748057">
                <a:moveTo>
                  <a:pt x="0" y="746079"/>
                </a:moveTo>
                <a:lnTo>
                  <a:pt x="19707" y="748057"/>
                </a:lnTo>
                <a:lnTo>
                  <a:pt x="19707" y="1978"/>
                </a:lnTo>
                <a:lnTo>
                  <a:pt x="0" y="0"/>
                </a:lnTo>
                <a:close/>
              </a:path>
            </a:pathLst>
          </a:custGeom>
          <a:solidFill>
            <a:srgbClr val="898989"/>
          </a:solidFill>
          <a:ln w="6350">
            <a:solidFill>
              <a:srgbClr val="898989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10038076" y="3328982"/>
            <a:ext cx="20324" cy="746745"/>
          </a:xfrm>
          <a:custGeom>
            <a:avLst/>
            <a:gdLst/>
            <a:ahLst/>
            <a:cxnLst/>
            <a:rect l="l" t="t" r="r" b="b"/>
            <a:pathLst>
              <a:path w="20324" h="746745">
                <a:moveTo>
                  <a:pt x="0" y="746079"/>
                </a:moveTo>
                <a:lnTo>
                  <a:pt x="20324" y="746745"/>
                </a:lnTo>
                <a:lnTo>
                  <a:pt x="20324" y="666"/>
                </a:lnTo>
                <a:lnTo>
                  <a:pt x="0" y="0"/>
                </a:lnTo>
                <a:close/>
              </a:path>
            </a:pathLst>
          </a:custGeom>
          <a:solidFill>
            <a:srgbClr val="828282"/>
          </a:solidFill>
          <a:ln w="6350">
            <a:solidFill>
              <a:srgbClr val="828282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10058400" y="3328982"/>
            <a:ext cx="20324" cy="746745"/>
          </a:xfrm>
          <a:custGeom>
            <a:avLst/>
            <a:gdLst/>
            <a:ahLst/>
            <a:cxnLst/>
            <a:rect l="l" t="t" r="r" b="b"/>
            <a:pathLst>
              <a:path w="20324" h="746745">
                <a:moveTo>
                  <a:pt x="0" y="746745"/>
                </a:moveTo>
                <a:lnTo>
                  <a:pt x="20324" y="746079"/>
                </a:lnTo>
                <a:lnTo>
                  <a:pt x="20324" y="0"/>
                </a:lnTo>
                <a:lnTo>
                  <a:pt x="0" y="666"/>
                </a:lnTo>
                <a:close/>
              </a:path>
            </a:pathLst>
          </a:custGeom>
          <a:solidFill>
            <a:srgbClr val="7A7A7A"/>
          </a:solidFill>
          <a:ln w="6350">
            <a:solidFill>
              <a:srgbClr val="7A7A7A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10078724" y="3327004"/>
            <a:ext cx="19707" cy="748057"/>
          </a:xfrm>
          <a:custGeom>
            <a:avLst/>
            <a:gdLst/>
            <a:ahLst/>
            <a:cxnLst/>
            <a:rect l="l" t="t" r="r" b="b"/>
            <a:pathLst>
              <a:path w="19707" h="748057">
                <a:moveTo>
                  <a:pt x="0" y="748057"/>
                </a:moveTo>
                <a:lnTo>
                  <a:pt x="19707" y="746079"/>
                </a:lnTo>
                <a:lnTo>
                  <a:pt x="19707" y="0"/>
                </a:lnTo>
                <a:lnTo>
                  <a:pt x="0" y="1978"/>
                </a:lnTo>
                <a:close/>
              </a:path>
            </a:pathLst>
          </a:custGeom>
          <a:solidFill>
            <a:srgbClr val="727272"/>
          </a:solidFill>
          <a:ln w="6350">
            <a:solidFill>
              <a:srgbClr val="727272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10098431" y="3323774"/>
            <a:ext cx="18490" cy="749309"/>
          </a:xfrm>
          <a:custGeom>
            <a:avLst/>
            <a:gdLst/>
            <a:ahLst/>
            <a:cxnLst/>
            <a:rect l="l" t="t" r="r" b="b"/>
            <a:pathLst>
              <a:path w="18490" h="749309">
                <a:moveTo>
                  <a:pt x="0" y="749309"/>
                </a:moveTo>
                <a:lnTo>
                  <a:pt x="18490" y="746079"/>
                </a:lnTo>
                <a:lnTo>
                  <a:pt x="18490" y="0"/>
                </a:lnTo>
                <a:lnTo>
                  <a:pt x="0" y="3230"/>
                </a:lnTo>
                <a:close/>
              </a:path>
            </a:pathLst>
          </a:custGeom>
          <a:solidFill>
            <a:srgbClr val="696969"/>
          </a:solidFill>
          <a:ln w="6350">
            <a:solidFill>
              <a:srgbClr val="696969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10116922" y="3319390"/>
            <a:ext cx="16712" cy="750463"/>
          </a:xfrm>
          <a:custGeom>
            <a:avLst/>
            <a:gdLst/>
            <a:ahLst/>
            <a:cxnLst/>
            <a:rect l="l" t="t" r="r" b="b"/>
            <a:pathLst>
              <a:path w="16712" h="750463">
                <a:moveTo>
                  <a:pt x="0" y="750463"/>
                </a:moveTo>
                <a:lnTo>
                  <a:pt x="16712" y="746079"/>
                </a:lnTo>
                <a:lnTo>
                  <a:pt x="16712" y="0"/>
                </a:lnTo>
                <a:lnTo>
                  <a:pt x="0" y="4384"/>
                </a:lnTo>
                <a:close/>
              </a:path>
            </a:pathLst>
          </a:custGeom>
          <a:solidFill>
            <a:srgbClr val="666666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10133634" y="3313986"/>
            <a:ext cx="14426" cy="751483"/>
          </a:xfrm>
          <a:custGeom>
            <a:avLst/>
            <a:gdLst/>
            <a:ahLst/>
            <a:cxnLst/>
            <a:rect l="l" t="t" r="r" b="b"/>
            <a:pathLst>
              <a:path w="14426" h="751483">
                <a:moveTo>
                  <a:pt x="0" y="751483"/>
                </a:moveTo>
                <a:lnTo>
                  <a:pt x="14426" y="746079"/>
                </a:lnTo>
                <a:lnTo>
                  <a:pt x="14426" y="0"/>
                </a:lnTo>
                <a:lnTo>
                  <a:pt x="0" y="5404"/>
                </a:lnTo>
                <a:close/>
              </a:path>
            </a:pathLst>
          </a:custGeom>
          <a:solidFill>
            <a:srgbClr val="666666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9941357" y="3241958"/>
            <a:ext cx="234086" cy="833769"/>
          </a:xfrm>
          <a:custGeom>
            <a:avLst/>
            <a:gdLst/>
            <a:ahLst/>
            <a:cxnLst/>
            <a:rect l="l" t="t" r="r" b="b"/>
            <a:pathLst>
              <a:path w="234086" h="833769">
                <a:moveTo>
                  <a:pt x="0" y="43845"/>
                </a:moveTo>
                <a:lnTo>
                  <a:pt x="1778" y="36232"/>
                </a:lnTo>
                <a:lnTo>
                  <a:pt x="7059" y="28849"/>
                </a:lnTo>
                <a:lnTo>
                  <a:pt x="15681" y="21923"/>
                </a:lnTo>
                <a:lnTo>
                  <a:pt x="27383" y="15662"/>
                </a:lnTo>
                <a:lnTo>
                  <a:pt x="41809" y="10258"/>
                </a:lnTo>
                <a:lnTo>
                  <a:pt x="58522" y="5874"/>
                </a:lnTo>
                <a:lnTo>
                  <a:pt x="77012" y="2644"/>
                </a:lnTo>
                <a:lnTo>
                  <a:pt x="96719" y="666"/>
                </a:lnTo>
                <a:lnTo>
                  <a:pt x="117043" y="0"/>
                </a:lnTo>
                <a:lnTo>
                  <a:pt x="137368" y="666"/>
                </a:lnTo>
                <a:lnTo>
                  <a:pt x="157074" y="2644"/>
                </a:lnTo>
                <a:lnTo>
                  <a:pt x="175565" y="5874"/>
                </a:lnTo>
                <a:lnTo>
                  <a:pt x="192277" y="10258"/>
                </a:lnTo>
                <a:lnTo>
                  <a:pt x="206703" y="15662"/>
                </a:lnTo>
                <a:lnTo>
                  <a:pt x="218406" y="21923"/>
                </a:lnTo>
                <a:lnTo>
                  <a:pt x="227028" y="28849"/>
                </a:lnTo>
                <a:lnTo>
                  <a:pt x="232308" y="36232"/>
                </a:lnTo>
                <a:lnTo>
                  <a:pt x="234086" y="43845"/>
                </a:lnTo>
                <a:lnTo>
                  <a:pt x="234086" y="789924"/>
                </a:lnTo>
                <a:lnTo>
                  <a:pt x="232308" y="797538"/>
                </a:lnTo>
                <a:lnTo>
                  <a:pt x="227028" y="804920"/>
                </a:lnTo>
                <a:lnTo>
                  <a:pt x="218406" y="811847"/>
                </a:lnTo>
                <a:lnTo>
                  <a:pt x="206703" y="818107"/>
                </a:lnTo>
                <a:lnTo>
                  <a:pt x="192277" y="823511"/>
                </a:lnTo>
                <a:lnTo>
                  <a:pt x="175565" y="827895"/>
                </a:lnTo>
                <a:lnTo>
                  <a:pt x="157074" y="831125"/>
                </a:lnTo>
                <a:lnTo>
                  <a:pt x="137368" y="833103"/>
                </a:lnTo>
                <a:lnTo>
                  <a:pt x="117043" y="833769"/>
                </a:lnTo>
                <a:lnTo>
                  <a:pt x="96719" y="833103"/>
                </a:lnTo>
                <a:lnTo>
                  <a:pt x="77012" y="831125"/>
                </a:lnTo>
                <a:lnTo>
                  <a:pt x="58522" y="827895"/>
                </a:lnTo>
                <a:lnTo>
                  <a:pt x="41809" y="823511"/>
                </a:lnTo>
                <a:lnTo>
                  <a:pt x="27383" y="818107"/>
                </a:lnTo>
                <a:lnTo>
                  <a:pt x="15681" y="811847"/>
                </a:lnTo>
                <a:lnTo>
                  <a:pt x="7059" y="804920"/>
                </a:lnTo>
                <a:lnTo>
                  <a:pt x="1778" y="797538"/>
                </a:lnTo>
                <a:lnTo>
                  <a:pt x="0" y="789924"/>
                </a:lnTo>
                <a:close/>
              </a:path>
            </a:pathLst>
          </a:custGeom>
          <a:ln w="12700">
            <a:solidFill>
              <a:srgbClr val="000000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9941357" y="3241958"/>
            <a:ext cx="234086" cy="87690"/>
          </a:xfrm>
          <a:custGeom>
            <a:avLst/>
            <a:gdLst/>
            <a:ahLst/>
            <a:cxnLst/>
            <a:rect l="l" t="t" r="r" b="b"/>
            <a:pathLst>
              <a:path w="234086" h="87690">
                <a:moveTo>
                  <a:pt x="206703" y="72028"/>
                </a:moveTo>
                <a:lnTo>
                  <a:pt x="218406" y="65768"/>
                </a:lnTo>
                <a:lnTo>
                  <a:pt x="227028" y="58841"/>
                </a:lnTo>
                <a:lnTo>
                  <a:pt x="232308" y="51459"/>
                </a:lnTo>
                <a:lnTo>
                  <a:pt x="234086" y="43845"/>
                </a:lnTo>
                <a:lnTo>
                  <a:pt x="232308" y="36232"/>
                </a:lnTo>
                <a:lnTo>
                  <a:pt x="227028" y="28849"/>
                </a:lnTo>
                <a:lnTo>
                  <a:pt x="218406" y="21923"/>
                </a:lnTo>
                <a:lnTo>
                  <a:pt x="206703" y="15662"/>
                </a:lnTo>
                <a:lnTo>
                  <a:pt x="192277" y="10258"/>
                </a:lnTo>
                <a:lnTo>
                  <a:pt x="175565" y="5874"/>
                </a:lnTo>
                <a:lnTo>
                  <a:pt x="157074" y="2644"/>
                </a:lnTo>
                <a:lnTo>
                  <a:pt x="137368" y="666"/>
                </a:lnTo>
                <a:lnTo>
                  <a:pt x="117043" y="0"/>
                </a:lnTo>
                <a:lnTo>
                  <a:pt x="96719" y="666"/>
                </a:lnTo>
                <a:lnTo>
                  <a:pt x="77012" y="2644"/>
                </a:lnTo>
                <a:lnTo>
                  <a:pt x="58522" y="5874"/>
                </a:lnTo>
                <a:lnTo>
                  <a:pt x="41809" y="10258"/>
                </a:lnTo>
                <a:lnTo>
                  <a:pt x="27383" y="15662"/>
                </a:lnTo>
                <a:lnTo>
                  <a:pt x="15681" y="21923"/>
                </a:lnTo>
                <a:lnTo>
                  <a:pt x="7059" y="28849"/>
                </a:lnTo>
                <a:lnTo>
                  <a:pt x="1778" y="36232"/>
                </a:lnTo>
                <a:lnTo>
                  <a:pt x="0" y="43845"/>
                </a:lnTo>
                <a:lnTo>
                  <a:pt x="1778" y="51459"/>
                </a:lnTo>
                <a:lnTo>
                  <a:pt x="7059" y="58841"/>
                </a:lnTo>
                <a:lnTo>
                  <a:pt x="15681" y="65768"/>
                </a:lnTo>
                <a:lnTo>
                  <a:pt x="27383" y="72028"/>
                </a:lnTo>
                <a:lnTo>
                  <a:pt x="41809" y="77432"/>
                </a:lnTo>
                <a:lnTo>
                  <a:pt x="58522" y="81816"/>
                </a:lnTo>
                <a:lnTo>
                  <a:pt x="77012" y="85046"/>
                </a:lnTo>
                <a:lnTo>
                  <a:pt x="96719" y="87024"/>
                </a:lnTo>
                <a:lnTo>
                  <a:pt x="117043" y="87690"/>
                </a:lnTo>
                <a:lnTo>
                  <a:pt x="137368" y="87024"/>
                </a:lnTo>
                <a:lnTo>
                  <a:pt x="157074" y="85046"/>
                </a:lnTo>
                <a:lnTo>
                  <a:pt x="175565" y="81816"/>
                </a:lnTo>
                <a:lnTo>
                  <a:pt x="192277" y="77432"/>
                </a:lnTo>
                <a:close/>
              </a:path>
            </a:pathLst>
          </a:custGeom>
          <a:solidFill>
            <a:srgbClr val="BABAB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10102455" y="3230482"/>
            <a:ext cx="225702" cy="290673"/>
          </a:xfrm>
          <a:custGeom>
            <a:avLst/>
            <a:gdLst/>
            <a:ahLst/>
            <a:cxnLst/>
            <a:rect l="l" t="t" r="r" b="b"/>
            <a:pathLst>
              <a:path w="225702" h="290673">
                <a:moveTo>
                  <a:pt x="0" y="290673"/>
                </a:moveTo>
                <a:lnTo>
                  <a:pt x="0" y="100762"/>
                </a:lnTo>
                <a:lnTo>
                  <a:pt x="225702" y="0"/>
                </a:lnTo>
                <a:lnTo>
                  <a:pt x="225702" y="189911"/>
                </a:lnTo>
                <a:close/>
              </a:path>
            </a:pathLst>
          </a:custGeom>
          <a:solidFill>
            <a:srgbClr val="5C5C5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9788644" y="3131841"/>
            <a:ext cx="539513" cy="199403"/>
          </a:xfrm>
          <a:custGeom>
            <a:avLst/>
            <a:gdLst/>
            <a:ahLst/>
            <a:cxnLst/>
            <a:rect l="l" t="t" r="r" b="b"/>
            <a:pathLst>
              <a:path w="539513" h="199403">
                <a:moveTo>
                  <a:pt x="0" y="100762"/>
                </a:moveTo>
                <a:lnTo>
                  <a:pt x="225702" y="0"/>
                </a:lnTo>
                <a:lnTo>
                  <a:pt x="539513" y="98641"/>
                </a:lnTo>
                <a:lnTo>
                  <a:pt x="313811" y="199403"/>
                </a:lnTo>
                <a:close/>
              </a:path>
            </a:pathLst>
          </a:custGeom>
          <a:solidFill>
            <a:srgbClr val="67676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9788644" y="3232603"/>
            <a:ext cx="313811" cy="288552"/>
          </a:xfrm>
          <a:custGeom>
            <a:avLst/>
            <a:gdLst/>
            <a:ahLst/>
            <a:cxnLst/>
            <a:rect l="l" t="t" r="r" b="b"/>
            <a:pathLst>
              <a:path w="313811" h="288552">
                <a:moveTo>
                  <a:pt x="0" y="189911"/>
                </a:moveTo>
                <a:lnTo>
                  <a:pt x="0" y="0"/>
                </a:lnTo>
                <a:lnTo>
                  <a:pt x="313811" y="98641"/>
                </a:lnTo>
                <a:lnTo>
                  <a:pt x="313811" y="288552"/>
                </a:lnTo>
                <a:close/>
              </a:path>
            </a:pathLst>
          </a:custGeom>
          <a:solidFill>
            <a:srgbClr val="60606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10624230" y="2534820"/>
            <a:ext cx="229788" cy="158580"/>
          </a:xfrm>
          <a:custGeom>
            <a:avLst/>
            <a:gdLst/>
            <a:ahLst/>
            <a:cxnLst/>
            <a:rect l="l" t="t" r="r" b="b"/>
            <a:pathLst>
              <a:path w="229788" h="158580">
                <a:moveTo>
                  <a:pt x="4086" y="158580"/>
                </a:moveTo>
                <a:lnTo>
                  <a:pt x="0" y="100762"/>
                </a:lnTo>
                <a:lnTo>
                  <a:pt x="225702" y="0"/>
                </a:lnTo>
                <a:lnTo>
                  <a:pt x="229788" y="57818"/>
                </a:lnTo>
                <a:close/>
              </a:path>
            </a:pathLst>
          </a:custGeom>
          <a:solidFill>
            <a:srgbClr val="3D3D3D"/>
          </a:solidFill>
          <a:ln w="6350">
            <a:solidFill>
              <a:srgbClr val="3D3D3D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10612095" y="2476190"/>
            <a:ext cx="237837" cy="159392"/>
          </a:xfrm>
          <a:custGeom>
            <a:avLst/>
            <a:gdLst/>
            <a:ahLst/>
            <a:cxnLst/>
            <a:rect l="l" t="t" r="r" b="b"/>
            <a:pathLst>
              <a:path w="237837" h="159392">
                <a:moveTo>
                  <a:pt x="12135" y="159392"/>
                </a:moveTo>
                <a:lnTo>
                  <a:pt x="0" y="100762"/>
                </a:lnTo>
                <a:lnTo>
                  <a:pt x="225702" y="0"/>
                </a:lnTo>
                <a:lnTo>
                  <a:pt x="237837" y="58630"/>
                </a:lnTo>
                <a:close/>
              </a:path>
            </a:pathLst>
          </a:custGeom>
          <a:solidFill>
            <a:srgbClr val="414141"/>
          </a:solidFill>
          <a:ln w="6350">
            <a:solidFill>
              <a:srgbClr val="414141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10592280" y="2418530"/>
            <a:ext cx="245517" cy="158423"/>
          </a:xfrm>
          <a:custGeom>
            <a:avLst/>
            <a:gdLst/>
            <a:ahLst/>
            <a:cxnLst/>
            <a:rect l="l" t="t" r="r" b="b"/>
            <a:pathLst>
              <a:path w="245517" h="158423">
                <a:moveTo>
                  <a:pt x="19815" y="158423"/>
                </a:moveTo>
                <a:lnTo>
                  <a:pt x="0" y="100762"/>
                </a:lnTo>
                <a:lnTo>
                  <a:pt x="225702" y="0"/>
                </a:lnTo>
                <a:lnTo>
                  <a:pt x="245517" y="57661"/>
                </a:lnTo>
                <a:close/>
              </a:path>
            </a:pathLst>
          </a:custGeom>
          <a:solidFill>
            <a:srgbClr val="4D4D4D"/>
          </a:solidFill>
          <a:ln w="6350">
            <a:solidFill>
              <a:srgbClr val="4D4D4D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10565387" y="2363590"/>
            <a:ext cx="252595" cy="155702"/>
          </a:xfrm>
          <a:custGeom>
            <a:avLst/>
            <a:gdLst/>
            <a:ahLst/>
            <a:cxnLst/>
            <a:rect l="l" t="t" r="r" b="b"/>
            <a:pathLst>
              <a:path w="252595" h="155702">
                <a:moveTo>
                  <a:pt x="26893" y="155702"/>
                </a:moveTo>
                <a:lnTo>
                  <a:pt x="0" y="100762"/>
                </a:lnTo>
                <a:lnTo>
                  <a:pt x="225702" y="0"/>
                </a:lnTo>
                <a:lnTo>
                  <a:pt x="252595" y="54940"/>
                </a:lnTo>
                <a:close/>
              </a:path>
            </a:pathLst>
          </a:custGeom>
          <a:solidFill>
            <a:srgbClr val="5A5A5A"/>
          </a:solidFill>
          <a:ln w="6350">
            <a:solidFill>
              <a:srgbClr val="5A5A5A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10532233" y="2313041"/>
            <a:ext cx="258855" cy="151311"/>
          </a:xfrm>
          <a:custGeom>
            <a:avLst/>
            <a:gdLst/>
            <a:ahLst/>
            <a:cxnLst/>
            <a:rect l="l" t="t" r="r" b="b"/>
            <a:pathLst>
              <a:path w="258855" h="151311">
                <a:moveTo>
                  <a:pt x="33154" y="151311"/>
                </a:moveTo>
                <a:lnTo>
                  <a:pt x="0" y="100762"/>
                </a:lnTo>
                <a:lnTo>
                  <a:pt x="225702" y="0"/>
                </a:lnTo>
                <a:lnTo>
                  <a:pt x="258855" y="50549"/>
                </a:lnTo>
                <a:close/>
              </a:path>
            </a:pathLst>
          </a:custGeom>
          <a:solidFill>
            <a:srgbClr val="656565"/>
          </a:solidFill>
          <a:ln w="6350">
            <a:solidFill>
              <a:srgbClr val="656565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10493826" y="2268419"/>
            <a:ext cx="264109" cy="145385"/>
          </a:xfrm>
          <a:custGeom>
            <a:avLst/>
            <a:gdLst/>
            <a:ahLst/>
            <a:cxnLst/>
            <a:rect l="l" t="t" r="r" b="b"/>
            <a:pathLst>
              <a:path w="264109" h="145385">
                <a:moveTo>
                  <a:pt x="38407" y="145385"/>
                </a:moveTo>
                <a:lnTo>
                  <a:pt x="0" y="100762"/>
                </a:lnTo>
                <a:lnTo>
                  <a:pt x="225702" y="0"/>
                </a:lnTo>
                <a:lnTo>
                  <a:pt x="264109" y="44623"/>
                </a:lnTo>
                <a:close/>
              </a:path>
            </a:pathLst>
          </a:custGeom>
          <a:solidFill>
            <a:srgbClr val="6F6F6F"/>
          </a:solidFill>
          <a:ln w="6350">
            <a:solidFill>
              <a:srgbClr val="6F6F6F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10451333" y="2231078"/>
            <a:ext cx="268195" cy="138102"/>
          </a:xfrm>
          <a:custGeom>
            <a:avLst/>
            <a:gdLst/>
            <a:ahLst/>
            <a:cxnLst/>
            <a:rect l="l" t="t" r="r" b="b"/>
            <a:pathLst>
              <a:path w="268195" h="138102">
                <a:moveTo>
                  <a:pt x="42494" y="138102"/>
                </a:moveTo>
                <a:lnTo>
                  <a:pt x="0" y="100762"/>
                </a:lnTo>
                <a:lnTo>
                  <a:pt x="225702" y="0"/>
                </a:lnTo>
                <a:lnTo>
                  <a:pt x="268195" y="37340"/>
                </a:lnTo>
                <a:close/>
              </a:path>
            </a:pathLst>
          </a:custGeom>
          <a:solidFill>
            <a:srgbClr val="787878"/>
          </a:solidFill>
          <a:ln w="6350">
            <a:solidFill>
              <a:srgbClr val="787878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10406044" y="2202155"/>
            <a:ext cx="270991" cy="129686"/>
          </a:xfrm>
          <a:custGeom>
            <a:avLst/>
            <a:gdLst/>
            <a:ahLst/>
            <a:cxnLst/>
            <a:rect l="l" t="t" r="r" b="b"/>
            <a:pathLst>
              <a:path w="270991" h="129686">
                <a:moveTo>
                  <a:pt x="45289" y="129686"/>
                </a:moveTo>
                <a:lnTo>
                  <a:pt x="0" y="100762"/>
                </a:lnTo>
                <a:lnTo>
                  <a:pt x="225702" y="0"/>
                </a:lnTo>
                <a:lnTo>
                  <a:pt x="270991" y="28924"/>
                </a:lnTo>
                <a:close/>
              </a:path>
            </a:pathLst>
          </a:custGeom>
          <a:solidFill>
            <a:srgbClr val="7F7F7F"/>
          </a:solidFill>
          <a:ln w="6350">
            <a:solidFill>
              <a:srgbClr val="7F7F7F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10359336" y="2182527"/>
            <a:ext cx="272410" cy="120390"/>
          </a:xfrm>
          <a:custGeom>
            <a:avLst/>
            <a:gdLst/>
            <a:ahLst/>
            <a:cxnLst/>
            <a:rect l="l" t="t" r="r" b="b"/>
            <a:pathLst>
              <a:path w="272410" h="120390">
                <a:moveTo>
                  <a:pt x="46708" y="120390"/>
                </a:moveTo>
                <a:lnTo>
                  <a:pt x="0" y="100762"/>
                </a:lnTo>
                <a:lnTo>
                  <a:pt x="225702" y="0"/>
                </a:lnTo>
                <a:lnTo>
                  <a:pt x="272410" y="19628"/>
                </a:lnTo>
                <a:close/>
              </a:path>
            </a:pathLst>
          </a:custGeom>
          <a:solidFill>
            <a:srgbClr val="838383"/>
          </a:solidFill>
          <a:ln w="6350">
            <a:solidFill>
              <a:srgbClr val="838383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10312628" y="2172791"/>
            <a:ext cx="272410" cy="110498"/>
          </a:xfrm>
          <a:custGeom>
            <a:avLst/>
            <a:gdLst/>
            <a:ahLst/>
            <a:cxnLst/>
            <a:rect l="l" t="t" r="r" b="b"/>
            <a:pathLst>
              <a:path w="272410" h="110498">
                <a:moveTo>
                  <a:pt x="46708" y="110498"/>
                </a:moveTo>
                <a:lnTo>
                  <a:pt x="0" y="100762"/>
                </a:lnTo>
                <a:lnTo>
                  <a:pt x="225702" y="0"/>
                </a:lnTo>
                <a:lnTo>
                  <a:pt x="272410" y="9736"/>
                </a:lnTo>
                <a:close/>
              </a:path>
            </a:pathLst>
          </a:custGeom>
          <a:solidFill>
            <a:srgbClr val="868686"/>
          </a:solidFill>
          <a:ln w="6350">
            <a:solidFill>
              <a:srgbClr val="868686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10267339" y="2172791"/>
            <a:ext cx="270991" cy="101214"/>
          </a:xfrm>
          <a:custGeom>
            <a:avLst/>
            <a:gdLst/>
            <a:ahLst/>
            <a:cxnLst/>
            <a:rect l="l" t="t" r="r" b="b"/>
            <a:pathLst>
              <a:path w="270991" h="101214">
                <a:moveTo>
                  <a:pt x="45289" y="100762"/>
                </a:moveTo>
                <a:lnTo>
                  <a:pt x="0" y="101214"/>
                </a:lnTo>
                <a:lnTo>
                  <a:pt x="225702" y="452"/>
                </a:lnTo>
                <a:lnTo>
                  <a:pt x="270991" y="0"/>
                </a:lnTo>
                <a:close/>
              </a:path>
            </a:pathLst>
          </a:custGeom>
          <a:solidFill>
            <a:srgbClr val="878787"/>
          </a:solidFill>
          <a:ln w="6350">
            <a:solidFill>
              <a:srgbClr val="878787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10224845" y="2173243"/>
            <a:ext cx="268195" cy="111388"/>
          </a:xfrm>
          <a:custGeom>
            <a:avLst/>
            <a:gdLst/>
            <a:ahLst/>
            <a:cxnLst/>
            <a:rect l="l" t="t" r="r" b="b"/>
            <a:pathLst>
              <a:path w="268195" h="111388">
                <a:moveTo>
                  <a:pt x="42494" y="100762"/>
                </a:moveTo>
                <a:lnTo>
                  <a:pt x="0" y="111388"/>
                </a:lnTo>
                <a:lnTo>
                  <a:pt x="225702" y="10626"/>
                </a:lnTo>
                <a:lnTo>
                  <a:pt x="268195" y="0"/>
                </a:lnTo>
                <a:close/>
              </a:path>
            </a:pathLst>
          </a:custGeom>
          <a:solidFill>
            <a:srgbClr val="858585"/>
          </a:solidFill>
          <a:ln w="6350">
            <a:solidFill>
              <a:srgbClr val="858585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10493826" y="2811831"/>
            <a:ext cx="264109" cy="121239"/>
          </a:xfrm>
          <a:custGeom>
            <a:avLst/>
            <a:gdLst/>
            <a:ahLst/>
            <a:cxnLst/>
            <a:rect l="l" t="t" r="r" b="b"/>
            <a:pathLst>
              <a:path w="264109" h="121239">
                <a:moveTo>
                  <a:pt x="0" y="121239"/>
                </a:moveTo>
                <a:lnTo>
                  <a:pt x="38407" y="100762"/>
                </a:lnTo>
                <a:lnTo>
                  <a:pt x="264109" y="0"/>
                </a:lnTo>
                <a:lnTo>
                  <a:pt x="225702" y="20477"/>
                </a:lnTo>
                <a:close/>
              </a:path>
            </a:pathLst>
          </a:custGeom>
          <a:solidFill>
            <a:srgbClr val="3D3D3D"/>
          </a:solidFill>
          <a:ln w="6350">
            <a:solidFill>
              <a:srgbClr val="3D3D3D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10532233" y="2782124"/>
            <a:ext cx="258855" cy="130468"/>
          </a:xfrm>
          <a:custGeom>
            <a:avLst/>
            <a:gdLst/>
            <a:ahLst/>
            <a:cxnLst/>
            <a:rect l="l" t="t" r="r" b="b"/>
            <a:pathLst>
              <a:path w="258855" h="130468">
                <a:moveTo>
                  <a:pt x="0" y="130468"/>
                </a:moveTo>
                <a:lnTo>
                  <a:pt x="33154" y="100762"/>
                </a:lnTo>
                <a:lnTo>
                  <a:pt x="258855" y="0"/>
                </a:lnTo>
                <a:lnTo>
                  <a:pt x="225702" y="29706"/>
                </a:lnTo>
                <a:close/>
              </a:path>
            </a:pathLst>
          </a:custGeom>
          <a:solidFill>
            <a:srgbClr val="3D3D3D"/>
          </a:solidFill>
          <a:ln w="6350">
            <a:solidFill>
              <a:srgbClr val="3D3D3D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10565387" y="2744091"/>
            <a:ext cx="252595" cy="138795"/>
          </a:xfrm>
          <a:custGeom>
            <a:avLst/>
            <a:gdLst/>
            <a:ahLst/>
            <a:cxnLst/>
            <a:rect l="l" t="t" r="r" b="b"/>
            <a:pathLst>
              <a:path w="252595" h="138795">
                <a:moveTo>
                  <a:pt x="0" y="138795"/>
                </a:moveTo>
                <a:lnTo>
                  <a:pt x="26893" y="100762"/>
                </a:lnTo>
                <a:lnTo>
                  <a:pt x="252595" y="0"/>
                </a:lnTo>
                <a:lnTo>
                  <a:pt x="225702" y="38033"/>
                </a:lnTo>
                <a:close/>
              </a:path>
            </a:pathLst>
          </a:custGeom>
          <a:solidFill>
            <a:srgbClr val="3D3D3D"/>
          </a:solidFill>
          <a:ln w="6350">
            <a:solidFill>
              <a:srgbClr val="3D3D3D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10592280" y="2698888"/>
            <a:ext cx="245517" cy="145966"/>
          </a:xfrm>
          <a:custGeom>
            <a:avLst/>
            <a:gdLst/>
            <a:ahLst/>
            <a:cxnLst/>
            <a:rect l="l" t="t" r="r" b="b"/>
            <a:pathLst>
              <a:path w="245517" h="145966">
                <a:moveTo>
                  <a:pt x="0" y="145966"/>
                </a:moveTo>
                <a:lnTo>
                  <a:pt x="19815" y="100762"/>
                </a:lnTo>
                <a:lnTo>
                  <a:pt x="245517" y="0"/>
                </a:lnTo>
                <a:lnTo>
                  <a:pt x="225702" y="45204"/>
                </a:lnTo>
                <a:close/>
              </a:path>
            </a:pathLst>
          </a:custGeom>
          <a:solidFill>
            <a:srgbClr val="3D3D3D"/>
          </a:solidFill>
          <a:ln w="6350">
            <a:solidFill>
              <a:srgbClr val="3D3D3D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10612095" y="2647887"/>
            <a:ext cx="237837" cy="151763"/>
          </a:xfrm>
          <a:custGeom>
            <a:avLst/>
            <a:gdLst/>
            <a:ahLst/>
            <a:cxnLst/>
            <a:rect l="l" t="t" r="r" b="b"/>
            <a:pathLst>
              <a:path w="237837" h="151763">
                <a:moveTo>
                  <a:pt x="0" y="151763"/>
                </a:moveTo>
                <a:lnTo>
                  <a:pt x="12135" y="100762"/>
                </a:lnTo>
                <a:lnTo>
                  <a:pt x="237837" y="0"/>
                </a:lnTo>
                <a:lnTo>
                  <a:pt x="225702" y="51001"/>
                </a:lnTo>
                <a:close/>
              </a:path>
            </a:pathLst>
          </a:custGeom>
          <a:solidFill>
            <a:srgbClr val="3D3D3D"/>
          </a:solidFill>
          <a:ln w="6350">
            <a:solidFill>
              <a:srgbClr val="3D3D3D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10624230" y="2592638"/>
            <a:ext cx="229788" cy="156011"/>
          </a:xfrm>
          <a:custGeom>
            <a:avLst/>
            <a:gdLst/>
            <a:ahLst/>
            <a:cxnLst/>
            <a:rect l="l" t="t" r="r" b="b"/>
            <a:pathLst>
              <a:path w="229788" h="156011">
                <a:moveTo>
                  <a:pt x="0" y="156011"/>
                </a:moveTo>
                <a:lnTo>
                  <a:pt x="4086" y="100762"/>
                </a:lnTo>
                <a:lnTo>
                  <a:pt x="229788" y="0"/>
                </a:lnTo>
                <a:lnTo>
                  <a:pt x="225702" y="55249"/>
                </a:lnTo>
                <a:close/>
              </a:path>
            </a:pathLst>
          </a:custGeom>
          <a:solidFill>
            <a:srgbClr val="3D3D3D"/>
          </a:solidFill>
          <a:ln w="6350">
            <a:solidFill>
              <a:srgbClr val="3D3D3D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10090355" y="2172791"/>
            <a:ext cx="763664" cy="771357"/>
          </a:xfrm>
          <a:custGeom>
            <a:avLst/>
            <a:gdLst/>
            <a:ahLst/>
            <a:cxnLst/>
            <a:rect l="l" t="t" r="r" b="b"/>
            <a:pathLst>
              <a:path w="763664" h="771357">
                <a:moveTo>
                  <a:pt x="0" y="351510"/>
                </a:moveTo>
                <a:lnTo>
                  <a:pt x="4086" y="296261"/>
                </a:lnTo>
                <a:lnTo>
                  <a:pt x="16222" y="245260"/>
                </a:lnTo>
                <a:lnTo>
                  <a:pt x="36037" y="200057"/>
                </a:lnTo>
                <a:lnTo>
                  <a:pt x="62930" y="162024"/>
                </a:lnTo>
                <a:lnTo>
                  <a:pt x="96083" y="132318"/>
                </a:lnTo>
                <a:lnTo>
                  <a:pt x="134490" y="111840"/>
                </a:lnTo>
                <a:lnTo>
                  <a:pt x="360192" y="11078"/>
                </a:lnTo>
                <a:lnTo>
                  <a:pt x="402686" y="452"/>
                </a:lnTo>
                <a:lnTo>
                  <a:pt x="447975" y="0"/>
                </a:lnTo>
                <a:lnTo>
                  <a:pt x="494683" y="9736"/>
                </a:lnTo>
                <a:lnTo>
                  <a:pt x="541391" y="29364"/>
                </a:lnTo>
                <a:lnTo>
                  <a:pt x="586680" y="58287"/>
                </a:lnTo>
                <a:lnTo>
                  <a:pt x="629173" y="95628"/>
                </a:lnTo>
                <a:lnTo>
                  <a:pt x="667580" y="140250"/>
                </a:lnTo>
                <a:lnTo>
                  <a:pt x="700734" y="190799"/>
                </a:lnTo>
                <a:lnTo>
                  <a:pt x="727627" y="245739"/>
                </a:lnTo>
                <a:lnTo>
                  <a:pt x="747442" y="303399"/>
                </a:lnTo>
                <a:lnTo>
                  <a:pt x="759577" y="362029"/>
                </a:lnTo>
                <a:lnTo>
                  <a:pt x="763664" y="419847"/>
                </a:lnTo>
                <a:lnTo>
                  <a:pt x="759577" y="475096"/>
                </a:lnTo>
                <a:lnTo>
                  <a:pt x="747442" y="526097"/>
                </a:lnTo>
                <a:lnTo>
                  <a:pt x="727627" y="571300"/>
                </a:lnTo>
                <a:lnTo>
                  <a:pt x="700734" y="609333"/>
                </a:lnTo>
                <a:lnTo>
                  <a:pt x="667580" y="639040"/>
                </a:lnTo>
                <a:lnTo>
                  <a:pt x="629173" y="659517"/>
                </a:lnTo>
                <a:lnTo>
                  <a:pt x="403471" y="760279"/>
                </a:lnTo>
                <a:lnTo>
                  <a:pt x="360978" y="770905"/>
                </a:lnTo>
                <a:lnTo>
                  <a:pt x="315689" y="771357"/>
                </a:lnTo>
                <a:lnTo>
                  <a:pt x="268981" y="761621"/>
                </a:lnTo>
                <a:lnTo>
                  <a:pt x="222273" y="741993"/>
                </a:lnTo>
                <a:lnTo>
                  <a:pt x="176984" y="713070"/>
                </a:lnTo>
                <a:lnTo>
                  <a:pt x="134490" y="675730"/>
                </a:lnTo>
                <a:lnTo>
                  <a:pt x="96083" y="631107"/>
                </a:lnTo>
                <a:lnTo>
                  <a:pt x="62930" y="580558"/>
                </a:lnTo>
                <a:lnTo>
                  <a:pt x="36037" y="525618"/>
                </a:lnTo>
                <a:lnTo>
                  <a:pt x="16222" y="467958"/>
                </a:lnTo>
                <a:lnTo>
                  <a:pt x="4086" y="409328"/>
                </a:lnTo>
                <a:close/>
              </a:path>
            </a:pathLst>
          </a:custGeom>
          <a:ln w="12700">
            <a:solidFill>
              <a:srgbClr val="000000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10090355" y="2273553"/>
            <a:ext cx="537962" cy="670595"/>
          </a:xfrm>
          <a:custGeom>
            <a:avLst/>
            <a:gdLst/>
            <a:ahLst/>
            <a:cxnLst/>
            <a:rect l="l" t="t" r="r" b="b"/>
            <a:pathLst>
              <a:path w="537962" h="670595">
                <a:moveTo>
                  <a:pt x="537962" y="419847"/>
                </a:moveTo>
                <a:lnTo>
                  <a:pt x="533875" y="362029"/>
                </a:lnTo>
                <a:lnTo>
                  <a:pt x="521740" y="303399"/>
                </a:lnTo>
                <a:lnTo>
                  <a:pt x="501925" y="245739"/>
                </a:lnTo>
                <a:lnTo>
                  <a:pt x="475032" y="190799"/>
                </a:lnTo>
                <a:lnTo>
                  <a:pt x="441878" y="140250"/>
                </a:lnTo>
                <a:lnTo>
                  <a:pt x="403471" y="95628"/>
                </a:lnTo>
                <a:lnTo>
                  <a:pt x="360978" y="58287"/>
                </a:lnTo>
                <a:lnTo>
                  <a:pt x="315689" y="29364"/>
                </a:lnTo>
                <a:lnTo>
                  <a:pt x="268981" y="9736"/>
                </a:lnTo>
                <a:lnTo>
                  <a:pt x="222273" y="0"/>
                </a:lnTo>
                <a:lnTo>
                  <a:pt x="176984" y="452"/>
                </a:lnTo>
                <a:lnTo>
                  <a:pt x="134490" y="11078"/>
                </a:lnTo>
                <a:lnTo>
                  <a:pt x="96083" y="31556"/>
                </a:lnTo>
                <a:lnTo>
                  <a:pt x="62930" y="61262"/>
                </a:lnTo>
                <a:lnTo>
                  <a:pt x="36037" y="99295"/>
                </a:lnTo>
                <a:lnTo>
                  <a:pt x="16222" y="144498"/>
                </a:lnTo>
                <a:lnTo>
                  <a:pt x="4086" y="195499"/>
                </a:lnTo>
                <a:lnTo>
                  <a:pt x="0" y="250748"/>
                </a:lnTo>
                <a:lnTo>
                  <a:pt x="4086" y="308566"/>
                </a:lnTo>
                <a:lnTo>
                  <a:pt x="16222" y="367196"/>
                </a:lnTo>
                <a:lnTo>
                  <a:pt x="36037" y="424856"/>
                </a:lnTo>
                <a:lnTo>
                  <a:pt x="62930" y="479796"/>
                </a:lnTo>
                <a:lnTo>
                  <a:pt x="96083" y="530345"/>
                </a:lnTo>
                <a:lnTo>
                  <a:pt x="134490" y="574968"/>
                </a:lnTo>
                <a:lnTo>
                  <a:pt x="176984" y="612308"/>
                </a:lnTo>
                <a:lnTo>
                  <a:pt x="222273" y="641231"/>
                </a:lnTo>
                <a:lnTo>
                  <a:pt x="268981" y="660859"/>
                </a:lnTo>
                <a:lnTo>
                  <a:pt x="315689" y="670595"/>
                </a:lnTo>
                <a:lnTo>
                  <a:pt x="360978" y="670143"/>
                </a:lnTo>
                <a:lnTo>
                  <a:pt x="403471" y="659517"/>
                </a:lnTo>
                <a:lnTo>
                  <a:pt x="441878" y="639040"/>
                </a:lnTo>
                <a:lnTo>
                  <a:pt x="475032" y="609333"/>
                </a:lnTo>
                <a:lnTo>
                  <a:pt x="501925" y="571300"/>
                </a:lnTo>
                <a:lnTo>
                  <a:pt x="521740" y="526097"/>
                </a:lnTo>
                <a:lnTo>
                  <a:pt x="533875" y="475096"/>
                </a:lnTo>
                <a:close/>
              </a:path>
            </a:pathLst>
          </a:custGeom>
          <a:solidFill>
            <a:srgbClr val="65656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10144151" y="2340613"/>
            <a:ext cx="430369" cy="536476"/>
          </a:xfrm>
          <a:custGeom>
            <a:avLst/>
            <a:gdLst/>
            <a:ahLst/>
            <a:cxnLst/>
            <a:rect l="l" t="t" r="r" b="b"/>
            <a:pathLst>
              <a:path w="430369" h="536476">
                <a:moveTo>
                  <a:pt x="430369" y="335878"/>
                </a:moveTo>
                <a:lnTo>
                  <a:pt x="427100" y="289623"/>
                </a:lnTo>
                <a:lnTo>
                  <a:pt x="417392" y="242719"/>
                </a:lnTo>
                <a:lnTo>
                  <a:pt x="401540" y="196591"/>
                </a:lnTo>
                <a:lnTo>
                  <a:pt x="380026" y="152639"/>
                </a:lnTo>
                <a:lnTo>
                  <a:pt x="353503" y="112200"/>
                </a:lnTo>
                <a:lnTo>
                  <a:pt x="322777" y="76502"/>
                </a:lnTo>
                <a:lnTo>
                  <a:pt x="288782" y="46630"/>
                </a:lnTo>
                <a:lnTo>
                  <a:pt x="252551" y="23491"/>
                </a:lnTo>
                <a:lnTo>
                  <a:pt x="215185" y="7789"/>
                </a:lnTo>
                <a:lnTo>
                  <a:pt x="177818" y="0"/>
                </a:lnTo>
                <a:lnTo>
                  <a:pt x="141587" y="362"/>
                </a:lnTo>
                <a:lnTo>
                  <a:pt x="107592" y="8863"/>
                </a:lnTo>
                <a:lnTo>
                  <a:pt x="76867" y="25244"/>
                </a:lnTo>
                <a:lnTo>
                  <a:pt x="50344" y="49010"/>
                </a:lnTo>
                <a:lnTo>
                  <a:pt x="28829" y="79436"/>
                </a:lnTo>
                <a:lnTo>
                  <a:pt x="12977" y="115599"/>
                </a:lnTo>
                <a:lnTo>
                  <a:pt x="3269" y="156400"/>
                </a:lnTo>
                <a:lnTo>
                  <a:pt x="0" y="200599"/>
                </a:lnTo>
                <a:lnTo>
                  <a:pt x="3269" y="246853"/>
                </a:lnTo>
                <a:lnTo>
                  <a:pt x="12977" y="293757"/>
                </a:lnTo>
                <a:lnTo>
                  <a:pt x="28829" y="339885"/>
                </a:lnTo>
                <a:lnTo>
                  <a:pt x="50344" y="383837"/>
                </a:lnTo>
                <a:lnTo>
                  <a:pt x="76867" y="424276"/>
                </a:lnTo>
                <a:lnTo>
                  <a:pt x="107592" y="459974"/>
                </a:lnTo>
                <a:lnTo>
                  <a:pt x="141587" y="489846"/>
                </a:lnTo>
                <a:lnTo>
                  <a:pt x="177818" y="512985"/>
                </a:lnTo>
                <a:lnTo>
                  <a:pt x="215185" y="528687"/>
                </a:lnTo>
                <a:lnTo>
                  <a:pt x="252551" y="536476"/>
                </a:lnTo>
                <a:lnTo>
                  <a:pt x="288782" y="536114"/>
                </a:lnTo>
                <a:lnTo>
                  <a:pt x="322777" y="527614"/>
                </a:lnTo>
                <a:lnTo>
                  <a:pt x="353503" y="511232"/>
                </a:lnTo>
                <a:lnTo>
                  <a:pt x="380026" y="487466"/>
                </a:lnTo>
                <a:lnTo>
                  <a:pt x="401540" y="457040"/>
                </a:lnTo>
                <a:lnTo>
                  <a:pt x="417392" y="420877"/>
                </a:lnTo>
                <a:lnTo>
                  <a:pt x="427100" y="380076"/>
                </a:lnTo>
                <a:close/>
              </a:path>
            </a:pathLst>
          </a:custGeom>
          <a:solidFill>
            <a:srgbClr val="1A1A1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10219466" y="2434496"/>
            <a:ext cx="279740" cy="348709"/>
          </a:xfrm>
          <a:custGeom>
            <a:avLst/>
            <a:gdLst/>
            <a:ahLst/>
            <a:cxnLst/>
            <a:rect l="l" t="t" r="r" b="b"/>
            <a:pathLst>
              <a:path w="279740" h="348709">
                <a:moveTo>
                  <a:pt x="279740" y="218320"/>
                </a:moveTo>
                <a:lnTo>
                  <a:pt x="277615" y="188255"/>
                </a:lnTo>
                <a:lnTo>
                  <a:pt x="271305" y="157768"/>
                </a:lnTo>
                <a:lnTo>
                  <a:pt x="261001" y="127784"/>
                </a:lnTo>
                <a:lnTo>
                  <a:pt x="247017" y="99216"/>
                </a:lnTo>
                <a:lnTo>
                  <a:pt x="229777" y="72930"/>
                </a:lnTo>
                <a:lnTo>
                  <a:pt x="209805" y="49726"/>
                </a:lnTo>
                <a:lnTo>
                  <a:pt x="187708" y="30309"/>
                </a:lnTo>
                <a:lnTo>
                  <a:pt x="164158" y="15269"/>
                </a:lnTo>
                <a:lnTo>
                  <a:pt x="139870" y="5063"/>
                </a:lnTo>
                <a:lnTo>
                  <a:pt x="115582" y="0"/>
                </a:lnTo>
                <a:lnTo>
                  <a:pt x="92032" y="235"/>
                </a:lnTo>
                <a:lnTo>
                  <a:pt x="69935" y="5761"/>
                </a:lnTo>
                <a:lnTo>
                  <a:pt x="49963" y="16409"/>
                </a:lnTo>
                <a:lnTo>
                  <a:pt x="32723" y="31856"/>
                </a:lnTo>
                <a:lnTo>
                  <a:pt x="18739" y="51633"/>
                </a:lnTo>
                <a:lnTo>
                  <a:pt x="8435" y="75139"/>
                </a:lnTo>
                <a:lnTo>
                  <a:pt x="2125" y="101660"/>
                </a:lnTo>
                <a:lnTo>
                  <a:pt x="0" y="130389"/>
                </a:lnTo>
                <a:lnTo>
                  <a:pt x="2125" y="160454"/>
                </a:lnTo>
                <a:lnTo>
                  <a:pt x="8435" y="190942"/>
                </a:lnTo>
                <a:lnTo>
                  <a:pt x="18739" y="220925"/>
                </a:lnTo>
                <a:lnTo>
                  <a:pt x="32723" y="249494"/>
                </a:lnTo>
                <a:lnTo>
                  <a:pt x="49963" y="275779"/>
                </a:lnTo>
                <a:lnTo>
                  <a:pt x="69935" y="298983"/>
                </a:lnTo>
                <a:lnTo>
                  <a:pt x="92032" y="318400"/>
                </a:lnTo>
                <a:lnTo>
                  <a:pt x="115582" y="333440"/>
                </a:lnTo>
                <a:lnTo>
                  <a:pt x="139870" y="343647"/>
                </a:lnTo>
                <a:lnTo>
                  <a:pt x="164158" y="348709"/>
                </a:lnTo>
                <a:lnTo>
                  <a:pt x="187708" y="348474"/>
                </a:lnTo>
                <a:lnTo>
                  <a:pt x="209805" y="342949"/>
                </a:lnTo>
                <a:lnTo>
                  <a:pt x="229777" y="332301"/>
                </a:lnTo>
                <a:lnTo>
                  <a:pt x="247017" y="316853"/>
                </a:lnTo>
                <a:lnTo>
                  <a:pt x="261001" y="297076"/>
                </a:lnTo>
                <a:lnTo>
                  <a:pt x="271305" y="273570"/>
                </a:lnTo>
                <a:lnTo>
                  <a:pt x="277615" y="247050"/>
                </a:ln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240" name="Shape 238"/>
          <p:cNvSpPr/>
          <p:nvPr/>
        </p:nvSpPr>
        <p:spPr>
          <a:xfrm>
            <a:off x="10292090" y="2525026"/>
            <a:ext cx="134490" cy="167649"/>
          </a:xfrm>
          <a:custGeom>
            <a:avLst/>
            <a:gdLst/>
            <a:ahLst/>
            <a:cxnLst/>
            <a:rect l="l" t="t" r="r" b="b"/>
            <a:pathLst>
              <a:path w="134490" h="167649">
                <a:moveTo>
                  <a:pt x="134490" y="104962"/>
                </a:moveTo>
                <a:lnTo>
                  <a:pt x="133469" y="90507"/>
                </a:lnTo>
                <a:lnTo>
                  <a:pt x="130435" y="75850"/>
                </a:lnTo>
                <a:lnTo>
                  <a:pt x="125481" y="61435"/>
                </a:lnTo>
                <a:lnTo>
                  <a:pt x="118758" y="47700"/>
                </a:lnTo>
                <a:lnTo>
                  <a:pt x="110470" y="35063"/>
                </a:lnTo>
                <a:lnTo>
                  <a:pt x="100868" y="23907"/>
                </a:lnTo>
                <a:lnTo>
                  <a:pt x="90244" y="14572"/>
                </a:lnTo>
                <a:lnTo>
                  <a:pt x="78922" y="7341"/>
                </a:lnTo>
                <a:lnTo>
                  <a:pt x="67245" y="2434"/>
                </a:lnTo>
                <a:lnTo>
                  <a:pt x="55568" y="0"/>
                </a:lnTo>
                <a:lnTo>
                  <a:pt x="44246" y="113"/>
                </a:lnTo>
                <a:lnTo>
                  <a:pt x="33623" y="2770"/>
                </a:lnTo>
                <a:lnTo>
                  <a:pt x="24021" y="7889"/>
                </a:lnTo>
                <a:lnTo>
                  <a:pt x="15732" y="15315"/>
                </a:lnTo>
                <a:lnTo>
                  <a:pt x="9009" y="24824"/>
                </a:lnTo>
                <a:lnTo>
                  <a:pt x="4055" y="36125"/>
                </a:lnTo>
                <a:lnTo>
                  <a:pt x="1022" y="48875"/>
                </a:lnTo>
                <a:lnTo>
                  <a:pt x="0" y="62687"/>
                </a:lnTo>
                <a:lnTo>
                  <a:pt x="1022" y="77141"/>
                </a:lnTo>
                <a:lnTo>
                  <a:pt x="4055" y="91799"/>
                </a:lnTo>
                <a:lnTo>
                  <a:pt x="9009" y="106214"/>
                </a:lnTo>
                <a:lnTo>
                  <a:pt x="15732" y="119949"/>
                </a:lnTo>
                <a:lnTo>
                  <a:pt x="24021" y="132586"/>
                </a:lnTo>
                <a:lnTo>
                  <a:pt x="33623" y="143742"/>
                </a:lnTo>
                <a:lnTo>
                  <a:pt x="44246" y="153077"/>
                </a:lnTo>
                <a:lnTo>
                  <a:pt x="55568" y="160308"/>
                </a:lnTo>
                <a:lnTo>
                  <a:pt x="67245" y="165215"/>
                </a:lnTo>
                <a:lnTo>
                  <a:pt x="78922" y="167649"/>
                </a:lnTo>
                <a:lnTo>
                  <a:pt x="90244" y="167536"/>
                </a:lnTo>
                <a:lnTo>
                  <a:pt x="100868" y="164879"/>
                </a:lnTo>
                <a:lnTo>
                  <a:pt x="110470" y="159760"/>
                </a:lnTo>
                <a:lnTo>
                  <a:pt x="118758" y="152333"/>
                </a:lnTo>
                <a:lnTo>
                  <a:pt x="125481" y="142825"/>
                </a:lnTo>
                <a:lnTo>
                  <a:pt x="130435" y="131524"/>
                </a:lnTo>
                <a:lnTo>
                  <a:pt x="133469" y="118774"/>
                </a:ln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241" name="Shape 239"/>
          <p:cNvSpPr/>
          <p:nvPr/>
        </p:nvSpPr>
        <p:spPr>
          <a:xfrm>
            <a:off x="10187205" y="2393805"/>
            <a:ext cx="145200" cy="194195"/>
          </a:xfrm>
          <a:custGeom>
            <a:avLst/>
            <a:gdLst/>
            <a:ahLst/>
            <a:cxnLst/>
            <a:rect l="l" t="t" r="r" b="b"/>
            <a:pathLst>
              <a:path w="145200" h="194195">
                <a:moveTo>
                  <a:pt x="145200" y="787"/>
                </a:moveTo>
                <a:lnTo>
                  <a:pt x="121277" y="0"/>
                </a:lnTo>
                <a:lnTo>
                  <a:pt x="98389" y="3591"/>
                </a:lnTo>
                <a:lnTo>
                  <a:pt x="77002" y="11487"/>
                </a:lnTo>
                <a:lnTo>
                  <a:pt x="57551" y="23527"/>
                </a:lnTo>
                <a:lnTo>
                  <a:pt x="40433" y="39465"/>
                </a:lnTo>
                <a:lnTo>
                  <a:pt x="25996" y="58978"/>
                </a:lnTo>
                <a:lnTo>
                  <a:pt x="14534" y="81668"/>
                </a:lnTo>
                <a:lnTo>
                  <a:pt x="6280" y="107073"/>
                </a:lnTo>
                <a:lnTo>
                  <a:pt x="1402" y="134676"/>
                </a:lnTo>
                <a:lnTo>
                  <a:pt x="0" y="163915"/>
                </a:lnTo>
                <a:lnTo>
                  <a:pt x="2102" y="194195"/>
                </a:lnTo>
                <a:close/>
              </a:path>
            </a:pathLst>
          </a:custGeom>
          <a:solidFill>
            <a:srgbClr val="E0E0E0"/>
          </a:solidFill>
          <a:ln/>
        </p:spPr>
      </p:sp>
      <p:sp>
        <p:nvSpPr>
          <p:cNvPr id="242" name="Shape 240"/>
          <p:cNvSpPr/>
          <p:nvPr/>
        </p:nvSpPr>
        <p:spPr>
          <a:xfrm>
            <a:off x="9326880" y="2011680"/>
            <a:ext cx="1463040" cy="1463040"/>
          </a:xfrm>
          <a:custGeom>
            <a:avLst/>
            <a:gdLst/>
            <a:ahLst/>
            <a:cxnLst/>
            <a:rect l="l" t="t" r="r" b="b"/>
            <a:pathLst>
              <a:path w="1463040" h="1463040">
                <a:moveTo>
                  <a:pt x="1463040" y="731520"/>
                </a:moveTo>
                <a:lnTo>
                  <a:pt x="1456782" y="827003"/>
                </a:lnTo>
                <a:lnTo>
                  <a:pt x="1438114" y="920851"/>
                </a:lnTo>
                <a:lnTo>
                  <a:pt x="1407356" y="1011461"/>
                </a:lnTo>
                <a:lnTo>
                  <a:pt x="1365035" y="1097280"/>
                </a:lnTo>
                <a:lnTo>
                  <a:pt x="1311874" y="1176841"/>
                </a:lnTo>
                <a:lnTo>
                  <a:pt x="1248783" y="1248783"/>
                </a:lnTo>
                <a:lnTo>
                  <a:pt x="1176841" y="1311874"/>
                </a:lnTo>
                <a:lnTo>
                  <a:pt x="1097280" y="1365035"/>
                </a:lnTo>
                <a:lnTo>
                  <a:pt x="1011461" y="1407356"/>
                </a:lnTo>
                <a:lnTo>
                  <a:pt x="920851" y="1438114"/>
                </a:lnTo>
                <a:lnTo>
                  <a:pt x="827003" y="1456782"/>
                </a:lnTo>
                <a:lnTo>
                  <a:pt x="731520" y="1463040"/>
                </a:lnTo>
                <a:lnTo>
                  <a:pt x="636037" y="1456782"/>
                </a:lnTo>
                <a:lnTo>
                  <a:pt x="542189" y="1438114"/>
                </a:lnTo>
                <a:lnTo>
                  <a:pt x="451579" y="1407356"/>
                </a:lnTo>
                <a:lnTo>
                  <a:pt x="365760" y="1365035"/>
                </a:lnTo>
                <a:lnTo>
                  <a:pt x="286199" y="1311874"/>
                </a:lnTo>
                <a:lnTo>
                  <a:pt x="214257" y="1248783"/>
                </a:lnTo>
                <a:lnTo>
                  <a:pt x="151166" y="1176841"/>
                </a:lnTo>
                <a:lnTo>
                  <a:pt x="98005" y="1097280"/>
                </a:lnTo>
                <a:lnTo>
                  <a:pt x="55684" y="1011461"/>
                </a:lnTo>
                <a:lnTo>
                  <a:pt x="24926" y="920851"/>
                </a:lnTo>
                <a:lnTo>
                  <a:pt x="6258" y="827003"/>
                </a:lnTo>
                <a:lnTo>
                  <a:pt x="0" y="731520"/>
                </a:lnTo>
                <a:lnTo>
                  <a:pt x="6258" y="636037"/>
                </a:lnTo>
                <a:lnTo>
                  <a:pt x="24926" y="542189"/>
                </a:lnTo>
                <a:lnTo>
                  <a:pt x="55684" y="451579"/>
                </a:lnTo>
                <a:lnTo>
                  <a:pt x="98005" y="365760"/>
                </a:lnTo>
                <a:lnTo>
                  <a:pt x="151166" y="286199"/>
                </a:lnTo>
                <a:lnTo>
                  <a:pt x="214257" y="214257"/>
                </a:lnTo>
                <a:lnTo>
                  <a:pt x="286199" y="151166"/>
                </a:lnTo>
                <a:lnTo>
                  <a:pt x="365760" y="98005"/>
                </a:lnTo>
                <a:lnTo>
                  <a:pt x="451579" y="55684"/>
                </a:lnTo>
                <a:lnTo>
                  <a:pt x="542189" y="24926"/>
                </a:lnTo>
                <a:lnTo>
                  <a:pt x="636037" y="6258"/>
                </a:lnTo>
                <a:lnTo>
                  <a:pt x="731520" y="0"/>
                </a:lnTo>
                <a:lnTo>
                  <a:pt x="827003" y="6258"/>
                </a:lnTo>
                <a:lnTo>
                  <a:pt x="920851" y="24926"/>
                </a:lnTo>
                <a:lnTo>
                  <a:pt x="1011461" y="55684"/>
                </a:lnTo>
                <a:lnTo>
                  <a:pt x="1097280" y="98005"/>
                </a:lnTo>
                <a:lnTo>
                  <a:pt x="1176841" y="151166"/>
                </a:lnTo>
                <a:lnTo>
                  <a:pt x="1248783" y="214257"/>
                </a:lnTo>
                <a:lnTo>
                  <a:pt x="1311874" y="286199"/>
                </a:lnTo>
                <a:lnTo>
                  <a:pt x="1365035" y="365760"/>
                </a:lnTo>
                <a:lnTo>
                  <a:pt x="1407356" y="451579"/>
                </a:lnTo>
                <a:lnTo>
                  <a:pt x="1438114" y="542189"/>
                </a:lnTo>
                <a:lnTo>
                  <a:pt x="1456782" y="636037"/>
                </a:lnTo>
                <a:close/>
              </a:path>
            </a:pathLst>
          </a:custGeom>
          <a:solidFill>
            <a:srgbClr val="5F5F5F"/>
          </a:solidFill>
          <a:ln/>
        </p:spPr>
      </p:sp>
      <p:sp>
        <p:nvSpPr>
          <p:cNvPr id="243" name="Shape 241"/>
          <p:cNvSpPr/>
          <p:nvPr/>
        </p:nvSpPr>
        <p:spPr>
          <a:xfrm>
            <a:off x="9353129" y="2035760"/>
            <a:ext cx="1392470" cy="1392470"/>
          </a:xfrm>
          <a:custGeom>
            <a:avLst/>
            <a:gdLst/>
            <a:ahLst/>
            <a:cxnLst/>
            <a:rect l="l" t="t" r="r" b="b"/>
            <a:pathLst>
              <a:path w="1392470" h="1392470">
                <a:moveTo>
                  <a:pt x="1392470" y="696235"/>
                </a:moveTo>
                <a:lnTo>
                  <a:pt x="1386513" y="787112"/>
                </a:lnTo>
                <a:lnTo>
                  <a:pt x="1368746" y="876434"/>
                </a:lnTo>
                <a:lnTo>
                  <a:pt x="1339472" y="962672"/>
                </a:lnTo>
                <a:lnTo>
                  <a:pt x="1299192" y="1044352"/>
                </a:lnTo>
                <a:lnTo>
                  <a:pt x="1248595" y="1120076"/>
                </a:lnTo>
                <a:lnTo>
                  <a:pt x="1188547" y="1188547"/>
                </a:lnTo>
                <a:lnTo>
                  <a:pt x="1120076" y="1248595"/>
                </a:lnTo>
                <a:lnTo>
                  <a:pt x="1044352" y="1299192"/>
                </a:lnTo>
                <a:lnTo>
                  <a:pt x="962672" y="1339472"/>
                </a:lnTo>
                <a:lnTo>
                  <a:pt x="876434" y="1368746"/>
                </a:lnTo>
                <a:lnTo>
                  <a:pt x="787112" y="1386513"/>
                </a:lnTo>
                <a:lnTo>
                  <a:pt x="696235" y="1392470"/>
                </a:lnTo>
                <a:lnTo>
                  <a:pt x="605358" y="1386513"/>
                </a:lnTo>
                <a:lnTo>
                  <a:pt x="516036" y="1368746"/>
                </a:lnTo>
                <a:lnTo>
                  <a:pt x="429797" y="1339472"/>
                </a:lnTo>
                <a:lnTo>
                  <a:pt x="348117" y="1299192"/>
                </a:lnTo>
                <a:lnTo>
                  <a:pt x="272394" y="1248595"/>
                </a:lnTo>
                <a:lnTo>
                  <a:pt x="203922" y="1188547"/>
                </a:lnTo>
                <a:lnTo>
                  <a:pt x="143875" y="1120076"/>
                </a:lnTo>
                <a:lnTo>
                  <a:pt x="93278" y="1044352"/>
                </a:lnTo>
                <a:lnTo>
                  <a:pt x="52998" y="962672"/>
                </a:lnTo>
                <a:lnTo>
                  <a:pt x="23724" y="876434"/>
                </a:lnTo>
                <a:lnTo>
                  <a:pt x="5956" y="787112"/>
                </a:lnTo>
                <a:lnTo>
                  <a:pt x="0" y="696235"/>
                </a:lnTo>
                <a:lnTo>
                  <a:pt x="5956" y="605358"/>
                </a:lnTo>
                <a:lnTo>
                  <a:pt x="23724" y="516036"/>
                </a:lnTo>
                <a:lnTo>
                  <a:pt x="52998" y="429797"/>
                </a:lnTo>
                <a:lnTo>
                  <a:pt x="93278" y="348117"/>
                </a:lnTo>
                <a:lnTo>
                  <a:pt x="143875" y="272394"/>
                </a:lnTo>
                <a:lnTo>
                  <a:pt x="203922" y="203922"/>
                </a:lnTo>
                <a:lnTo>
                  <a:pt x="272394" y="143875"/>
                </a:lnTo>
                <a:lnTo>
                  <a:pt x="348117" y="93278"/>
                </a:lnTo>
                <a:lnTo>
                  <a:pt x="429797" y="52998"/>
                </a:lnTo>
                <a:lnTo>
                  <a:pt x="516036" y="23724"/>
                </a:lnTo>
                <a:lnTo>
                  <a:pt x="605358" y="5956"/>
                </a:lnTo>
                <a:lnTo>
                  <a:pt x="696235" y="0"/>
                </a:lnTo>
                <a:lnTo>
                  <a:pt x="787112" y="5956"/>
                </a:lnTo>
                <a:lnTo>
                  <a:pt x="876434" y="23724"/>
                </a:lnTo>
                <a:lnTo>
                  <a:pt x="962672" y="52998"/>
                </a:lnTo>
                <a:lnTo>
                  <a:pt x="1044352" y="93278"/>
                </a:lnTo>
                <a:lnTo>
                  <a:pt x="1120076" y="143875"/>
                </a:lnTo>
                <a:lnTo>
                  <a:pt x="1188547" y="203922"/>
                </a:lnTo>
                <a:lnTo>
                  <a:pt x="1248595" y="272394"/>
                </a:lnTo>
                <a:lnTo>
                  <a:pt x="1299192" y="348117"/>
                </a:lnTo>
                <a:lnTo>
                  <a:pt x="1339472" y="429797"/>
                </a:lnTo>
                <a:lnTo>
                  <a:pt x="1368746" y="516036"/>
                </a:lnTo>
                <a:lnTo>
                  <a:pt x="1386513" y="605358"/>
                </a:lnTo>
                <a:close/>
              </a:path>
            </a:pathLst>
          </a:custGeom>
          <a:solidFill>
            <a:srgbClr val="666666"/>
          </a:solidFill>
          <a:ln/>
        </p:spPr>
      </p:sp>
      <p:sp>
        <p:nvSpPr>
          <p:cNvPr id="244" name="Shape 242"/>
          <p:cNvSpPr/>
          <p:nvPr/>
        </p:nvSpPr>
        <p:spPr>
          <a:xfrm>
            <a:off x="9379377" y="2059840"/>
            <a:ext cx="1321900" cy="1321900"/>
          </a:xfrm>
          <a:custGeom>
            <a:avLst/>
            <a:gdLst/>
            <a:ahLst/>
            <a:cxnLst/>
            <a:rect l="l" t="t" r="r" b="b"/>
            <a:pathLst>
              <a:path w="1321900" h="1321900">
                <a:moveTo>
                  <a:pt x="1321900" y="660950"/>
                </a:moveTo>
                <a:lnTo>
                  <a:pt x="1316245" y="747221"/>
                </a:lnTo>
                <a:lnTo>
                  <a:pt x="1299378" y="832016"/>
                </a:lnTo>
                <a:lnTo>
                  <a:pt x="1271588" y="913884"/>
                </a:lnTo>
                <a:lnTo>
                  <a:pt x="1233349" y="991425"/>
                </a:lnTo>
                <a:lnTo>
                  <a:pt x="1185317" y="1063311"/>
                </a:lnTo>
                <a:lnTo>
                  <a:pt x="1128312" y="1128312"/>
                </a:lnTo>
                <a:lnTo>
                  <a:pt x="1063311" y="1185317"/>
                </a:lnTo>
                <a:lnTo>
                  <a:pt x="991425" y="1233349"/>
                </a:lnTo>
                <a:lnTo>
                  <a:pt x="913884" y="1271588"/>
                </a:lnTo>
                <a:lnTo>
                  <a:pt x="832016" y="1299378"/>
                </a:lnTo>
                <a:lnTo>
                  <a:pt x="747221" y="1316245"/>
                </a:lnTo>
                <a:lnTo>
                  <a:pt x="660950" y="1321900"/>
                </a:lnTo>
                <a:lnTo>
                  <a:pt x="574679" y="1316245"/>
                </a:lnTo>
                <a:lnTo>
                  <a:pt x="489883" y="1299378"/>
                </a:lnTo>
                <a:lnTo>
                  <a:pt x="408015" y="1271588"/>
                </a:lnTo>
                <a:lnTo>
                  <a:pt x="330475" y="1233349"/>
                </a:lnTo>
                <a:lnTo>
                  <a:pt x="258589" y="1185317"/>
                </a:lnTo>
                <a:lnTo>
                  <a:pt x="193588" y="1128312"/>
                </a:lnTo>
                <a:lnTo>
                  <a:pt x="136583" y="1063311"/>
                </a:lnTo>
                <a:lnTo>
                  <a:pt x="88550" y="991425"/>
                </a:lnTo>
                <a:lnTo>
                  <a:pt x="50312" y="913884"/>
                </a:lnTo>
                <a:lnTo>
                  <a:pt x="22521" y="832016"/>
                </a:lnTo>
                <a:lnTo>
                  <a:pt x="5655" y="747221"/>
                </a:lnTo>
                <a:lnTo>
                  <a:pt x="0" y="660950"/>
                </a:lnTo>
                <a:lnTo>
                  <a:pt x="5655" y="574679"/>
                </a:lnTo>
                <a:lnTo>
                  <a:pt x="22521" y="489883"/>
                </a:lnTo>
                <a:lnTo>
                  <a:pt x="50312" y="408015"/>
                </a:lnTo>
                <a:lnTo>
                  <a:pt x="88550" y="330475"/>
                </a:lnTo>
                <a:lnTo>
                  <a:pt x="136583" y="258589"/>
                </a:lnTo>
                <a:lnTo>
                  <a:pt x="193588" y="193588"/>
                </a:lnTo>
                <a:lnTo>
                  <a:pt x="258589" y="136583"/>
                </a:lnTo>
                <a:lnTo>
                  <a:pt x="330475" y="88550"/>
                </a:lnTo>
                <a:lnTo>
                  <a:pt x="408015" y="50312"/>
                </a:lnTo>
                <a:lnTo>
                  <a:pt x="489883" y="22521"/>
                </a:lnTo>
                <a:lnTo>
                  <a:pt x="574679" y="5655"/>
                </a:lnTo>
                <a:lnTo>
                  <a:pt x="660950" y="0"/>
                </a:lnTo>
                <a:lnTo>
                  <a:pt x="747221" y="5655"/>
                </a:lnTo>
                <a:lnTo>
                  <a:pt x="832016" y="22521"/>
                </a:lnTo>
                <a:lnTo>
                  <a:pt x="913884" y="50312"/>
                </a:lnTo>
                <a:lnTo>
                  <a:pt x="991425" y="88550"/>
                </a:lnTo>
                <a:lnTo>
                  <a:pt x="1063311" y="136583"/>
                </a:lnTo>
                <a:lnTo>
                  <a:pt x="1128312" y="193588"/>
                </a:lnTo>
                <a:lnTo>
                  <a:pt x="1185317" y="258589"/>
                </a:lnTo>
                <a:lnTo>
                  <a:pt x="1233349" y="330475"/>
                </a:lnTo>
                <a:lnTo>
                  <a:pt x="1271588" y="408015"/>
                </a:lnTo>
                <a:lnTo>
                  <a:pt x="1299378" y="489883"/>
                </a:lnTo>
                <a:lnTo>
                  <a:pt x="1316245" y="574679"/>
                </a:lnTo>
                <a:close/>
              </a:path>
            </a:pathLst>
          </a:custGeom>
          <a:solidFill>
            <a:srgbClr val="6D6D6D"/>
          </a:solidFill>
          <a:ln/>
        </p:spPr>
      </p:sp>
      <p:sp>
        <p:nvSpPr>
          <p:cNvPr id="245" name="Shape 243"/>
          <p:cNvSpPr/>
          <p:nvPr/>
        </p:nvSpPr>
        <p:spPr>
          <a:xfrm>
            <a:off x="9405626" y="2083920"/>
            <a:ext cx="1251330" cy="1251330"/>
          </a:xfrm>
          <a:custGeom>
            <a:avLst/>
            <a:gdLst/>
            <a:ahLst/>
            <a:cxnLst/>
            <a:rect l="l" t="t" r="r" b="b"/>
            <a:pathLst>
              <a:path w="1251330" h="1251330">
                <a:moveTo>
                  <a:pt x="1251330" y="625665"/>
                </a:moveTo>
                <a:lnTo>
                  <a:pt x="1245977" y="707330"/>
                </a:lnTo>
                <a:lnTo>
                  <a:pt x="1230010" y="787599"/>
                </a:lnTo>
                <a:lnTo>
                  <a:pt x="1203704" y="865096"/>
                </a:lnTo>
                <a:lnTo>
                  <a:pt x="1167506" y="938497"/>
                </a:lnTo>
                <a:lnTo>
                  <a:pt x="1122038" y="1006545"/>
                </a:lnTo>
                <a:lnTo>
                  <a:pt x="1068077" y="1068077"/>
                </a:lnTo>
                <a:lnTo>
                  <a:pt x="1006545" y="1122038"/>
                </a:lnTo>
                <a:lnTo>
                  <a:pt x="938497" y="1167506"/>
                </a:lnTo>
                <a:lnTo>
                  <a:pt x="865096" y="1203704"/>
                </a:lnTo>
                <a:lnTo>
                  <a:pt x="787599" y="1230010"/>
                </a:lnTo>
                <a:lnTo>
                  <a:pt x="707330" y="1245977"/>
                </a:lnTo>
                <a:lnTo>
                  <a:pt x="625665" y="1251330"/>
                </a:lnTo>
                <a:lnTo>
                  <a:pt x="543999" y="1245977"/>
                </a:lnTo>
                <a:lnTo>
                  <a:pt x="463731" y="1230010"/>
                </a:lnTo>
                <a:lnTo>
                  <a:pt x="386233" y="1203704"/>
                </a:lnTo>
                <a:lnTo>
                  <a:pt x="312832" y="1167506"/>
                </a:lnTo>
                <a:lnTo>
                  <a:pt x="244784" y="1122038"/>
                </a:lnTo>
                <a:lnTo>
                  <a:pt x="183253" y="1068077"/>
                </a:lnTo>
                <a:lnTo>
                  <a:pt x="129292" y="1006545"/>
                </a:lnTo>
                <a:lnTo>
                  <a:pt x="83823" y="938497"/>
                </a:lnTo>
                <a:lnTo>
                  <a:pt x="47626" y="865096"/>
                </a:lnTo>
                <a:lnTo>
                  <a:pt x="21319" y="787599"/>
                </a:lnTo>
                <a:lnTo>
                  <a:pt x="5353" y="707330"/>
                </a:lnTo>
                <a:lnTo>
                  <a:pt x="0" y="625665"/>
                </a:lnTo>
                <a:lnTo>
                  <a:pt x="5353" y="543999"/>
                </a:lnTo>
                <a:lnTo>
                  <a:pt x="21319" y="463731"/>
                </a:lnTo>
                <a:lnTo>
                  <a:pt x="47626" y="386233"/>
                </a:lnTo>
                <a:lnTo>
                  <a:pt x="83823" y="312832"/>
                </a:lnTo>
                <a:lnTo>
                  <a:pt x="129292" y="244784"/>
                </a:lnTo>
                <a:lnTo>
                  <a:pt x="183253" y="183253"/>
                </a:lnTo>
                <a:lnTo>
                  <a:pt x="244784" y="129292"/>
                </a:lnTo>
                <a:lnTo>
                  <a:pt x="312832" y="83823"/>
                </a:lnTo>
                <a:lnTo>
                  <a:pt x="386233" y="47626"/>
                </a:lnTo>
                <a:lnTo>
                  <a:pt x="463731" y="21319"/>
                </a:lnTo>
                <a:lnTo>
                  <a:pt x="543999" y="5353"/>
                </a:lnTo>
                <a:lnTo>
                  <a:pt x="625665" y="0"/>
                </a:lnTo>
                <a:lnTo>
                  <a:pt x="707330" y="5353"/>
                </a:lnTo>
                <a:lnTo>
                  <a:pt x="787599" y="21319"/>
                </a:lnTo>
                <a:lnTo>
                  <a:pt x="865096" y="47626"/>
                </a:lnTo>
                <a:lnTo>
                  <a:pt x="938497" y="83823"/>
                </a:lnTo>
                <a:lnTo>
                  <a:pt x="1006545" y="129292"/>
                </a:lnTo>
                <a:lnTo>
                  <a:pt x="1068077" y="183253"/>
                </a:lnTo>
                <a:lnTo>
                  <a:pt x="1122038" y="244784"/>
                </a:lnTo>
                <a:lnTo>
                  <a:pt x="1167506" y="312832"/>
                </a:lnTo>
                <a:lnTo>
                  <a:pt x="1203704" y="386233"/>
                </a:lnTo>
                <a:lnTo>
                  <a:pt x="1230010" y="463731"/>
                </a:lnTo>
                <a:lnTo>
                  <a:pt x="1245977" y="543999"/>
                </a:lnTo>
                <a:close/>
              </a:path>
            </a:pathLst>
          </a:custGeom>
          <a:solidFill>
            <a:srgbClr val="747474"/>
          </a:solidFill>
          <a:ln/>
        </p:spPr>
      </p:sp>
      <p:sp>
        <p:nvSpPr>
          <p:cNvPr id="246" name="Shape 244"/>
          <p:cNvSpPr/>
          <p:nvPr/>
        </p:nvSpPr>
        <p:spPr>
          <a:xfrm>
            <a:off x="9431875" y="2108000"/>
            <a:ext cx="1180759" cy="1180759"/>
          </a:xfrm>
          <a:custGeom>
            <a:avLst/>
            <a:gdLst/>
            <a:ahLst/>
            <a:cxnLst/>
            <a:rect l="l" t="t" r="r" b="b"/>
            <a:pathLst>
              <a:path w="1180759" h="1180759">
                <a:moveTo>
                  <a:pt x="1180759" y="590380"/>
                </a:moveTo>
                <a:lnTo>
                  <a:pt x="1175709" y="667440"/>
                </a:lnTo>
                <a:lnTo>
                  <a:pt x="1160643" y="743181"/>
                </a:lnTo>
                <a:lnTo>
                  <a:pt x="1135819" y="816308"/>
                </a:lnTo>
                <a:lnTo>
                  <a:pt x="1101663" y="885570"/>
                </a:lnTo>
                <a:lnTo>
                  <a:pt x="1058759" y="949780"/>
                </a:lnTo>
                <a:lnTo>
                  <a:pt x="1007841" y="1007841"/>
                </a:lnTo>
                <a:lnTo>
                  <a:pt x="949780" y="1058759"/>
                </a:lnTo>
                <a:lnTo>
                  <a:pt x="885570" y="1101663"/>
                </a:lnTo>
                <a:lnTo>
                  <a:pt x="816308" y="1135819"/>
                </a:lnTo>
                <a:lnTo>
                  <a:pt x="743181" y="1160643"/>
                </a:lnTo>
                <a:lnTo>
                  <a:pt x="667440" y="1175709"/>
                </a:lnTo>
                <a:lnTo>
                  <a:pt x="590380" y="1180759"/>
                </a:lnTo>
                <a:lnTo>
                  <a:pt x="513320" y="1175709"/>
                </a:lnTo>
                <a:lnTo>
                  <a:pt x="437578" y="1160643"/>
                </a:lnTo>
                <a:lnTo>
                  <a:pt x="364451" y="1135819"/>
                </a:lnTo>
                <a:lnTo>
                  <a:pt x="295190" y="1101663"/>
                </a:lnTo>
                <a:lnTo>
                  <a:pt x="230979" y="1058759"/>
                </a:lnTo>
                <a:lnTo>
                  <a:pt x="172918" y="1007841"/>
                </a:lnTo>
                <a:lnTo>
                  <a:pt x="122000" y="949780"/>
                </a:lnTo>
                <a:lnTo>
                  <a:pt x="79096" y="885570"/>
                </a:lnTo>
                <a:lnTo>
                  <a:pt x="44940" y="816308"/>
                </a:lnTo>
                <a:lnTo>
                  <a:pt x="20117" y="743181"/>
                </a:lnTo>
                <a:lnTo>
                  <a:pt x="5051" y="667440"/>
                </a:lnTo>
                <a:lnTo>
                  <a:pt x="0" y="590380"/>
                </a:lnTo>
                <a:lnTo>
                  <a:pt x="5051" y="513320"/>
                </a:lnTo>
                <a:lnTo>
                  <a:pt x="20117" y="437578"/>
                </a:lnTo>
                <a:lnTo>
                  <a:pt x="44940" y="364451"/>
                </a:lnTo>
                <a:lnTo>
                  <a:pt x="79096" y="295190"/>
                </a:lnTo>
                <a:lnTo>
                  <a:pt x="122000" y="230979"/>
                </a:lnTo>
                <a:lnTo>
                  <a:pt x="172918" y="172918"/>
                </a:lnTo>
                <a:lnTo>
                  <a:pt x="230979" y="122000"/>
                </a:lnTo>
                <a:lnTo>
                  <a:pt x="295190" y="79096"/>
                </a:lnTo>
                <a:lnTo>
                  <a:pt x="364451" y="44940"/>
                </a:lnTo>
                <a:lnTo>
                  <a:pt x="437578" y="20117"/>
                </a:lnTo>
                <a:lnTo>
                  <a:pt x="513320" y="5051"/>
                </a:lnTo>
                <a:lnTo>
                  <a:pt x="590380" y="0"/>
                </a:lnTo>
                <a:lnTo>
                  <a:pt x="667440" y="5051"/>
                </a:lnTo>
                <a:lnTo>
                  <a:pt x="743181" y="20117"/>
                </a:lnTo>
                <a:lnTo>
                  <a:pt x="816308" y="44940"/>
                </a:lnTo>
                <a:lnTo>
                  <a:pt x="885570" y="79096"/>
                </a:lnTo>
                <a:lnTo>
                  <a:pt x="949780" y="122000"/>
                </a:lnTo>
                <a:lnTo>
                  <a:pt x="1007841" y="172918"/>
                </a:lnTo>
                <a:lnTo>
                  <a:pt x="1058759" y="230979"/>
                </a:lnTo>
                <a:lnTo>
                  <a:pt x="1101663" y="295190"/>
                </a:lnTo>
                <a:lnTo>
                  <a:pt x="1135819" y="364451"/>
                </a:lnTo>
                <a:lnTo>
                  <a:pt x="1160643" y="437578"/>
                </a:lnTo>
                <a:lnTo>
                  <a:pt x="1175709" y="513320"/>
                </a:lnTo>
                <a:close/>
              </a:path>
            </a:pathLst>
          </a:custGeom>
          <a:solidFill>
            <a:srgbClr val="7B7B7B"/>
          </a:solidFill>
          <a:ln/>
        </p:spPr>
      </p:sp>
      <p:sp>
        <p:nvSpPr>
          <p:cNvPr id="247" name="Shape 245"/>
          <p:cNvSpPr/>
          <p:nvPr/>
        </p:nvSpPr>
        <p:spPr>
          <a:xfrm>
            <a:off x="9458123" y="2132080"/>
            <a:ext cx="1110189" cy="1110189"/>
          </a:xfrm>
          <a:custGeom>
            <a:avLst/>
            <a:gdLst/>
            <a:ahLst/>
            <a:cxnLst/>
            <a:rect l="l" t="t" r="r" b="b"/>
            <a:pathLst>
              <a:path w="1110189" h="1110189">
                <a:moveTo>
                  <a:pt x="1110189" y="555095"/>
                </a:moveTo>
                <a:lnTo>
                  <a:pt x="1105440" y="627549"/>
                </a:lnTo>
                <a:lnTo>
                  <a:pt x="1091275" y="698764"/>
                </a:lnTo>
                <a:lnTo>
                  <a:pt x="1067935" y="767520"/>
                </a:lnTo>
                <a:lnTo>
                  <a:pt x="1035821" y="832642"/>
                </a:lnTo>
                <a:lnTo>
                  <a:pt x="995481" y="893015"/>
                </a:lnTo>
                <a:lnTo>
                  <a:pt x="947606" y="947606"/>
                </a:lnTo>
                <a:lnTo>
                  <a:pt x="893015" y="995481"/>
                </a:lnTo>
                <a:lnTo>
                  <a:pt x="832642" y="1035821"/>
                </a:lnTo>
                <a:lnTo>
                  <a:pt x="767520" y="1067935"/>
                </a:lnTo>
                <a:lnTo>
                  <a:pt x="698764" y="1091275"/>
                </a:lnTo>
                <a:lnTo>
                  <a:pt x="627549" y="1105440"/>
                </a:lnTo>
                <a:lnTo>
                  <a:pt x="555095" y="1110189"/>
                </a:lnTo>
                <a:lnTo>
                  <a:pt x="482640" y="1105440"/>
                </a:lnTo>
                <a:lnTo>
                  <a:pt x="411426" y="1091275"/>
                </a:lnTo>
                <a:lnTo>
                  <a:pt x="342669" y="1067935"/>
                </a:lnTo>
                <a:lnTo>
                  <a:pt x="277547" y="1035821"/>
                </a:lnTo>
                <a:lnTo>
                  <a:pt x="217174" y="995481"/>
                </a:lnTo>
                <a:lnTo>
                  <a:pt x="162583" y="947606"/>
                </a:lnTo>
                <a:lnTo>
                  <a:pt x="114708" y="893015"/>
                </a:lnTo>
                <a:lnTo>
                  <a:pt x="74369" y="832642"/>
                </a:lnTo>
                <a:lnTo>
                  <a:pt x="42254" y="767520"/>
                </a:lnTo>
                <a:lnTo>
                  <a:pt x="18914" y="698764"/>
                </a:lnTo>
                <a:lnTo>
                  <a:pt x="4749" y="627549"/>
                </a:lnTo>
                <a:lnTo>
                  <a:pt x="0" y="555095"/>
                </a:lnTo>
                <a:lnTo>
                  <a:pt x="4749" y="482640"/>
                </a:lnTo>
                <a:lnTo>
                  <a:pt x="18914" y="411426"/>
                </a:lnTo>
                <a:lnTo>
                  <a:pt x="42254" y="342669"/>
                </a:lnTo>
                <a:lnTo>
                  <a:pt x="74369" y="277547"/>
                </a:lnTo>
                <a:lnTo>
                  <a:pt x="114708" y="217174"/>
                </a:lnTo>
                <a:lnTo>
                  <a:pt x="162583" y="162583"/>
                </a:lnTo>
                <a:lnTo>
                  <a:pt x="217174" y="114708"/>
                </a:lnTo>
                <a:lnTo>
                  <a:pt x="277547" y="74369"/>
                </a:lnTo>
                <a:lnTo>
                  <a:pt x="342669" y="42254"/>
                </a:lnTo>
                <a:lnTo>
                  <a:pt x="411426" y="18914"/>
                </a:lnTo>
                <a:lnTo>
                  <a:pt x="482640" y="4749"/>
                </a:lnTo>
                <a:lnTo>
                  <a:pt x="555095" y="0"/>
                </a:lnTo>
                <a:lnTo>
                  <a:pt x="627549" y="4749"/>
                </a:lnTo>
                <a:lnTo>
                  <a:pt x="698764" y="18914"/>
                </a:lnTo>
                <a:lnTo>
                  <a:pt x="767520" y="42254"/>
                </a:lnTo>
                <a:lnTo>
                  <a:pt x="832642" y="74369"/>
                </a:lnTo>
                <a:lnTo>
                  <a:pt x="893015" y="114708"/>
                </a:lnTo>
                <a:lnTo>
                  <a:pt x="947606" y="162583"/>
                </a:lnTo>
                <a:lnTo>
                  <a:pt x="995481" y="217174"/>
                </a:lnTo>
                <a:lnTo>
                  <a:pt x="1035821" y="277547"/>
                </a:lnTo>
                <a:lnTo>
                  <a:pt x="1067935" y="342669"/>
                </a:lnTo>
                <a:lnTo>
                  <a:pt x="1091275" y="411426"/>
                </a:lnTo>
                <a:lnTo>
                  <a:pt x="1105440" y="482640"/>
                </a:lnTo>
                <a:close/>
              </a:path>
            </a:pathLst>
          </a:custGeom>
          <a:solidFill>
            <a:srgbClr val="828282"/>
          </a:solidFill>
          <a:ln/>
        </p:spPr>
      </p:sp>
      <p:sp>
        <p:nvSpPr>
          <p:cNvPr id="248" name="Shape 246"/>
          <p:cNvSpPr/>
          <p:nvPr/>
        </p:nvSpPr>
        <p:spPr>
          <a:xfrm>
            <a:off x="9484372" y="2156160"/>
            <a:ext cx="1039619" cy="1039619"/>
          </a:xfrm>
          <a:custGeom>
            <a:avLst/>
            <a:gdLst/>
            <a:ahLst/>
            <a:cxnLst/>
            <a:rect l="l" t="t" r="r" b="b"/>
            <a:pathLst>
              <a:path w="1039619" h="1039619">
                <a:moveTo>
                  <a:pt x="1039619" y="519810"/>
                </a:moveTo>
                <a:lnTo>
                  <a:pt x="1035172" y="587658"/>
                </a:lnTo>
                <a:lnTo>
                  <a:pt x="1021907" y="654346"/>
                </a:lnTo>
                <a:lnTo>
                  <a:pt x="1000051" y="718732"/>
                </a:lnTo>
                <a:lnTo>
                  <a:pt x="969978" y="779714"/>
                </a:lnTo>
                <a:lnTo>
                  <a:pt x="932202" y="836249"/>
                </a:lnTo>
                <a:lnTo>
                  <a:pt x="887370" y="887370"/>
                </a:lnTo>
                <a:lnTo>
                  <a:pt x="836249" y="932202"/>
                </a:lnTo>
                <a:lnTo>
                  <a:pt x="779714" y="969978"/>
                </a:lnTo>
                <a:lnTo>
                  <a:pt x="718732" y="1000051"/>
                </a:lnTo>
                <a:lnTo>
                  <a:pt x="654346" y="1021907"/>
                </a:lnTo>
                <a:lnTo>
                  <a:pt x="587658" y="1035172"/>
                </a:lnTo>
                <a:lnTo>
                  <a:pt x="519810" y="1039619"/>
                </a:lnTo>
                <a:lnTo>
                  <a:pt x="451961" y="1035172"/>
                </a:lnTo>
                <a:lnTo>
                  <a:pt x="385273" y="1021907"/>
                </a:lnTo>
                <a:lnTo>
                  <a:pt x="320887" y="1000051"/>
                </a:lnTo>
                <a:lnTo>
                  <a:pt x="259905" y="969978"/>
                </a:lnTo>
                <a:lnTo>
                  <a:pt x="203370" y="932202"/>
                </a:lnTo>
                <a:lnTo>
                  <a:pt x="152249" y="887370"/>
                </a:lnTo>
                <a:lnTo>
                  <a:pt x="107417" y="836249"/>
                </a:lnTo>
                <a:lnTo>
                  <a:pt x="69641" y="779714"/>
                </a:lnTo>
                <a:lnTo>
                  <a:pt x="39568" y="718732"/>
                </a:lnTo>
                <a:lnTo>
                  <a:pt x="17712" y="654346"/>
                </a:lnTo>
                <a:lnTo>
                  <a:pt x="4447" y="587658"/>
                </a:lnTo>
                <a:lnTo>
                  <a:pt x="0" y="519810"/>
                </a:lnTo>
                <a:lnTo>
                  <a:pt x="4447" y="451961"/>
                </a:lnTo>
                <a:lnTo>
                  <a:pt x="17712" y="385273"/>
                </a:lnTo>
                <a:lnTo>
                  <a:pt x="39568" y="320887"/>
                </a:lnTo>
                <a:lnTo>
                  <a:pt x="69641" y="259905"/>
                </a:lnTo>
                <a:lnTo>
                  <a:pt x="107417" y="203370"/>
                </a:lnTo>
                <a:lnTo>
                  <a:pt x="152249" y="152249"/>
                </a:lnTo>
                <a:lnTo>
                  <a:pt x="203370" y="107417"/>
                </a:lnTo>
                <a:lnTo>
                  <a:pt x="259905" y="69641"/>
                </a:lnTo>
                <a:lnTo>
                  <a:pt x="320887" y="39568"/>
                </a:lnTo>
                <a:lnTo>
                  <a:pt x="385273" y="17712"/>
                </a:lnTo>
                <a:lnTo>
                  <a:pt x="451961" y="4447"/>
                </a:lnTo>
                <a:lnTo>
                  <a:pt x="519810" y="0"/>
                </a:lnTo>
                <a:lnTo>
                  <a:pt x="587658" y="4447"/>
                </a:lnTo>
                <a:lnTo>
                  <a:pt x="654346" y="17712"/>
                </a:lnTo>
                <a:lnTo>
                  <a:pt x="718732" y="39568"/>
                </a:lnTo>
                <a:lnTo>
                  <a:pt x="779714" y="69641"/>
                </a:lnTo>
                <a:lnTo>
                  <a:pt x="836249" y="107417"/>
                </a:lnTo>
                <a:lnTo>
                  <a:pt x="887370" y="152249"/>
                </a:lnTo>
                <a:lnTo>
                  <a:pt x="932202" y="203370"/>
                </a:lnTo>
                <a:lnTo>
                  <a:pt x="969978" y="259905"/>
                </a:lnTo>
                <a:lnTo>
                  <a:pt x="1000051" y="320887"/>
                </a:lnTo>
                <a:lnTo>
                  <a:pt x="1021907" y="385273"/>
                </a:lnTo>
                <a:lnTo>
                  <a:pt x="1035172" y="451961"/>
                </a:lnTo>
                <a:close/>
              </a:path>
            </a:pathLst>
          </a:custGeom>
          <a:solidFill>
            <a:srgbClr val="898989"/>
          </a:solidFill>
          <a:ln/>
        </p:spPr>
      </p:sp>
      <p:sp>
        <p:nvSpPr>
          <p:cNvPr id="249" name="Shape 247"/>
          <p:cNvSpPr/>
          <p:nvPr/>
        </p:nvSpPr>
        <p:spPr>
          <a:xfrm>
            <a:off x="9510621" y="2180239"/>
            <a:ext cx="969049" cy="969049"/>
          </a:xfrm>
          <a:custGeom>
            <a:avLst/>
            <a:gdLst/>
            <a:ahLst/>
            <a:cxnLst/>
            <a:rect l="l" t="t" r="r" b="b"/>
            <a:pathLst>
              <a:path w="969049" h="969049">
                <a:moveTo>
                  <a:pt x="969049" y="484524"/>
                </a:moveTo>
                <a:lnTo>
                  <a:pt x="964904" y="547768"/>
                </a:lnTo>
                <a:lnTo>
                  <a:pt x="952539" y="609929"/>
                </a:lnTo>
                <a:lnTo>
                  <a:pt x="932167" y="669944"/>
                </a:lnTo>
                <a:lnTo>
                  <a:pt x="904135" y="726787"/>
                </a:lnTo>
                <a:lnTo>
                  <a:pt x="868923" y="779484"/>
                </a:lnTo>
                <a:lnTo>
                  <a:pt x="827135" y="827135"/>
                </a:lnTo>
                <a:lnTo>
                  <a:pt x="779484" y="868923"/>
                </a:lnTo>
                <a:lnTo>
                  <a:pt x="726787" y="904135"/>
                </a:lnTo>
                <a:lnTo>
                  <a:pt x="669944" y="932167"/>
                </a:lnTo>
                <a:lnTo>
                  <a:pt x="609929" y="952539"/>
                </a:lnTo>
                <a:lnTo>
                  <a:pt x="547768" y="964904"/>
                </a:lnTo>
                <a:lnTo>
                  <a:pt x="484524" y="969049"/>
                </a:lnTo>
                <a:lnTo>
                  <a:pt x="421281" y="964904"/>
                </a:lnTo>
                <a:lnTo>
                  <a:pt x="359120" y="952539"/>
                </a:lnTo>
                <a:lnTo>
                  <a:pt x="299105" y="932167"/>
                </a:lnTo>
                <a:lnTo>
                  <a:pt x="242262" y="904135"/>
                </a:lnTo>
                <a:lnTo>
                  <a:pt x="189565" y="868923"/>
                </a:lnTo>
                <a:lnTo>
                  <a:pt x="141914" y="827135"/>
                </a:lnTo>
                <a:lnTo>
                  <a:pt x="100125" y="779484"/>
                </a:lnTo>
                <a:lnTo>
                  <a:pt x="64914" y="726787"/>
                </a:lnTo>
                <a:lnTo>
                  <a:pt x="36882" y="669944"/>
                </a:lnTo>
                <a:lnTo>
                  <a:pt x="16510" y="609929"/>
                </a:lnTo>
                <a:lnTo>
                  <a:pt x="4145" y="547768"/>
                </a:lnTo>
                <a:lnTo>
                  <a:pt x="0" y="484524"/>
                </a:lnTo>
                <a:lnTo>
                  <a:pt x="4145" y="421281"/>
                </a:lnTo>
                <a:lnTo>
                  <a:pt x="16510" y="359120"/>
                </a:lnTo>
                <a:lnTo>
                  <a:pt x="36882" y="299105"/>
                </a:lnTo>
                <a:lnTo>
                  <a:pt x="64914" y="242262"/>
                </a:lnTo>
                <a:lnTo>
                  <a:pt x="100125" y="189565"/>
                </a:lnTo>
                <a:lnTo>
                  <a:pt x="141914" y="141914"/>
                </a:lnTo>
                <a:lnTo>
                  <a:pt x="189565" y="100125"/>
                </a:lnTo>
                <a:lnTo>
                  <a:pt x="242262" y="64914"/>
                </a:lnTo>
                <a:lnTo>
                  <a:pt x="299105" y="36882"/>
                </a:lnTo>
                <a:lnTo>
                  <a:pt x="359120" y="16510"/>
                </a:lnTo>
                <a:lnTo>
                  <a:pt x="421281" y="4145"/>
                </a:lnTo>
                <a:lnTo>
                  <a:pt x="484524" y="0"/>
                </a:lnTo>
                <a:lnTo>
                  <a:pt x="547768" y="4145"/>
                </a:lnTo>
                <a:lnTo>
                  <a:pt x="609929" y="16510"/>
                </a:lnTo>
                <a:lnTo>
                  <a:pt x="669944" y="36882"/>
                </a:lnTo>
                <a:lnTo>
                  <a:pt x="726787" y="64914"/>
                </a:lnTo>
                <a:lnTo>
                  <a:pt x="779484" y="100125"/>
                </a:lnTo>
                <a:lnTo>
                  <a:pt x="827135" y="141914"/>
                </a:lnTo>
                <a:lnTo>
                  <a:pt x="868923" y="189565"/>
                </a:lnTo>
                <a:lnTo>
                  <a:pt x="904135" y="242262"/>
                </a:lnTo>
                <a:lnTo>
                  <a:pt x="932167" y="299105"/>
                </a:lnTo>
                <a:lnTo>
                  <a:pt x="952539" y="359120"/>
                </a:lnTo>
                <a:lnTo>
                  <a:pt x="964904" y="421281"/>
                </a:lnTo>
                <a:close/>
              </a:path>
            </a:pathLst>
          </a:custGeom>
          <a:solidFill>
            <a:srgbClr val="909090"/>
          </a:solidFill>
          <a:ln/>
        </p:spPr>
      </p:sp>
      <p:sp>
        <p:nvSpPr>
          <p:cNvPr id="250" name="Shape 248"/>
          <p:cNvSpPr/>
          <p:nvPr/>
        </p:nvSpPr>
        <p:spPr>
          <a:xfrm>
            <a:off x="9536869" y="2204319"/>
            <a:ext cx="898479" cy="898479"/>
          </a:xfrm>
          <a:custGeom>
            <a:avLst/>
            <a:gdLst/>
            <a:ahLst/>
            <a:cxnLst/>
            <a:rect l="l" t="t" r="r" b="b"/>
            <a:pathLst>
              <a:path w="898479" h="898479">
                <a:moveTo>
                  <a:pt x="898479" y="449239"/>
                </a:moveTo>
                <a:lnTo>
                  <a:pt x="894635" y="507877"/>
                </a:lnTo>
                <a:lnTo>
                  <a:pt x="883171" y="565511"/>
                </a:lnTo>
                <a:lnTo>
                  <a:pt x="864282" y="621156"/>
                </a:lnTo>
                <a:lnTo>
                  <a:pt x="838292" y="673859"/>
                </a:lnTo>
                <a:lnTo>
                  <a:pt x="805645" y="722719"/>
                </a:lnTo>
                <a:lnTo>
                  <a:pt x="766900" y="766900"/>
                </a:lnTo>
                <a:lnTo>
                  <a:pt x="722719" y="805645"/>
                </a:lnTo>
                <a:lnTo>
                  <a:pt x="673859" y="838292"/>
                </a:lnTo>
                <a:lnTo>
                  <a:pt x="621156" y="864282"/>
                </a:lnTo>
                <a:lnTo>
                  <a:pt x="565511" y="883171"/>
                </a:lnTo>
                <a:lnTo>
                  <a:pt x="507877" y="894635"/>
                </a:lnTo>
                <a:lnTo>
                  <a:pt x="449239" y="898479"/>
                </a:lnTo>
                <a:lnTo>
                  <a:pt x="390602" y="894635"/>
                </a:lnTo>
                <a:lnTo>
                  <a:pt x="332968" y="883171"/>
                </a:lnTo>
                <a:lnTo>
                  <a:pt x="277323" y="864282"/>
                </a:lnTo>
                <a:lnTo>
                  <a:pt x="224620" y="838292"/>
                </a:lnTo>
                <a:lnTo>
                  <a:pt x="175760" y="805645"/>
                </a:lnTo>
                <a:lnTo>
                  <a:pt x="131579" y="766900"/>
                </a:lnTo>
                <a:lnTo>
                  <a:pt x="92834" y="722719"/>
                </a:lnTo>
                <a:lnTo>
                  <a:pt x="60187" y="673859"/>
                </a:lnTo>
                <a:lnTo>
                  <a:pt x="34196" y="621156"/>
                </a:lnTo>
                <a:lnTo>
                  <a:pt x="15307" y="565511"/>
                </a:lnTo>
                <a:lnTo>
                  <a:pt x="3843" y="507877"/>
                </a:lnTo>
                <a:lnTo>
                  <a:pt x="0" y="449239"/>
                </a:lnTo>
                <a:lnTo>
                  <a:pt x="3843" y="390602"/>
                </a:lnTo>
                <a:lnTo>
                  <a:pt x="15307" y="332968"/>
                </a:lnTo>
                <a:lnTo>
                  <a:pt x="34196" y="277323"/>
                </a:lnTo>
                <a:lnTo>
                  <a:pt x="60187" y="224620"/>
                </a:lnTo>
                <a:lnTo>
                  <a:pt x="92834" y="175760"/>
                </a:lnTo>
                <a:lnTo>
                  <a:pt x="131579" y="131579"/>
                </a:lnTo>
                <a:lnTo>
                  <a:pt x="175760" y="92834"/>
                </a:lnTo>
                <a:lnTo>
                  <a:pt x="224620" y="60187"/>
                </a:lnTo>
                <a:lnTo>
                  <a:pt x="277323" y="34196"/>
                </a:lnTo>
                <a:lnTo>
                  <a:pt x="332968" y="15307"/>
                </a:lnTo>
                <a:lnTo>
                  <a:pt x="390602" y="3843"/>
                </a:lnTo>
                <a:lnTo>
                  <a:pt x="449239" y="0"/>
                </a:lnTo>
                <a:lnTo>
                  <a:pt x="507877" y="3843"/>
                </a:lnTo>
                <a:lnTo>
                  <a:pt x="565511" y="15307"/>
                </a:lnTo>
                <a:lnTo>
                  <a:pt x="621156" y="34196"/>
                </a:lnTo>
                <a:lnTo>
                  <a:pt x="673859" y="60187"/>
                </a:lnTo>
                <a:lnTo>
                  <a:pt x="722719" y="92834"/>
                </a:lnTo>
                <a:lnTo>
                  <a:pt x="766900" y="131579"/>
                </a:lnTo>
                <a:lnTo>
                  <a:pt x="805645" y="175760"/>
                </a:lnTo>
                <a:lnTo>
                  <a:pt x="838292" y="224620"/>
                </a:lnTo>
                <a:lnTo>
                  <a:pt x="864282" y="277323"/>
                </a:lnTo>
                <a:lnTo>
                  <a:pt x="883171" y="332968"/>
                </a:lnTo>
                <a:lnTo>
                  <a:pt x="894635" y="390602"/>
                </a:lnTo>
                <a:close/>
              </a:path>
            </a:pathLst>
          </a:custGeom>
          <a:solidFill>
            <a:srgbClr val="979797"/>
          </a:solidFill>
          <a:ln/>
        </p:spPr>
      </p:sp>
      <p:sp>
        <p:nvSpPr>
          <p:cNvPr id="251" name="Shape 249"/>
          <p:cNvSpPr/>
          <p:nvPr/>
        </p:nvSpPr>
        <p:spPr>
          <a:xfrm>
            <a:off x="9563118" y="2228399"/>
            <a:ext cx="827909" cy="827909"/>
          </a:xfrm>
          <a:custGeom>
            <a:avLst/>
            <a:gdLst/>
            <a:ahLst/>
            <a:cxnLst/>
            <a:rect l="l" t="t" r="r" b="b"/>
            <a:pathLst>
              <a:path w="827909" h="827909">
                <a:moveTo>
                  <a:pt x="827909" y="413954"/>
                </a:moveTo>
                <a:lnTo>
                  <a:pt x="824367" y="467986"/>
                </a:lnTo>
                <a:lnTo>
                  <a:pt x="813803" y="521094"/>
                </a:lnTo>
                <a:lnTo>
                  <a:pt x="796398" y="572368"/>
                </a:lnTo>
                <a:lnTo>
                  <a:pt x="772449" y="620931"/>
                </a:lnTo>
                <a:lnTo>
                  <a:pt x="742366" y="665954"/>
                </a:lnTo>
                <a:lnTo>
                  <a:pt x="706664" y="706664"/>
                </a:lnTo>
                <a:lnTo>
                  <a:pt x="665954" y="742366"/>
                </a:lnTo>
                <a:lnTo>
                  <a:pt x="620931" y="772449"/>
                </a:lnTo>
                <a:lnTo>
                  <a:pt x="572368" y="796398"/>
                </a:lnTo>
                <a:lnTo>
                  <a:pt x="521094" y="813803"/>
                </a:lnTo>
                <a:lnTo>
                  <a:pt x="467986" y="824367"/>
                </a:lnTo>
                <a:lnTo>
                  <a:pt x="413954" y="827909"/>
                </a:lnTo>
                <a:lnTo>
                  <a:pt x="359922" y="824367"/>
                </a:lnTo>
                <a:lnTo>
                  <a:pt x="306815" y="813803"/>
                </a:lnTo>
                <a:lnTo>
                  <a:pt x="255541" y="796398"/>
                </a:lnTo>
                <a:lnTo>
                  <a:pt x="206977" y="772449"/>
                </a:lnTo>
                <a:lnTo>
                  <a:pt x="161955" y="742366"/>
                </a:lnTo>
                <a:lnTo>
                  <a:pt x="121244" y="706664"/>
                </a:lnTo>
                <a:lnTo>
                  <a:pt x="85542" y="665954"/>
                </a:lnTo>
                <a:lnTo>
                  <a:pt x="55459" y="620931"/>
                </a:lnTo>
                <a:lnTo>
                  <a:pt x="31510" y="572368"/>
                </a:lnTo>
                <a:lnTo>
                  <a:pt x="14105" y="521094"/>
                </a:lnTo>
                <a:lnTo>
                  <a:pt x="3541" y="467986"/>
                </a:lnTo>
                <a:lnTo>
                  <a:pt x="0" y="413954"/>
                </a:lnTo>
                <a:lnTo>
                  <a:pt x="3541" y="359922"/>
                </a:lnTo>
                <a:lnTo>
                  <a:pt x="14105" y="306815"/>
                </a:lnTo>
                <a:lnTo>
                  <a:pt x="31510" y="255541"/>
                </a:lnTo>
                <a:lnTo>
                  <a:pt x="55459" y="206977"/>
                </a:lnTo>
                <a:lnTo>
                  <a:pt x="85542" y="161955"/>
                </a:lnTo>
                <a:lnTo>
                  <a:pt x="121244" y="121244"/>
                </a:lnTo>
                <a:lnTo>
                  <a:pt x="161955" y="85542"/>
                </a:lnTo>
                <a:lnTo>
                  <a:pt x="206977" y="55459"/>
                </a:lnTo>
                <a:lnTo>
                  <a:pt x="255541" y="31510"/>
                </a:lnTo>
                <a:lnTo>
                  <a:pt x="306815" y="14105"/>
                </a:lnTo>
                <a:lnTo>
                  <a:pt x="359922" y="3541"/>
                </a:lnTo>
                <a:lnTo>
                  <a:pt x="413954" y="0"/>
                </a:lnTo>
                <a:lnTo>
                  <a:pt x="467986" y="3541"/>
                </a:lnTo>
                <a:lnTo>
                  <a:pt x="521094" y="14105"/>
                </a:lnTo>
                <a:lnTo>
                  <a:pt x="572368" y="31510"/>
                </a:lnTo>
                <a:lnTo>
                  <a:pt x="620931" y="55459"/>
                </a:lnTo>
                <a:lnTo>
                  <a:pt x="665954" y="85542"/>
                </a:lnTo>
                <a:lnTo>
                  <a:pt x="706664" y="121244"/>
                </a:lnTo>
                <a:lnTo>
                  <a:pt x="742366" y="161955"/>
                </a:lnTo>
                <a:lnTo>
                  <a:pt x="772449" y="206977"/>
                </a:lnTo>
                <a:lnTo>
                  <a:pt x="796398" y="255541"/>
                </a:lnTo>
                <a:lnTo>
                  <a:pt x="813803" y="306815"/>
                </a:lnTo>
                <a:lnTo>
                  <a:pt x="824367" y="359922"/>
                </a:lnTo>
                <a:close/>
              </a:path>
            </a:pathLst>
          </a:custGeom>
          <a:solidFill>
            <a:srgbClr val="9F9F9F"/>
          </a:solidFill>
          <a:ln/>
        </p:spPr>
      </p:sp>
      <p:sp>
        <p:nvSpPr>
          <p:cNvPr id="252" name="Shape 250"/>
          <p:cNvSpPr/>
          <p:nvPr/>
        </p:nvSpPr>
        <p:spPr>
          <a:xfrm>
            <a:off x="9589367" y="2252479"/>
            <a:ext cx="757338" cy="757338"/>
          </a:xfrm>
          <a:custGeom>
            <a:avLst/>
            <a:gdLst/>
            <a:ahLst/>
            <a:cxnLst/>
            <a:rect l="l" t="t" r="r" b="b"/>
            <a:pathLst>
              <a:path w="757338" h="757338">
                <a:moveTo>
                  <a:pt x="757338" y="378669"/>
                </a:moveTo>
                <a:lnTo>
                  <a:pt x="754099" y="428095"/>
                </a:lnTo>
                <a:lnTo>
                  <a:pt x="744436" y="476676"/>
                </a:lnTo>
                <a:lnTo>
                  <a:pt x="728514" y="523580"/>
                </a:lnTo>
                <a:lnTo>
                  <a:pt x="706606" y="568004"/>
                </a:lnTo>
                <a:lnTo>
                  <a:pt x="679088" y="609188"/>
                </a:lnTo>
                <a:lnTo>
                  <a:pt x="646429" y="646429"/>
                </a:lnTo>
                <a:lnTo>
                  <a:pt x="609188" y="679088"/>
                </a:lnTo>
                <a:lnTo>
                  <a:pt x="568004" y="706606"/>
                </a:lnTo>
                <a:lnTo>
                  <a:pt x="523580" y="728514"/>
                </a:lnTo>
                <a:lnTo>
                  <a:pt x="476676" y="744436"/>
                </a:lnTo>
                <a:lnTo>
                  <a:pt x="428095" y="754099"/>
                </a:lnTo>
                <a:lnTo>
                  <a:pt x="378669" y="757338"/>
                </a:lnTo>
                <a:lnTo>
                  <a:pt x="329243" y="754099"/>
                </a:lnTo>
                <a:lnTo>
                  <a:pt x="280662" y="744436"/>
                </a:lnTo>
                <a:lnTo>
                  <a:pt x="233759" y="728514"/>
                </a:lnTo>
                <a:lnTo>
                  <a:pt x="189335" y="706606"/>
                </a:lnTo>
                <a:lnTo>
                  <a:pt x="148150" y="679088"/>
                </a:lnTo>
                <a:lnTo>
                  <a:pt x="110910" y="646429"/>
                </a:lnTo>
                <a:lnTo>
                  <a:pt x="78251" y="609188"/>
                </a:lnTo>
                <a:lnTo>
                  <a:pt x="50732" y="568004"/>
                </a:lnTo>
                <a:lnTo>
                  <a:pt x="28824" y="523580"/>
                </a:lnTo>
                <a:lnTo>
                  <a:pt x="12903" y="476676"/>
                </a:lnTo>
                <a:lnTo>
                  <a:pt x="3240" y="428095"/>
                </a:lnTo>
                <a:lnTo>
                  <a:pt x="0" y="378669"/>
                </a:lnTo>
                <a:lnTo>
                  <a:pt x="3240" y="329243"/>
                </a:lnTo>
                <a:lnTo>
                  <a:pt x="12903" y="280662"/>
                </a:lnTo>
                <a:lnTo>
                  <a:pt x="28824" y="233759"/>
                </a:lnTo>
                <a:lnTo>
                  <a:pt x="50732" y="189335"/>
                </a:lnTo>
                <a:lnTo>
                  <a:pt x="78251" y="148150"/>
                </a:lnTo>
                <a:lnTo>
                  <a:pt x="110910" y="110910"/>
                </a:lnTo>
                <a:lnTo>
                  <a:pt x="148150" y="78251"/>
                </a:lnTo>
                <a:lnTo>
                  <a:pt x="189335" y="50732"/>
                </a:lnTo>
                <a:lnTo>
                  <a:pt x="233759" y="28824"/>
                </a:lnTo>
                <a:lnTo>
                  <a:pt x="280662" y="12903"/>
                </a:lnTo>
                <a:lnTo>
                  <a:pt x="329243" y="3240"/>
                </a:lnTo>
                <a:lnTo>
                  <a:pt x="378669" y="0"/>
                </a:lnTo>
                <a:lnTo>
                  <a:pt x="428095" y="3240"/>
                </a:lnTo>
                <a:lnTo>
                  <a:pt x="476676" y="12903"/>
                </a:lnTo>
                <a:lnTo>
                  <a:pt x="523580" y="28824"/>
                </a:lnTo>
                <a:lnTo>
                  <a:pt x="568004" y="50732"/>
                </a:lnTo>
                <a:lnTo>
                  <a:pt x="609188" y="78251"/>
                </a:lnTo>
                <a:lnTo>
                  <a:pt x="646429" y="110910"/>
                </a:lnTo>
                <a:lnTo>
                  <a:pt x="679088" y="148150"/>
                </a:lnTo>
                <a:lnTo>
                  <a:pt x="706606" y="189335"/>
                </a:lnTo>
                <a:lnTo>
                  <a:pt x="728514" y="233759"/>
                </a:lnTo>
                <a:lnTo>
                  <a:pt x="744436" y="280662"/>
                </a:lnTo>
                <a:lnTo>
                  <a:pt x="754099" y="329243"/>
                </a:lnTo>
                <a:close/>
              </a:path>
            </a:pathLst>
          </a:custGeom>
          <a:solidFill>
            <a:srgbClr val="A6A6A6"/>
          </a:solidFill>
          <a:ln/>
        </p:spPr>
      </p:sp>
      <p:sp>
        <p:nvSpPr>
          <p:cNvPr id="253" name="Shape 251"/>
          <p:cNvSpPr/>
          <p:nvPr/>
        </p:nvSpPr>
        <p:spPr>
          <a:xfrm>
            <a:off x="9615615" y="2276559"/>
            <a:ext cx="686768" cy="686768"/>
          </a:xfrm>
          <a:custGeom>
            <a:avLst/>
            <a:gdLst/>
            <a:ahLst/>
            <a:cxnLst/>
            <a:rect l="l" t="t" r="r" b="b"/>
            <a:pathLst>
              <a:path w="686768" h="686768">
                <a:moveTo>
                  <a:pt x="686768" y="343384"/>
                </a:moveTo>
                <a:lnTo>
                  <a:pt x="683830" y="388205"/>
                </a:lnTo>
                <a:lnTo>
                  <a:pt x="675068" y="432258"/>
                </a:lnTo>
                <a:lnTo>
                  <a:pt x="660630" y="474791"/>
                </a:lnTo>
                <a:lnTo>
                  <a:pt x="640763" y="515076"/>
                </a:lnTo>
                <a:lnTo>
                  <a:pt x="615809" y="552423"/>
                </a:lnTo>
                <a:lnTo>
                  <a:pt x="586193" y="586193"/>
                </a:lnTo>
                <a:lnTo>
                  <a:pt x="552423" y="615809"/>
                </a:lnTo>
                <a:lnTo>
                  <a:pt x="515076" y="640763"/>
                </a:lnTo>
                <a:lnTo>
                  <a:pt x="474791" y="660630"/>
                </a:lnTo>
                <a:lnTo>
                  <a:pt x="432258" y="675068"/>
                </a:lnTo>
                <a:lnTo>
                  <a:pt x="388205" y="683830"/>
                </a:lnTo>
                <a:lnTo>
                  <a:pt x="343384" y="686768"/>
                </a:lnTo>
                <a:lnTo>
                  <a:pt x="298563" y="683830"/>
                </a:lnTo>
                <a:lnTo>
                  <a:pt x="254510" y="675068"/>
                </a:lnTo>
                <a:lnTo>
                  <a:pt x="211977" y="660630"/>
                </a:lnTo>
                <a:lnTo>
                  <a:pt x="171692" y="640763"/>
                </a:lnTo>
                <a:lnTo>
                  <a:pt x="134345" y="615809"/>
                </a:lnTo>
                <a:lnTo>
                  <a:pt x="100575" y="586193"/>
                </a:lnTo>
                <a:lnTo>
                  <a:pt x="70959" y="552423"/>
                </a:lnTo>
                <a:lnTo>
                  <a:pt x="46005" y="515076"/>
                </a:lnTo>
                <a:lnTo>
                  <a:pt x="26139" y="474791"/>
                </a:lnTo>
                <a:lnTo>
                  <a:pt x="11701" y="432258"/>
                </a:lnTo>
                <a:lnTo>
                  <a:pt x="2938" y="388205"/>
                </a:lnTo>
                <a:lnTo>
                  <a:pt x="0" y="343384"/>
                </a:lnTo>
                <a:lnTo>
                  <a:pt x="2938" y="298563"/>
                </a:lnTo>
                <a:lnTo>
                  <a:pt x="11701" y="254510"/>
                </a:lnTo>
                <a:lnTo>
                  <a:pt x="26139" y="211977"/>
                </a:lnTo>
                <a:lnTo>
                  <a:pt x="46005" y="171692"/>
                </a:lnTo>
                <a:lnTo>
                  <a:pt x="70959" y="134345"/>
                </a:lnTo>
                <a:lnTo>
                  <a:pt x="100575" y="100575"/>
                </a:lnTo>
                <a:lnTo>
                  <a:pt x="134345" y="70959"/>
                </a:lnTo>
                <a:lnTo>
                  <a:pt x="171692" y="46005"/>
                </a:lnTo>
                <a:lnTo>
                  <a:pt x="211977" y="26139"/>
                </a:lnTo>
                <a:lnTo>
                  <a:pt x="254510" y="11701"/>
                </a:lnTo>
                <a:lnTo>
                  <a:pt x="298563" y="2938"/>
                </a:lnTo>
                <a:lnTo>
                  <a:pt x="343384" y="0"/>
                </a:lnTo>
                <a:lnTo>
                  <a:pt x="388205" y="2938"/>
                </a:lnTo>
                <a:lnTo>
                  <a:pt x="432258" y="11701"/>
                </a:lnTo>
                <a:lnTo>
                  <a:pt x="474791" y="26139"/>
                </a:lnTo>
                <a:lnTo>
                  <a:pt x="515076" y="46005"/>
                </a:lnTo>
                <a:lnTo>
                  <a:pt x="552423" y="70959"/>
                </a:lnTo>
                <a:lnTo>
                  <a:pt x="586193" y="100575"/>
                </a:lnTo>
                <a:lnTo>
                  <a:pt x="615809" y="134345"/>
                </a:lnTo>
                <a:lnTo>
                  <a:pt x="640763" y="171692"/>
                </a:lnTo>
                <a:lnTo>
                  <a:pt x="660630" y="211977"/>
                </a:lnTo>
                <a:lnTo>
                  <a:pt x="675068" y="254510"/>
                </a:lnTo>
                <a:lnTo>
                  <a:pt x="683830" y="298563"/>
                </a:lnTo>
                <a:close/>
              </a:path>
            </a:pathLst>
          </a:custGeom>
          <a:solidFill>
            <a:srgbClr val="ADADAD"/>
          </a:solidFill>
          <a:ln/>
        </p:spPr>
      </p:sp>
      <p:sp>
        <p:nvSpPr>
          <p:cNvPr id="254" name="Shape 252"/>
          <p:cNvSpPr/>
          <p:nvPr/>
        </p:nvSpPr>
        <p:spPr>
          <a:xfrm>
            <a:off x="9641864" y="2300639"/>
            <a:ext cx="616198" cy="616198"/>
          </a:xfrm>
          <a:custGeom>
            <a:avLst/>
            <a:gdLst/>
            <a:ahLst/>
            <a:cxnLst/>
            <a:rect l="l" t="t" r="r" b="b"/>
            <a:pathLst>
              <a:path w="616198" h="616198">
                <a:moveTo>
                  <a:pt x="616198" y="308099"/>
                </a:moveTo>
                <a:lnTo>
                  <a:pt x="613562" y="348314"/>
                </a:lnTo>
                <a:lnTo>
                  <a:pt x="605700" y="387841"/>
                </a:lnTo>
                <a:lnTo>
                  <a:pt x="592745" y="426003"/>
                </a:lnTo>
                <a:lnTo>
                  <a:pt x="574921" y="462149"/>
                </a:lnTo>
                <a:lnTo>
                  <a:pt x="552530" y="495658"/>
                </a:lnTo>
                <a:lnTo>
                  <a:pt x="525958" y="525958"/>
                </a:lnTo>
                <a:lnTo>
                  <a:pt x="495658" y="552530"/>
                </a:lnTo>
                <a:lnTo>
                  <a:pt x="462149" y="574921"/>
                </a:lnTo>
                <a:lnTo>
                  <a:pt x="426003" y="592745"/>
                </a:lnTo>
                <a:lnTo>
                  <a:pt x="387841" y="605700"/>
                </a:lnTo>
                <a:lnTo>
                  <a:pt x="348314" y="613562"/>
                </a:lnTo>
                <a:lnTo>
                  <a:pt x="308099" y="616198"/>
                </a:lnTo>
                <a:lnTo>
                  <a:pt x="267884" y="613562"/>
                </a:lnTo>
                <a:lnTo>
                  <a:pt x="228357" y="605700"/>
                </a:lnTo>
                <a:lnTo>
                  <a:pt x="190195" y="592745"/>
                </a:lnTo>
                <a:lnTo>
                  <a:pt x="154050" y="574921"/>
                </a:lnTo>
                <a:lnTo>
                  <a:pt x="120540" y="552530"/>
                </a:lnTo>
                <a:lnTo>
                  <a:pt x="90240" y="525958"/>
                </a:lnTo>
                <a:lnTo>
                  <a:pt x="63668" y="495658"/>
                </a:lnTo>
                <a:lnTo>
                  <a:pt x="41277" y="462149"/>
                </a:lnTo>
                <a:lnTo>
                  <a:pt x="23453" y="426003"/>
                </a:lnTo>
                <a:lnTo>
                  <a:pt x="10498" y="387841"/>
                </a:lnTo>
                <a:lnTo>
                  <a:pt x="2636" y="348314"/>
                </a:lnTo>
                <a:lnTo>
                  <a:pt x="0" y="308099"/>
                </a:lnTo>
                <a:lnTo>
                  <a:pt x="2636" y="267884"/>
                </a:lnTo>
                <a:lnTo>
                  <a:pt x="10498" y="228357"/>
                </a:lnTo>
                <a:lnTo>
                  <a:pt x="23453" y="190195"/>
                </a:lnTo>
                <a:lnTo>
                  <a:pt x="41277" y="154050"/>
                </a:lnTo>
                <a:lnTo>
                  <a:pt x="63668" y="120540"/>
                </a:lnTo>
                <a:lnTo>
                  <a:pt x="90240" y="90240"/>
                </a:lnTo>
                <a:lnTo>
                  <a:pt x="120540" y="63668"/>
                </a:lnTo>
                <a:lnTo>
                  <a:pt x="154050" y="41277"/>
                </a:lnTo>
                <a:lnTo>
                  <a:pt x="190195" y="23453"/>
                </a:lnTo>
                <a:lnTo>
                  <a:pt x="228357" y="10498"/>
                </a:lnTo>
                <a:lnTo>
                  <a:pt x="267884" y="2636"/>
                </a:lnTo>
                <a:lnTo>
                  <a:pt x="308099" y="0"/>
                </a:lnTo>
                <a:lnTo>
                  <a:pt x="348314" y="2636"/>
                </a:lnTo>
                <a:lnTo>
                  <a:pt x="387841" y="10498"/>
                </a:lnTo>
                <a:lnTo>
                  <a:pt x="426003" y="23453"/>
                </a:lnTo>
                <a:lnTo>
                  <a:pt x="462149" y="41277"/>
                </a:lnTo>
                <a:lnTo>
                  <a:pt x="495658" y="63668"/>
                </a:lnTo>
                <a:lnTo>
                  <a:pt x="525958" y="90240"/>
                </a:lnTo>
                <a:lnTo>
                  <a:pt x="552530" y="120540"/>
                </a:lnTo>
                <a:lnTo>
                  <a:pt x="574921" y="154050"/>
                </a:lnTo>
                <a:lnTo>
                  <a:pt x="592745" y="190195"/>
                </a:lnTo>
                <a:lnTo>
                  <a:pt x="605700" y="228357"/>
                </a:lnTo>
                <a:lnTo>
                  <a:pt x="613562" y="267884"/>
                </a:lnTo>
                <a:close/>
              </a:path>
            </a:pathLst>
          </a:custGeom>
          <a:solidFill>
            <a:srgbClr val="B4B4B4"/>
          </a:solidFill>
          <a:ln/>
        </p:spPr>
      </p:sp>
      <p:sp>
        <p:nvSpPr>
          <p:cNvPr id="255" name="Shape 253"/>
          <p:cNvSpPr/>
          <p:nvPr/>
        </p:nvSpPr>
        <p:spPr>
          <a:xfrm>
            <a:off x="9668113" y="2324719"/>
            <a:ext cx="545628" cy="545628"/>
          </a:xfrm>
          <a:custGeom>
            <a:avLst/>
            <a:gdLst/>
            <a:ahLst/>
            <a:cxnLst/>
            <a:rect l="l" t="t" r="r" b="b"/>
            <a:pathLst>
              <a:path w="545628" h="545628">
                <a:moveTo>
                  <a:pt x="545628" y="272814"/>
                </a:moveTo>
                <a:lnTo>
                  <a:pt x="543294" y="308423"/>
                </a:lnTo>
                <a:lnTo>
                  <a:pt x="536332" y="343423"/>
                </a:lnTo>
                <a:lnTo>
                  <a:pt x="524861" y="377215"/>
                </a:lnTo>
                <a:lnTo>
                  <a:pt x="509078" y="409221"/>
                </a:lnTo>
                <a:lnTo>
                  <a:pt x="489252" y="438893"/>
                </a:lnTo>
                <a:lnTo>
                  <a:pt x="465723" y="465723"/>
                </a:lnTo>
                <a:lnTo>
                  <a:pt x="438893" y="489252"/>
                </a:lnTo>
                <a:lnTo>
                  <a:pt x="409221" y="509078"/>
                </a:lnTo>
                <a:lnTo>
                  <a:pt x="377215" y="524861"/>
                </a:lnTo>
                <a:lnTo>
                  <a:pt x="343423" y="536332"/>
                </a:lnTo>
                <a:lnTo>
                  <a:pt x="308423" y="543294"/>
                </a:lnTo>
                <a:lnTo>
                  <a:pt x="272814" y="545628"/>
                </a:lnTo>
                <a:lnTo>
                  <a:pt x="237205" y="543294"/>
                </a:lnTo>
                <a:lnTo>
                  <a:pt x="202204" y="536332"/>
                </a:lnTo>
                <a:lnTo>
                  <a:pt x="168413" y="524861"/>
                </a:lnTo>
                <a:lnTo>
                  <a:pt x="136407" y="509078"/>
                </a:lnTo>
                <a:lnTo>
                  <a:pt x="106735" y="489252"/>
                </a:lnTo>
                <a:lnTo>
                  <a:pt x="79905" y="465723"/>
                </a:lnTo>
                <a:lnTo>
                  <a:pt x="56376" y="438893"/>
                </a:lnTo>
                <a:lnTo>
                  <a:pt x="36550" y="409221"/>
                </a:lnTo>
                <a:lnTo>
                  <a:pt x="20767" y="377215"/>
                </a:lnTo>
                <a:lnTo>
                  <a:pt x="9296" y="343423"/>
                </a:lnTo>
                <a:lnTo>
                  <a:pt x="2334" y="308423"/>
                </a:lnTo>
                <a:lnTo>
                  <a:pt x="0" y="272814"/>
                </a:lnTo>
                <a:lnTo>
                  <a:pt x="2334" y="237205"/>
                </a:lnTo>
                <a:lnTo>
                  <a:pt x="9296" y="202204"/>
                </a:lnTo>
                <a:lnTo>
                  <a:pt x="20767" y="168413"/>
                </a:lnTo>
                <a:lnTo>
                  <a:pt x="36550" y="136407"/>
                </a:lnTo>
                <a:lnTo>
                  <a:pt x="56376" y="106735"/>
                </a:lnTo>
                <a:lnTo>
                  <a:pt x="79905" y="79905"/>
                </a:lnTo>
                <a:lnTo>
                  <a:pt x="106735" y="56376"/>
                </a:lnTo>
                <a:lnTo>
                  <a:pt x="136407" y="36550"/>
                </a:lnTo>
                <a:lnTo>
                  <a:pt x="168413" y="20767"/>
                </a:lnTo>
                <a:lnTo>
                  <a:pt x="202204" y="9296"/>
                </a:lnTo>
                <a:lnTo>
                  <a:pt x="237205" y="2334"/>
                </a:lnTo>
                <a:lnTo>
                  <a:pt x="272814" y="0"/>
                </a:lnTo>
                <a:lnTo>
                  <a:pt x="308423" y="2334"/>
                </a:lnTo>
                <a:lnTo>
                  <a:pt x="343423" y="9296"/>
                </a:lnTo>
                <a:lnTo>
                  <a:pt x="377215" y="20767"/>
                </a:lnTo>
                <a:lnTo>
                  <a:pt x="409221" y="36550"/>
                </a:lnTo>
                <a:lnTo>
                  <a:pt x="438893" y="56376"/>
                </a:lnTo>
                <a:lnTo>
                  <a:pt x="465723" y="79905"/>
                </a:lnTo>
                <a:lnTo>
                  <a:pt x="489252" y="106735"/>
                </a:lnTo>
                <a:lnTo>
                  <a:pt x="509078" y="136407"/>
                </a:lnTo>
                <a:lnTo>
                  <a:pt x="524861" y="168413"/>
                </a:lnTo>
                <a:lnTo>
                  <a:pt x="536332" y="202204"/>
                </a:lnTo>
                <a:lnTo>
                  <a:pt x="543294" y="237205"/>
                </a:lnTo>
                <a:close/>
              </a:path>
            </a:pathLst>
          </a:custGeom>
          <a:solidFill>
            <a:srgbClr val="BBBBBB"/>
          </a:solidFill>
          <a:ln/>
        </p:spPr>
      </p:sp>
      <p:sp>
        <p:nvSpPr>
          <p:cNvPr id="256" name="Shape 254"/>
          <p:cNvSpPr/>
          <p:nvPr/>
        </p:nvSpPr>
        <p:spPr>
          <a:xfrm>
            <a:off x="9694361" y="2348799"/>
            <a:ext cx="475058" cy="475058"/>
          </a:xfrm>
          <a:custGeom>
            <a:avLst/>
            <a:gdLst/>
            <a:ahLst/>
            <a:cxnLst/>
            <a:rect l="l" t="t" r="r" b="b"/>
            <a:pathLst>
              <a:path w="475058" h="475058">
                <a:moveTo>
                  <a:pt x="475058" y="237529"/>
                </a:moveTo>
                <a:lnTo>
                  <a:pt x="473026" y="268533"/>
                </a:lnTo>
                <a:lnTo>
                  <a:pt x="466964" y="299006"/>
                </a:lnTo>
                <a:lnTo>
                  <a:pt x="456977" y="328427"/>
                </a:lnTo>
                <a:lnTo>
                  <a:pt x="443235" y="356293"/>
                </a:lnTo>
                <a:lnTo>
                  <a:pt x="425973" y="382127"/>
                </a:lnTo>
                <a:lnTo>
                  <a:pt x="405487" y="405487"/>
                </a:lnTo>
                <a:lnTo>
                  <a:pt x="382127" y="425973"/>
                </a:lnTo>
                <a:lnTo>
                  <a:pt x="356293" y="443235"/>
                </a:lnTo>
                <a:lnTo>
                  <a:pt x="328427" y="456977"/>
                </a:lnTo>
                <a:lnTo>
                  <a:pt x="299006" y="466964"/>
                </a:lnTo>
                <a:lnTo>
                  <a:pt x="268533" y="473026"/>
                </a:lnTo>
                <a:lnTo>
                  <a:pt x="237529" y="475058"/>
                </a:lnTo>
                <a:lnTo>
                  <a:pt x="206525" y="473026"/>
                </a:lnTo>
                <a:lnTo>
                  <a:pt x="176052" y="466964"/>
                </a:lnTo>
                <a:lnTo>
                  <a:pt x="146630" y="456977"/>
                </a:lnTo>
                <a:lnTo>
                  <a:pt x="118764" y="443235"/>
                </a:lnTo>
                <a:lnTo>
                  <a:pt x="92930" y="425973"/>
                </a:lnTo>
                <a:lnTo>
                  <a:pt x="69571" y="405487"/>
                </a:lnTo>
                <a:lnTo>
                  <a:pt x="49085" y="382127"/>
                </a:lnTo>
                <a:lnTo>
                  <a:pt x="31823" y="356293"/>
                </a:lnTo>
                <a:lnTo>
                  <a:pt x="18081" y="328427"/>
                </a:lnTo>
                <a:lnTo>
                  <a:pt x="8094" y="299006"/>
                </a:lnTo>
                <a:lnTo>
                  <a:pt x="2032" y="268533"/>
                </a:lnTo>
                <a:lnTo>
                  <a:pt x="0" y="237529"/>
                </a:lnTo>
                <a:lnTo>
                  <a:pt x="2032" y="206525"/>
                </a:lnTo>
                <a:lnTo>
                  <a:pt x="8094" y="176052"/>
                </a:lnTo>
                <a:lnTo>
                  <a:pt x="18081" y="146630"/>
                </a:lnTo>
                <a:lnTo>
                  <a:pt x="31823" y="118764"/>
                </a:lnTo>
                <a:lnTo>
                  <a:pt x="49085" y="92930"/>
                </a:lnTo>
                <a:lnTo>
                  <a:pt x="69571" y="69571"/>
                </a:lnTo>
                <a:lnTo>
                  <a:pt x="92930" y="49085"/>
                </a:lnTo>
                <a:lnTo>
                  <a:pt x="118764" y="31823"/>
                </a:lnTo>
                <a:lnTo>
                  <a:pt x="146630" y="18081"/>
                </a:lnTo>
                <a:lnTo>
                  <a:pt x="176052" y="8094"/>
                </a:lnTo>
                <a:lnTo>
                  <a:pt x="206525" y="2032"/>
                </a:lnTo>
                <a:lnTo>
                  <a:pt x="237529" y="0"/>
                </a:lnTo>
                <a:lnTo>
                  <a:pt x="268533" y="2032"/>
                </a:lnTo>
                <a:lnTo>
                  <a:pt x="299006" y="8094"/>
                </a:lnTo>
                <a:lnTo>
                  <a:pt x="328427" y="18081"/>
                </a:lnTo>
                <a:lnTo>
                  <a:pt x="356293" y="31823"/>
                </a:lnTo>
                <a:lnTo>
                  <a:pt x="382127" y="49085"/>
                </a:lnTo>
                <a:lnTo>
                  <a:pt x="405487" y="69571"/>
                </a:lnTo>
                <a:lnTo>
                  <a:pt x="425973" y="92930"/>
                </a:lnTo>
                <a:lnTo>
                  <a:pt x="443235" y="118764"/>
                </a:lnTo>
                <a:lnTo>
                  <a:pt x="456977" y="146630"/>
                </a:lnTo>
                <a:lnTo>
                  <a:pt x="466964" y="176052"/>
                </a:lnTo>
                <a:lnTo>
                  <a:pt x="473026" y="206525"/>
                </a:lnTo>
                <a:close/>
              </a:path>
            </a:pathLst>
          </a:custGeom>
          <a:solidFill>
            <a:srgbClr val="C2C2C2"/>
          </a:solidFill>
          <a:ln/>
        </p:spPr>
      </p:sp>
      <p:sp>
        <p:nvSpPr>
          <p:cNvPr id="257" name="Shape 255"/>
          <p:cNvSpPr/>
          <p:nvPr/>
        </p:nvSpPr>
        <p:spPr>
          <a:xfrm>
            <a:off x="9720610" y="2372879"/>
            <a:ext cx="404488" cy="404488"/>
          </a:xfrm>
          <a:custGeom>
            <a:avLst/>
            <a:gdLst/>
            <a:ahLst/>
            <a:cxnLst/>
            <a:rect l="l" t="t" r="r" b="b"/>
            <a:pathLst>
              <a:path w="404488" h="404488">
                <a:moveTo>
                  <a:pt x="404488" y="202244"/>
                </a:moveTo>
                <a:lnTo>
                  <a:pt x="402757" y="228642"/>
                </a:lnTo>
                <a:lnTo>
                  <a:pt x="397596" y="254588"/>
                </a:lnTo>
                <a:lnTo>
                  <a:pt x="389093" y="279639"/>
                </a:lnTo>
                <a:lnTo>
                  <a:pt x="377392" y="303366"/>
                </a:lnTo>
                <a:lnTo>
                  <a:pt x="362695" y="325362"/>
                </a:lnTo>
                <a:lnTo>
                  <a:pt x="345252" y="345252"/>
                </a:lnTo>
                <a:lnTo>
                  <a:pt x="325362" y="362695"/>
                </a:lnTo>
                <a:lnTo>
                  <a:pt x="303366" y="377392"/>
                </a:lnTo>
                <a:lnTo>
                  <a:pt x="279639" y="389093"/>
                </a:lnTo>
                <a:lnTo>
                  <a:pt x="254588" y="397596"/>
                </a:lnTo>
                <a:lnTo>
                  <a:pt x="228642" y="402757"/>
                </a:lnTo>
                <a:lnTo>
                  <a:pt x="202244" y="404488"/>
                </a:lnTo>
                <a:lnTo>
                  <a:pt x="175846" y="402757"/>
                </a:lnTo>
                <a:lnTo>
                  <a:pt x="149899" y="397596"/>
                </a:lnTo>
                <a:lnTo>
                  <a:pt x="124848" y="389093"/>
                </a:lnTo>
                <a:lnTo>
                  <a:pt x="101122" y="377392"/>
                </a:lnTo>
                <a:lnTo>
                  <a:pt x="79126" y="362695"/>
                </a:lnTo>
                <a:lnTo>
                  <a:pt x="59236" y="345252"/>
                </a:lnTo>
                <a:lnTo>
                  <a:pt x="41793" y="325362"/>
                </a:lnTo>
                <a:lnTo>
                  <a:pt x="27096" y="303366"/>
                </a:lnTo>
                <a:lnTo>
                  <a:pt x="15395" y="279639"/>
                </a:lnTo>
                <a:lnTo>
                  <a:pt x="6891" y="254588"/>
                </a:lnTo>
                <a:lnTo>
                  <a:pt x="1730" y="228642"/>
                </a:lnTo>
                <a:lnTo>
                  <a:pt x="0" y="202244"/>
                </a:lnTo>
                <a:lnTo>
                  <a:pt x="1730" y="175846"/>
                </a:lnTo>
                <a:lnTo>
                  <a:pt x="6891" y="149899"/>
                </a:lnTo>
                <a:lnTo>
                  <a:pt x="15395" y="124848"/>
                </a:lnTo>
                <a:lnTo>
                  <a:pt x="27096" y="101122"/>
                </a:lnTo>
                <a:lnTo>
                  <a:pt x="41793" y="79126"/>
                </a:lnTo>
                <a:lnTo>
                  <a:pt x="59236" y="59236"/>
                </a:lnTo>
                <a:lnTo>
                  <a:pt x="79126" y="41793"/>
                </a:lnTo>
                <a:lnTo>
                  <a:pt x="101122" y="27096"/>
                </a:lnTo>
                <a:lnTo>
                  <a:pt x="124848" y="15395"/>
                </a:lnTo>
                <a:lnTo>
                  <a:pt x="149899" y="6891"/>
                </a:lnTo>
                <a:lnTo>
                  <a:pt x="175846" y="1730"/>
                </a:lnTo>
                <a:lnTo>
                  <a:pt x="202244" y="0"/>
                </a:lnTo>
                <a:lnTo>
                  <a:pt x="228642" y="1730"/>
                </a:lnTo>
                <a:lnTo>
                  <a:pt x="254588" y="6891"/>
                </a:lnTo>
                <a:lnTo>
                  <a:pt x="279639" y="15395"/>
                </a:lnTo>
                <a:lnTo>
                  <a:pt x="303366" y="27096"/>
                </a:lnTo>
                <a:lnTo>
                  <a:pt x="325362" y="41793"/>
                </a:lnTo>
                <a:lnTo>
                  <a:pt x="345252" y="59236"/>
                </a:lnTo>
                <a:lnTo>
                  <a:pt x="362695" y="79126"/>
                </a:lnTo>
                <a:lnTo>
                  <a:pt x="377392" y="101122"/>
                </a:lnTo>
                <a:lnTo>
                  <a:pt x="389093" y="124848"/>
                </a:lnTo>
                <a:lnTo>
                  <a:pt x="397596" y="149899"/>
                </a:lnTo>
                <a:lnTo>
                  <a:pt x="402757" y="175846"/>
                </a:lnTo>
                <a:close/>
              </a:path>
            </a:pathLst>
          </a:custGeom>
          <a:solidFill>
            <a:srgbClr val="C9C9C9"/>
          </a:solidFill>
          <a:ln/>
        </p:spPr>
      </p:sp>
      <p:sp>
        <p:nvSpPr>
          <p:cNvPr id="258" name="Shape 256"/>
          <p:cNvSpPr/>
          <p:nvPr/>
        </p:nvSpPr>
        <p:spPr>
          <a:xfrm>
            <a:off x="9746859" y="2396959"/>
            <a:ext cx="333917" cy="333917"/>
          </a:xfrm>
          <a:custGeom>
            <a:avLst/>
            <a:gdLst/>
            <a:ahLst/>
            <a:cxnLst/>
            <a:rect l="l" t="t" r="r" b="b"/>
            <a:pathLst>
              <a:path w="333917" h="333917">
                <a:moveTo>
                  <a:pt x="333917" y="166959"/>
                </a:moveTo>
                <a:lnTo>
                  <a:pt x="332489" y="188751"/>
                </a:lnTo>
                <a:lnTo>
                  <a:pt x="328228" y="210171"/>
                </a:lnTo>
                <a:lnTo>
                  <a:pt x="321208" y="230851"/>
                </a:lnTo>
                <a:lnTo>
                  <a:pt x="311549" y="250438"/>
                </a:lnTo>
                <a:lnTo>
                  <a:pt x="299416" y="268597"/>
                </a:lnTo>
                <a:lnTo>
                  <a:pt x="285016" y="285016"/>
                </a:lnTo>
                <a:lnTo>
                  <a:pt x="268597" y="299416"/>
                </a:lnTo>
                <a:lnTo>
                  <a:pt x="250438" y="311549"/>
                </a:lnTo>
                <a:lnTo>
                  <a:pt x="230851" y="321208"/>
                </a:lnTo>
                <a:lnTo>
                  <a:pt x="210171" y="328228"/>
                </a:lnTo>
                <a:lnTo>
                  <a:pt x="188751" y="332489"/>
                </a:lnTo>
                <a:lnTo>
                  <a:pt x="166959" y="333917"/>
                </a:lnTo>
                <a:lnTo>
                  <a:pt x="145166" y="332489"/>
                </a:lnTo>
                <a:lnTo>
                  <a:pt x="123747" y="328228"/>
                </a:lnTo>
                <a:lnTo>
                  <a:pt x="103066" y="321208"/>
                </a:lnTo>
                <a:lnTo>
                  <a:pt x="83479" y="311549"/>
                </a:lnTo>
                <a:lnTo>
                  <a:pt x="65321" y="299416"/>
                </a:lnTo>
                <a:lnTo>
                  <a:pt x="48901" y="285016"/>
                </a:lnTo>
                <a:lnTo>
                  <a:pt x="34501" y="268597"/>
                </a:lnTo>
                <a:lnTo>
                  <a:pt x="22368" y="250438"/>
                </a:lnTo>
                <a:lnTo>
                  <a:pt x="12709" y="230851"/>
                </a:lnTo>
                <a:lnTo>
                  <a:pt x="5689" y="210171"/>
                </a:lnTo>
                <a:lnTo>
                  <a:pt x="1428" y="188751"/>
                </a:lnTo>
                <a:lnTo>
                  <a:pt x="0" y="166959"/>
                </a:lnTo>
                <a:lnTo>
                  <a:pt x="1428" y="145166"/>
                </a:lnTo>
                <a:lnTo>
                  <a:pt x="5689" y="123747"/>
                </a:lnTo>
                <a:lnTo>
                  <a:pt x="12709" y="103066"/>
                </a:lnTo>
                <a:lnTo>
                  <a:pt x="22368" y="83479"/>
                </a:lnTo>
                <a:lnTo>
                  <a:pt x="34501" y="65321"/>
                </a:lnTo>
                <a:lnTo>
                  <a:pt x="48901" y="48901"/>
                </a:lnTo>
                <a:lnTo>
                  <a:pt x="65321" y="34501"/>
                </a:lnTo>
                <a:lnTo>
                  <a:pt x="83479" y="22368"/>
                </a:lnTo>
                <a:lnTo>
                  <a:pt x="103066" y="12709"/>
                </a:lnTo>
                <a:lnTo>
                  <a:pt x="123747" y="5689"/>
                </a:lnTo>
                <a:lnTo>
                  <a:pt x="145166" y="1428"/>
                </a:lnTo>
                <a:lnTo>
                  <a:pt x="166959" y="0"/>
                </a:lnTo>
                <a:lnTo>
                  <a:pt x="188751" y="1428"/>
                </a:lnTo>
                <a:lnTo>
                  <a:pt x="210171" y="5689"/>
                </a:lnTo>
                <a:lnTo>
                  <a:pt x="230851" y="12709"/>
                </a:lnTo>
                <a:lnTo>
                  <a:pt x="250438" y="22368"/>
                </a:lnTo>
                <a:lnTo>
                  <a:pt x="268597" y="34501"/>
                </a:lnTo>
                <a:lnTo>
                  <a:pt x="285016" y="48901"/>
                </a:lnTo>
                <a:lnTo>
                  <a:pt x="299416" y="65321"/>
                </a:lnTo>
                <a:lnTo>
                  <a:pt x="311549" y="83479"/>
                </a:lnTo>
                <a:lnTo>
                  <a:pt x="321208" y="103066"/>
                </a:lnTo>
                <a:lnTo>
                  <a:pt x="328228" y="123747"/>
                </a:lnTo>
                <a:lnTo>
                  <a:pt x="332489" y="145166"/>
                </a:lnTo>
                <a:close/>
              </a:path>
            </a:pathLst>
          </a:custGeom>
          <a:solidFill>
            <a:srgbClr val="D0D0D0"/>
          </a:solidFill>
          <a:ln/>
        </p:spPr>
      </p:sp>
      <p:sp>
        <p:nvSpPr>
          <p:cNvPr id="259" name="Shape 257"/>
          <p:cNvSpPr/>
          <p:nvPr/>
        </p:nvSpPr>
        <p:spPr>
          <a:xfrm>
            <a:off x="9773107" y="2421039"/>
            <a:ext cx="263347" cy="263347"/>
          </a:xfrm>
          <a:custGeom>
            <a:avLst/>
            <a:gdLst/>
            <a:ahLst/>
            <a:cxnLst/>
            <a:rect l="l" t="t" r="r" b="b"/>
            <a:pathLst>
              <a:path w="263347" h="263347">
                <a:moveTo>
                  <a:pt x="263347" y="131674"/>
                </a:moveTo>
                <a:lnTo>
                  <a:pt x="262221" y="148860"/>
                </a:lnTo>
                <a:lnTo>
                  <a:pt x="258861" y="165753"/>
                </a:lnTo>
                <a:lnTo>
                  <a:pt x="253324" y="182063"/>
                </a:lnTo>
                <a:lnTo>
                  <a:pt x="245706" y="197510"/>
                </a:lnTo>
                <a:lnTo>
                  <a:pt x="236137" y="211831"/>
                </a:lnTo>
                <a:lnTo>
                  <a:pt x="224781" y="224781"/>
                </a:lnTo>
                <a:lnTo>
                  <a:pt x="211831" y="236137"/>
                </a:lnTo>
                <a:lnTo>
                  <a:pt x="197510" y="245706"/>
                </a:lnTo>
                <a:lnTo>
                  <a:pt x="182063" y="253324"/>
                </a:lnTo>
                <a:lnTo>
                  <a:pt x="165753" y="258861"/>
                </a:lnTo>
                <a:lnTo>
                  <a:pt x="148860" y="262221"/>
                </a:lnTo>
                <a:lnTo>
                  <a:pt x="131674" y="263347"/>
                </a:lnTo>
                <a:lnTo>
                  <a:pt x="114487" y="262221"/>
                </a:lnTo>
                <a:lnTo>
                  <a:pt x="97594" y="258861"/>
                </a:lnTo>
                <a:lnTo>
                  <a:pt x="81284" y="253324"/>
                </a:lnTo>
                <a:lnTo>
                  <a:pt x="65837" y="245706"/>
                </a:lnTo>
                <a:lnTo>
                  <a:pt x="51516" y="236137"/>
                </a:lnTo>
                <a:lnTo>
                  <a:pt x="38566" y="224781"/>
                </a:lnTo>
                <a:lnTo>
                  <a:pt x="27210" y="211831"/>
                </a:lnTo>
                <a:lnTo>
                  <a:pt x="17641" y="197510"/>
                </a:lnTo>
                <a:lnTo>
                  <a:pt x="10023" y="182063"/>
                </a:lnTo>
                <a:lnTo>
                  <a:pt x="4487" y="165753"/>
                </a:lnTo>
                <a:lnTo>
                  <a:pt x="1126" y="148860"/>
                </a:lnTo>
                <a:lnTo>
                  <a:pt x="0" y="131674"/>
                </a:lnTo>
                <a:lnTo>
                  <a:pt x="1126" y="114487"/>
                </a:lnTo>
                <a:lnTo>
                  <a:pt x="4487" y="97594"/>
                </a:lnTo>
                <a:lnTo>
                  <a:pt x="10023" y="81284"/>
                </a:lnTo>
                <a:lnTo>
                  <a:pt x="17641" y="65837"/>
                </a:lnTo>
                <a:lnTo>
                  <a:pt x="27210" y="51516"/>
                </a:lnTo>
                <a:lnTo>
                  <a:pt x="38566" y="38566"/>
                </a:lnTo>
                <a:lnTo>
                  <a:pt x="51516" y="27210"/>
                </a:lnTo>
                <a:lnTo>
                  <a:pt x="65837" y="17641"/>
                </a:lnTo>
                <a:lnTo>
                  <a:pt x="81284" y="10023"/>
                </a:lnTo>
                <a:lnTo>
                  <a:pt x="97594" y="4487"/>
                </a:lnTo>
                <a:lnTo>
                  <a:pt x="114487" y="1126"/>
                </a:lnTo>
                <a:lnTo>
                  <a:pt x="131674" y="0"/>
                </a:lnTo>
                <a:lnTo>
                  <a:pt x="148860" y="1126"/>
                </a:lnTo>
                <a:lnTo>
                  <a:pt x="165753" y="4487"/>
                </a:lnTo>
                <a:lnTo>
                  <a:pt x="182063" y="10023"/>
                </a:lnTo>
                <a:lnTo>
                  <a:pt x="197510" y="17641"/>
                </a:lnTo>
                <a:lnTo>
                  <a:pt x="211831" y="27210"/>
                </a:lnTo>
                <a:lnTo>
                  <a:pt x="224781" y="38566"/>
                </a:lnTo>
                <a:lnTo>
                  <a:pt x="236137" y="51516"/>
                </a:lnTo>
                <a:lnTo>
                  <a:pt x="245706" y="65837"/>
                </a:lnTo>
                <a:lnTo>
                  <a:pt x="253324" y="81284"/>
                </a:lnTo>
                <a:lnTo>
                  <a:pt x="258861" y="97594"/>
                </a:lnTo>
                <a:lnTo>
                  <a:pt x="262221" y="114487"/>
                </a:lnTo>
                <a:close/>
              </a:path>
            </a:pathLst>
          </a:custGeom>
          <a:solidFill>
            <a:srgbClr val="D7D7D7"/>
          </a:solidFill>
          <a:ln/>
        </p:spPr>
      </p:sp>
      <p:sp>
        <p:nvSpPr>
          <p:cNvPr id="260" name="Shape 258"/>
          <p:cNvSpPr/>
          <p:nvPr/>
        </p:nvSpPr>
        <p:spPr>
          <a:xfrm>
            <a:off x="9326880" y="2011680"/>
            <a:ext cx="1463040" cy="1463040"/>
          </a:xfrm>
          <a:custGeom>
            <a:avLst/>
            <a:gdLst/>
            <a:ahLst/>
            <a:cxnLst/>
            <a:rect l="l" t="t" r="r" b="b"/>
            <a:pathLst>
              <a:path w="1463040" h="1463040">
                <a:moveTo>
                  <a:pt x="1463040" y="731520"/>
                </a:moveTo>
                <a:lnTo>
                  <a:pt x="1456782" y="827003"/>
                </a:lnTo>
                <a:lnTo>
                  <a:pt x="1438114" y="920851"/>
                </a:lnTo>
                <a:lnTo>
                  <a:pt x="1407356" y="1011461"/>
                </a:lnTo>
                <a:lnTo>
                  <a:pt x="1365035" y="1097280"/>
                </a:lnTo>
                <a:lnTo>
                  <a:pt x="1311874" y="1176841"/>
                </a:lnTo>
                <a:lnTo>
                  <a:pt x="1248783" y="1248783"/>
                </a:lnTo>
                <a:lnTo>
                  <a:pt x="1176841" y="1311874"/>
                </a:lnTo>
                <a:lnTo>
                  <a:pt x="1097280" y="1365035"/>
                </a:lnTo>
                <a:lnTo>
                  <a:pt x="1011461" y="1407356"/>
                </a:lnTo>
                <a:lnTo>
                  <a:pt x="920851" y="1438114"/>
                </a:lnTo>
                <a:lnTo>
                  <a:pt x="827003" y="1456782"/>
                </a:lnTo>
                <a:lnTo>
                  <a:pt x="731520" y="1463040"/>
                </a:lnTo>
                <a:lnTo>
                  <a:pt x="636037" y="1456782"/>
                </a:lnTo>
                <a:lnTo>
                  <a:pt x="542189" y="1438114"/>
                </a:lnTo>
                <a:lnTo>
                  <a:pt x="451579" y="1407356"/>
                </a:lnTo>
                <a:lnTo>
                  <a:pt x="365760" y="1365035"/>
                </a:lnTo>
                <a:lnTo>
                  <a:pt x="286199" y="1311874"/>
                </a:lnTo>
                <a:lnTo>
                  <a:pt x="214257" y="1248783"/>
                </a:lnTo>
                <a:lnTo>
                  <a:pt x="151166" y="1176841"/>
                </a:lnTo>
                <a:lnTo>
                  <a:pt x="98005" y="1097280"/>
                </a:lnTo>
                <a:lnTo>
                  <a:pt x="55684" y="1011461"/>
                </a:lnTo>
                <a:lnTo>
                  <a:pt x="24926" y="920851"/>
                </a:lnTo>
                <a:lnTo>
                  <a:pt x="6258" y="827003"/>
                </a:lnTo>
                <a:lnTo>
                  <a:pt x="0" y="731520"/>
                </a:lnTo>
                <a:lnTo>
                  <a:pt x="6258" y="636037"/>
                </a:lnTo>
                <a:lnTo>
                  <a:pt x="24926" y="542189"/>
                </a:lnTo>
                <a:lnTo>
                  <a:pt x="55684" y="451579"/>
                </a:lnTo>
                <a:lnTo>
                  <a:pt x="98005" y="365760"/>
                </a:lnTo>
                <a:lnTo>
                  <a:pt x="151166" y="286199"/>
                </a:lnTo>
                <a:lnTo>
                  <a:pt x="214257" y="214257"/>
                </a:lnTo>
                <a:lnTo>
                  <a:pt x="286199" y="151166"/>
                </a:lnTo>
                <a:lnTo>
                  <a:pt x="365760" y="98005"/>
                </a:lnTo>
                <a:lnTo>
                  <a:pt x="451579" y="55684"/>
                </a:lnTo>
                <a:lnTo>
                  <a:pt x="542189" y="24926"/>
                </a:lnTo>
                <a:lnTo>
                  <a:pt x="636037" y="6258"/>
                </a:lnTo>
                <a:lnTo>
                  <a:pt x="731520" y="0"/>
                </a:lnTo>
                <a:lnTo>
                  <a:pt x="827003" y="6258"/>
                </a:lnTo>
                <a:lnTo>
                  <a:pt x="920851" y="24926"/>
                </a:lnTo>
                <a:lnTo>
                  <a:pt x="1011461" y="55684"/>
                </a:lnTo>
                <a:lnTo>
                  <a:pt x="1097280" y="98005"/>
                </a:lnTo>
                <a:lnTo>
                  <a:pt x="1176841" y="151166"/>
                </a:lnTo>
                <a:lnTo>
                  <a:pt x="1248783" y="214257"/>
                </a:lnTo>
                <a:lnTo>
                  <a:pt x="1311874" y="286199"/>
                </a:lnTo>
                <a:lnTo>
                  <a:pt x="1365035" y="365760"/>
                </a:lnTo>
                <a:lnTo>
                  <a:pt x="1407356" y="451579"/>
                </a:lnTo>
                <a:lnTo>
                  <a:pt x="1438114" y="542189"/>
                </a:lnTo>
                <a:lnTo>
                  <a:pt x="1456782" y="636037"/>
                </a:lnTo>
                <a:close/>
              </a:path>
            </a:pathLst>
          </a:custGeom>
          <a:ln w="12700">
            <a:solidFill>
              <a:srgbClr val="000000"/>
            </a:solidFill>
            <a:prstDash val="solid"/>
          </a:ln>
        </p:spPr>
      </p:sp>
      <p:sp>
        <p:nvSpPr>
          <p:cNvPr id="261" name="Text 259"/>
          <p:cNvSpPr txBox="1"/>
          <p:nvPr/>
        </p:nvSpPr>
        <p:spPr>
          <a:xfrm>
            <a:off x="8412480" y="5120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후면 사선 (광축이 안쪽)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(c) 박스형 카메라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866077" y="1980689"/>
            <a:ext cx="680138" cy="1281944"/>
          </a:xfrm>
          <a:custGeom>
            <a:avLst/>
            <a:gdLst/>
            <a:ahLst/>
            <a:cxnLst/>
            <a:rect l="l" t="t" r="r" b="b"/>
            <a:pathLst>
              <a:path w="680138" h="1281944">
                <a:moveTo>
                  <a:pt x="0" y="904440"/>
                </a:moveTo>
                <a:lnTo>
                  <a:pt x="0" y="0"/>
                </a:lnTo>
                <a:lnTo>
                  <a:pt x="680138" y="377503"/>
                </a:lnTo>
                <a:lnTo>
                  <a:pt x="680138" y="1281944"/>
                </a:lnTo>
                <a:close/>
              </a:path>
            </a:pathLst>
          </a:custGeom>
          <a:solidFill>
            <a:srgbClr val="B6B6B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6077" y="1846264"/>
            <a:ext cx="1793948" cy="511928"/>
          </a:xfrm>
          <a:custGeom>
            <a:avLst/>
            <a:gdLst/>
            <a:ahLst/>
            <a:cxnLst/>
            <a:rect l="l" t="t" r="r" b="b"/>
            <a:pathLst>
              <a:path w="1793948" h="511928">
                <a:moveTo>
                  <a:pt x="1113810" y="0"/>
                </a:moveTo>
                <a:lnTo>
                  <a:pt x="1793948" y="377503"/>
                </a:lnTo>
                <a:lnTo>
                  <a:pt x="680138" y="511928"/>
                </a:lnTo>
                <a:lnTo>
                  <a:pt x="0" y="134425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46215" y="2223767"/>
            <a:ext cx="1113810" cy="1038865"/>
          </a:xfrm>
          <a:custGeom>
            <a:avLst/>
            <a:gdLst/>
            <a:ahLst/>
            <a:cxnLst/>
            <a:rect l="l" t="t" r="r" b="b"/>
            <a:pathLst>
              <a:path w="1113810" h="1038865">
                <a:moveTo>
                  <a:pt x="1113810" y="904440"/>
                </a:moveTo>
                <a:lnTo>
                  <a:pt x="0" y="1038865"/>
                </a:lnTo>
                <a:lnTo>
                  <a:pt x="0" y="134425"/>
                </a:lnTo>
                <a:lnTo>
                  <a:pt x="1113810" y="0"/>
                </a:lnTo>
                <a:close/>
              </a:path>
            </a:pathLst>
          </a:custGeom>
          <a:solidFill>
            <a:srgbClr val="72727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57050" y="2394203"/>
            <a:ext cx="848617" cy="1006859"/>
          </a:xfrm>
          <a:custGeom>
            <a:avLst/>
            <a:gdLst/>
            <a:ahLst/>
            <a:cxnLst/>
            <a:rect l="l" t="t" r="r" b="b"/>
            <a:pathLst>
              <a:path w="848617" h="1006859">
                <a:moveTo>
                  <a:pt x="848617" y="904440"/>
                </a:moveTo>
                <a:lnTo>
                  <a:pt x="0" y="1006859"/>
                </a:lnTo>
                <a:lnTo>
                  <a:pt x="0" y="102419"/>
                </a:lnTo>
                <a:lnTo>
                  <a:pt x="848617" y="0"/>
                </a:lnTo>
                <a:close/>
              </a:path>
            </a:pathLst>
          </a:custGeom>
          <a:solidFill>
            <a:srgbClr val="26262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77706" y="2496623"/>
            <a:ext cx="79344" cy="904440"/>
          </a:xfrm>
          <a:custGeom>
            <a:avLst/>
            <a:gdLst/>
            <a:ahLst/>
            <a:cxnLst/>
            <a:rect l="l" t="t" r="r" b="b"/>
            <a:pathLst>
              <a:path w="79344" h="904440">
                <a:moveTo>
                  <a:pt x="0" y="514025"/>
                </a:moveTo>
                <a:lnTo>
                  <a:pt x="0" y="33541"/>
                </a:lnTo>
                <a:lnTo>
                  <a:pt x="79344" y="0"/>
                </a:lnTo>
                <a:lnTo>
                  <a:pt x="79344" y="904440"/>
                </a:lnTo>
                <a:close/>
              </a:path>
            </a:pathLst>
          </a:custGeom>
          <a:solidFill>
            <a:srgbClr val="72727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16165" y="2880073"/>
            <a:ext cx="16395" cy="56429"/>
          </a:xfrm>
          <a:custGeom>
            <a:avLst/>
            <a:gdLst/>
            <a:ahLst/>
            <a:cxnLst/>
            <a:rect l="l" t="t" r="r" b="b"/>
            <a:pathLst>
              <a:path w="16395" h="56429">
                <a:moveTo>
                  <a:pt x="0" y="49566"/>
                </a:moveTo>
                <a:lnTo>
                  <a:pt x="4029" y="0"/>
                </a:lnTo>
                <a:lnTo>
                  <a:pt x="16395" y="6864"/>
                </a:lnTo>
                <a:lnTo>
                  <a:pt x="12366" y="56429"/>
                </a:lnTo>
                <a:close/>
              </a:path>
            </a:pathLst>
          </a:custGeom>
          <a:solidFill>
            <a:srgbClr val="727272"/>
          </a:solidFill>
          <a:ln w="6350">
            <a:solidFill>
              <a:srgbClr val="72727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20194" y="2831041"/>
            <a:ext cx="24330" cy="55896"/>
          </a:xfrm>
          <a:custGeom>
            <a:avLst/>
            <a:gdLst/>
            <a:ahLst/>
            <a:cxnLst/>
            <a:rect l="l" t="t" r="r" b="b"/>
            <a:pathLst>
              <a:path w="24330" h="55896">
                <a:moveTo>
                  <a:pt x="0" y="49032"/>
                </a:moveTo>
                <a:lnTo>
                  <a:pt x="11964" y="0"/>
                </a:lnTo>
                <a:lnTo>
                  <a:pt x="24330" y="6864"/>
                </a:lnTo>
                <a:lnTo>
                  <a:pt x="12366" y="55896"/>
                </a:lnTo>
                <a:close/>
              </a:path>
            </a:pathLst>
          </a:custGeom>
          <a:solidFill>
            <a:srgbClr val="7C7C7C"/>
          </a:solidFill>
          <a:ln w="6350">
            <a:solidFill>
              <a:srgbClr val="7C7C7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32159" y="2784032"/>
            <a:ext cx="31902" cy="53873"/>
          </a:xfrm>
          <a:custGeom>
            <a:avLst/>
            <a:gdLst/>
            <a:ahLst/>
            <a:cxnLst/>
            <a:rect l="l" t="t" r="r" b="b"/>
            <a:pathLst>
              <a:path w="31902" h="53873">
                <a:moveTo>
                  <a:pt x="0" y="47009"/>
                </a:moveTo>
                <a:lnTo>
                  <a:pt x="19536" y="0"/>
                </a:lnTo>
                <a:lnTo>
                  <a:pt x="31902" y="6864"/>
                </a:lnTo>
                <a:lnTo>
                  <a:pt x="12366" y="53873"/>
                </a:lnTo>
                <a:close/>
              </a:path>
            </a:pathLst>
          </a:custGeom>
          <a:solidFill>
            <a:srgbClr val="858585"/>
          </a:solidFill>
          <a:ln w="6350">
            <a:solidFill>
              <a:srgbClr val="85858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51695" y="2740475"/>
            <a:ext cx="38880" cy="50421"/>
          </a:xfrm>
          <a:custGeom>
            <a:avLst/>
            <a:gdLst/>
            <a:ahLst/>
            <a:cxnLst/>
            <a:rect l="l" t="t" r="r" b="b"/>
            <a:pathLst>
              <a:path w="38880" h="50421">
                <a:moveTo>
                  <a:pt x="0" y="43557"/>
                </a:moveTo>
                <a:lnTo>
                  <a:pt x="26514" y="0"/>
                </a:lnTo>
                <a:lnTo>
                  <a:pt x="38880" y="6864"/>
                </a:lnTo>
                <a:lnTo>
                  <a:pt x="12366" y="50421"/>
                </a:lnTo>
                <a:close/>
              </a:path>
            </a:pathLst>
          </a:custGeom>
          <a:solidFill>
            <a:srgbClr val="8B8B8B"/>
          </a:solidFill>
          <a:ln w="6350">
            <a:solidFill>
              <a:srgbClr val="8B8B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78209" y="2701693"/>
            <a:ext cx="45053" cy="45646"/>
          </a:xfrm>
          <a:custGeom>
            <a:avLst/>
            <a:gdLst/>
            <a:ahLst/>
            <a:cxnLst/>
            <a:rect l="l" t="t" r="r" b="b"/>
            <a:pathLst>
              <a:path w="45053" h="45646">
                <a:moveTo>
                  <a:pt x="0" y="38782"/>
                </a:moveTo>
                <a:lnTo>
                  <a:pt x="32687" y="0"/>
                </a:lnTo>
                <a:lnTo>
                  <a:pt x="45053" y="6864"/>
                </a:lnTo>
                <a:lnTo>
                  <a:pt x="12366" y="45646"/>
                </a:lnTo>
                <a:close/>
              </a:path>
            </a:pathLst>
          </a:custGeom>
          <a:solidFill>
            <a:srgbClr val="8F8F8F"/>
          </a:solidFill>
          <a:ln w="6350">
            <a:solidFill>
              <a:srgbClr val="8F8F8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10896" y="2668865"/>
            <a:ext cx="50232" cy="39692"/>
          </a:xfrm>
          <a:custGeom>
            <a:avLst/>
            <a:gdLst/>
            <a:ahLst/>
            <a:cxnLst/>
            <a:rect l="l" t="t" r="r" b="b"/>
            <a:pathLst>
              <a:path w="50232" h="39692">
                <a:moveTo>
                  <a:pt x="0" y="32828"/>
                </a:moveTo>
                <a:lnTo>
                  <a:pt x="37866" y="0"/>
                </a:lnTo>
                <a:lnTo>
                  <a:pt x="50232" y="6864"/>
                </a:lnTo>
                <a:lnTo>
                  <a:pt x="12366" y="39692"/>
                </a:lnTo>
                <a:close/>
              </a:path>
            </a:pathLst>
          </a:custGeom>
          <a:solidFill>
            <a:srgbClr val="909090"/>
          </a:solidFill>
          <a:ln w="6350">
            <a:solidFill>
              <a:srgbClr val="90909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48762" y="2642987"/>
            <a:ext cx="54261" cy="32741"/>
          </a:xfrm>
          <a:custGeom>
            <a:avLst/>
            <a:gdLst/>
            <a:ahLst/>
            <a:cxnLst/>
            <a:rect l="l" t="t" r="r" b="b"/>
            <a:pathLst>
              <a:path w="54261" h="32741">
                <a:moveTo>
                  <a:pt x="0" y="25877"/>
                </a:moveTo>
                <a:lnTo>
                  <a:pt x="41895" y="0"/>
                </a:lnTo>
                <a:lnTo>
                  <a:pt x="54261" y="6864"/>
                </a:lnTo>
                <a:lnTo>
                  <a:pt x="12366" y="32741"/>
                </a:lnTo>
                <a:close/>
              </a:path>
            </a:pathLst>
          </a:custGeom>
          <a:solidFill>
            <a:srgbClr val="8F8F8F"/>
          </a:solidFill>
          <a:ln w="6350">
            <a:solidFill>
              <a:srgbClr val="8F8F8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90657" y="2624847"/>
            <a:ext cx="57017" cy="25004"/>
          </a:xfrm>
          <a:custGeom>
            <a:avLst/>
            <a:gdLst/>
            <a:ahLst/>
            <a:cxnLst/>
            <a:rect l="l" t="t" r="r" b="b"/>
            <a:pathLst>
              <a:path w="57017" h="25004">
                <a:moveTo>
                  <a:pt x="0" y="18140"/>
                </a:moveTo>
                <a:lnTo>
                  <a:pt x="44651" y="0"/>
                </a:lnTo>
                <a:lnTo>
                  <a:pt x="57017" y="6864"/>
                </a:lnTo>
                <a:lnTo>
                  <a:pt x="12366" y="25004"/>
                </a:lnTo>
                <a:close/>
              </a:path>
            </a:pathLst>
          </a:custGeom>
          <a:solidFill>
            <a:srgbClr val="8C8C8C"/>
          </a:solidFill>
          <a:ln w="6350">
            <a:solidFill>
              <a:srgbClr val="8C8C8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35308" y="2614996"/>
            <a:ext cx="58416" cy="16715"/>
          </a:xfrm>
          <a:custGeom>
            <a:avLst/>
            <a:gdLst/>
            <a:ahLst/>
            <a:cxnLst/>
            <a:rect l="l" t="t" r="r" b="b"/>
            <a:pathLst>
              <a:path w="58416" h="16715">
                <a:moveTo>
                  <a:pt x="0" y="9852"/>
                </a:moveTo>
                <a:lnTo>
                  <a:pt x="46050" y="0"/>
                </a:lnTo>
                <a:lnTo>
                  <a:pt x="58416" y="6864"/>
                </a:lnTo>
                <a:lnTo>
                  <a:pt x="12366" y="16715"/>
                </a:lnTo>
                <a:close/>
              </a:path>
            </a:pathLst>
          </a:custGeom>
          <a:solidFill>
            <a:srgbClr val="868686"/>
          </a:solidFill>
          <a:ln w="6350">
            <a:solidFill>
              <a:srgbClr val="86868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81358" y="2613732"/>
            <a:ext cx="58416" cy="8128"/>
          </a:xfrm>
          <a:custGeom>
            <a:avLst/>
            <a:gdLst/>
            <a:ahLst/>
            <a:cxnLst/>
            <a:rect l="l" t="t" r="r" b="b"/>
            <a:pathLst>
              <a:path w="58416" h="8128">
                <a:moveTo>
                  <a:pt x="0" y="1264"/>
                </a:moveTo>
                <a:lnTo>
                  <a:pt x="46050" y="0"/>
                </a:lnTo>
                <a:lnTo>
                  <a:pt x="58416" y="6864"/>
                </a:lnTo>
                <a:lnTo>
                  <a:pt x="12366" y="8128"/>
                </a:lnTo>
                <a:close/>
              </a:path>
            </a:pathLst>
          </a:custGeom>
          <a:solidFill>
            <a:srgbClr val="7E7E7E"/>
          </a:solidFill>
          <a:ln w="6350">
            <a:solidFill>
              <a:srgbClr val="7E7E7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27409" y="2613732"/>
            <a:ext cx="57017" cy="14226"/>
          </a:xfrm>
          <a:custGeom>
            <a:avLst/>
            <a:gdLst/>
            <a:ahLst/>
            <a:cxnLst/>
            <a:rect l="l" t="t" r="r" b="b"/>
            <a:pathLst>
              <a:path w="57017" h="14226">
                <a:moveTo>
                  <a:pt x="0" y="0"/>
                </a:moveTo>
                <a:lnTo>
                  <a:pt x="44651" y="7362"/>
                </a:lnTo>
                <a:lnTo>
                  <a:pt x="57017" y="14226"/>
                </a:lnTo>
                <a:lnTo>
                  <a:pt x="12366" y="6864"/>
                </a:lnTo>
                <a:close/>
              </a:path>
            </a:pathLst>
          </a:custGeom>
          <a:solidFill>
            <a:srgbClr val="737373"/>
          </a:solidFill>
          <a:ln w="6350">
            <a:solidFill>
              <a:srgbClr val="73737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472060" y="2621094"/>
            <a:ext cx="54261" cy="22629"/>
          </a:xfrm>
          <a:custGeom>
            <a:avLst/>
            <a:gdLst/>
            <a:ahLst/>
            <a:cxnLst/>
            <a:rect l="l" t="t" r="r" b="b"/>
            <a:pathLst>
              <a:path w="54261" h="22629">
                <a:moveTo>
                  <a:pt x="0" y="0"/>
                </a:moveTo>
                <a:lnTo>
                  <a:pt x="41895" y="15765"/>
                </a:lnTo>
                <a:lnTo>
                  <a:pt x="54261" y="22629"/>
                </a:lnTo>
                <a:lnTo>
                  <a:pt x="12366" y="6864"/>
                </a:lnTo>
                <a:close/>
              </a:path>
            </a:pathLst>
          </a:custGeom>
          <a:solidFill>
            <a:srgbClr val="686868"/>
          </a:solidFill>
          <a:ln w="6350">
            <a:solidFill>
              <a:srgbClr val="68686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10896" y="3134719"/>
            <a:ext cx="50232" cy="30552"/>
          </a:xfrm>
          <a:custGeom>
            <a:avLst/>
            <a:gdLst/>
            <a:ahLst/>
            <a:cxnLst/>
            <a:rect l="l" t="t" r="r" b="b"/>
            <a:pathLst>
              <a:path w="50232" h="30552">
                <a:moveTo>
                  <a:pt x="37866" y="23688"/>
                </a:moveTo>
                <a:lnTo>
                  <a:pt x="0" y="0"/>
                </a:lnTo>
                <a:lnTo>
                  <a:pt x="12366" y="6864"/>
                </a:lnTo>
                <a:lnTo>
                  <a:pt x="50232" y="30552"/>
                </a:lnTo>
                <a:close/>
              </a:path>
            </a:pathLst>
          </a:custGeom>
          <a:solidFill>
            <a:srgbClr val="3D3D3D"/>
          </a:solidFill>
          <a:ln w="6350">
            <a:solidFill>
              <a:srgbClr val="3D3D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178209" y="3103827"/>
            <a:ext cx="45053" cy="37756"/>
          </a:xfrm>
          <a:custGeom>
            <a:avLst/>
            <a:gdLst/>
            <a:ahLst/>
            <a:cxnLst/>
            <a:rect l="l" t="t" r="r" b="b"/>
            <a:pathLst>
              <a:path w="45053" h="37756">
                <a:moveTo>
                  <a:pt x="32687" y="30892"/>
                </a:moveTo>
                <a:lnTo>
                  <a:pt x="0" y="0"/>
                </a:lnTo>
                <a:lnTo>
                  <a:pt x="12366" y="6864"/>
                </a:lnTo>
                <a:lnTo>
                  <a:pt x="45053" y="37756"/>
                </a:lnTo>
                <a:close/>
              </a:path>
            </a:pathLst>
          </a:custGeom>
          <a:solidFill>
            <a:srgbClr val="3D3D3D"/>
          </a:solidFill>
          <a:ln w="6350">
            <a:solidFill>
              <a:srgbClr val="3D3D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151695" y="3066670"/>
            <a:ext cx="38880" cy="44021"/>
          </a:xfrm>
          <a:custGeom>
            <a:avLst/>
            <a:gdLst/>
            <a:ahLst/>
            <a:cxnLst/>
            <a:rect l="l" t="t" r="r" b="b"/>
            <a:pathLst>
              <a:path w="38880" h="44021">
                <a:moveTo>
                  <a:pt x="26514" y="37157"/>
                </a:moveTo>
                <a:lnTo>
                  <a:pt x="0" y="0"/>
                </a:lnTo>
                <a:lnTo>
                  <a:pt x="12366" y="6864"/>
                </a:lnTo>
                <a:lnTo>
                  <a:pt x="38880" y="44021"/>
                </a:lnTo>
                <a:close/>
              </a:path>
            </a:pathLst>
          </a:custGeom>
          <a:solidFill>
            <a:srgbClr val="3D3D3D"/>
          </a:solidFill>
          <a:ln w="6350">
            <a:solidFill>
              <a:srgbClr val="3D3D3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132159" y="3024377"/>
            <a:ext cx="31902" cy="49157"/>
          </a:xfrm>
          <a:custGeom>
            <a:avLst/>
            <a:gdLst/>
            <a:ahLst/>
            <a:cxnLst/>
            <a:rect l="l" t="t" r="r" b="b"/>
            <a:pathLst>
              <a:path w="31902" h="49157">
                <a:moveTo>
                  <a:pt x="19536" y="42293"/>
                </a:moveTo>
                <a:lnTo>
                  <a:pt x="0" y="0"/>
                </a:lnTo>
                <a:lnTo>
                  <a:pt x="12366" y="6864"/>
                </a:lnTo>
                <a:lnTo>
                  <a:pt x="31902" y="49157"/>
                </a:lnTo>
                <a:close/>
              </a:path>
            </a:pathLst>
          </a:custGeom>
          <a:solidFill>
            <a:srgbClr val="4A4A4A"/>
          </a:solidFill>
          <a:ln w="6350">
            <a:solidFill>
              <a:srgbClr val="4A4A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120194" y="2978232"/>
            <a:ext cx="24330" cy="53008"/>
          </a:xfrm>
          <a:custGeom>
            <a:avLst/>
            <a:gdLst/>
            <a:ahLst/>
            <a:cxnLst/>
            <a:rect l="l" t="t" r="r" b="b"/>
            <a:pathLst>
              <a:path w="24330" h="53008">
                <a:moveTo>
                  <a:pt x="11964" y="46144"/>
                </a:moveTo>
                <a:lnTo>
                  <a:pt x="0" y="0"/>
                </a:lnTo>
                <a:lnTo>
                  <a:pt x="12366" y="6864"/>
                </a:lnTo>
                <a:lnTo>
                  <a:pt x="24330" y="53008"/>
                </a:lnTo>
                <a:close/>
              </a:path>
            </a:pathLst>
          </a:custGeom>
          <a:solidFill>
            <a:srgbClr val="585858"/>
          </a:solidFill>
          <a:ln w="6350">
            <a:solidFill>
              <a:srgbClr val="58585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116165" y="2929639"/>
            <a:ext cx="16395" cy="55457"/>
          </a:xfrm>
          <a:custGeom>
            <a:avLst/>
            <a:gdLst/>
            <a:ahLst/>
            <a:cxnLst/>
            <a:rect l="l" t="t" r="r" b="b"/>
            <a:pathLst>
              <a:path w="16395" h="55457">
                <a:moveTo>
                  <a:pt x="4029" y="48593"/>
                </a:moveTo>
                <a:lnTo>
                  <a:pt x="0" y="0"/>
                </a:lnTo>
                <a:lnTo>
                  <a:pt x="12366" y="6864"/>
                </a:lnTo>
                <a:lnTo>
                  <a:pt x="16395" y="55457"/>
                </a:lnTo>
                <a:close/>
              </a:path>
            </a:pathLst>
          </a:custGeom>
          <a:solidFill>
            <a:srgbClr val="666666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116165" y="2613732"/>
            <a:ext cx="542752" cy="574667"/>
          </a:xfrm>
          <a:custGeom>
            <a:avLst/>
            <a:gdLst/>
            <a:ahLst/>
            <a:cxnLst/>
            <a:rect l="l" t="t" r="r" b="b"/>
            <a:pathLst>
              <a:path w="542752" h="574667">
                <a:moveTo>
                  <a:pt x="0" y="315907"/>
                </a:moveTo>
                <a:lnTo>
                  <a:pt x="4029" y="266342"/>
                </a:lnTo>
                <a:lnTo>
                  <a:pt x="15993" y="217309"/>
                </a:lnTo>
                <a:lnTo>
                  <a:pt x="35529" y="170301"/>
                </a:lnTo>
                <a:lnTo>
                  <a:pt x="62043" y="126744"/>
                </a:lnTo>
                <a:lnTo>
                  <a:pt x="94730" y="87962"/>
                </a:lnTo>
                <a:lnTo>
                  <a:pt x="132596" y="55133"/>
                </a:lnTo>
                <a:lnTo>
                  <a:pt x="174492" y="29256"/>
                </a:lnTo>
                <a:lnTo>
                  <a:pt x="219143" y="11116"/>
                </a:lnTo>
                <a:lnTo>
                  <a:pt x="265193" y="1264"/>
                </a:lnTo>
                <a:lnTo>
                  <a:pt x="311243" y="0"/>
                </a:lnTo>
                <a:lnTo>
                  <a:pt x="355894" y="7362"/>
                </a:lnTo>
                <a:lnTo>
                  <a:pt x="397789" y="23127"/>
                </a:lnTo>
                <a:lnTo>
                  <a:pt x="410156" y="29991"/>
                </a:lnTo>
                <a:lnTo>
                  <a:pt x="448022" y="53679"/>
                </a:lnTo>
                <a:lnTo>
                  <a:pt x="480709" y="84571"/>
                </a:lnTo>
                <a:lnTo>
                  <a:pt x="507223" y="121728"/>
                </a:lnTo>
                <a:lnTo>
                  <a:pt x="526759" y="164022"/>
                </a:lnTo>
                <a:lnTo>
                  <a:pt x="538723" y="210166"/>
                </a:lnTo>
                <a:lnTo>
                  <a:pt x="542752" y="258759"/>
                </a:lnTo>
                <a:lnTo>
                  <a:pt x="538723" y="308325"/>
                </a:lnTo>
                <a:lnTo>
                  <a:pt x="526759" y="357357"/>
                </a:lnTo>
                <a:lnTo>
                  <a:pt x="507223" y="404366"/>
                </a:lnTo>
                <a:lnTo>
                  <a:pt x="480709" y="447923"/>
                </a:lnTo>
                <a:lnTo>
                  <a:pt x="448022" y="486705"/>
                </a:lnTo>
                <a:lnTo>
                  <a:pt x="410156" y="519534"/>
                </a:lnTo>
                <a:lnTo>
                  <a:pt x="368260" y="545411"/>
                </a:lnTo>
                <a:lnTo>
                  <a:pt x="323609" y="563551"/>
                </a:lnTo>
                <a:lnTo>
                  <a:pt x="277559" y="573403"/>
                </a:lnTo>
                <a:lnTo>
                  <a:pt x="231509" y="574667"/>
                </a:lnTo>
                <a:lnTo>
                  <a:pt x="186858" y="567304"/>
                </a:lnTo>
                <a:lnTo>
                  <a:pt x="144963" y="551540"/>
                </a:lnTo>
                <a:lnTo>
                  <a:pt x="132596" y="544676"/>
                </a:lnTo>
                <a:lnTo>
                  <a:pt x="94730" y="520988"/>
                </a:lnTo>
                <a:lnTo>
                  <a:pt x="62043" y="490095"/>
                </a:lnTo>
                <a:lnTo>
                  <a:pt x="35529" y="452938"/>
                </a:lnTo>
                <a:lnTo>
                  <a:pt x="15993" y="410645"/>
                </a:lnTo>
                <a:lnTo>
                  <a:pt x="4029" y="364501"/>
                </a:lnTo>
                <a:close/>
              </a:path>
            </a:pathLst>
          </a:custGeom>
          <a:ln w="12700">
            <a:solidFill>
              <a:srgbClr val="0000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128532" y="2620595"/>
            <a:ext cx="530386" cy="567803"/>
          </a:xfrm>
          <a:custGeom>
            <a:avLst/>
            <a:gdLst/>
            <a:ahLst/>
            <a:cxnLst/>
            <a:rect l="l" t="t" r="r" b="b"/>
            <a:pathLst>
              <a:path w="530386" h="567803">
                <a:moveTo>
                  <a:pt x="0" y="315907"/>
                </a:moveTo>
                <a:lnTo>
                  <a:pt x="4029" y="266342"/>
                </a:lnTo>
                <a:lnTo>
                  <a:pt x="15993" y="217309"/>
                </a:lnTo>
                <a:lnTo>
                  <a:pt x="35529" y="170301"/>
                </a:lnTo>
                <a:lnTo>
                  <a:pt x="62043" y="126744"/>
                </a:lnTo>
                <a:lnTo>
                  <a:pt x="94730" y="87962"/>
                </a:lnTo>
                <a:lnTo>
                  <a:pt x="132596" y="55133"/>
                </a:lnTo>
                <a:lnTo>
                  <a:pt x="174492" y="29256"/>
                </a:lnTo>
                <a:lnTo>
                  <a:pt x="219143" y="11116"/>
                </a:lnTo>
                <a:lnTo>
                  <a:pt x="265193" y="1264"/>
                </a:lnTo>
                <a:lnTo>
                  <a:pt x="311243" y="0"/>
                </a:lnTo>
                <a:lnTo>
                  <a:pt x="355894" y="7362"/>
                </a:lnTo>
                <a:lnTo>
                  <a:pt x="397789" y="23127"/>
                </a:lnTo>
                <a:lnTo>
                  <a:pt x="435656" y="46815"/>
                </a:lnTo>
                <a:lnTo>
                  <a:pt x="468342" y="77708"/>
                </a:lnTo>
                <a:lnTo>
                  <a:pt x="494857" y="114865"/>
                </a:lnTo>
                <a:lnTo>
                  <a:pt x="514393" y="157158"/>
                </a:lnTo>
                <a:lnTo>
                  <a:pt x="526357" y="203302"/>
                </a:lnTo>
                <a:lnTo>
                  <a:pt x="530386" y="251896"/>
                </a:lnTo>
                <a:lnTo>
                  <a:pt x="526357" y="301461"/>
                </a:lnTo>
                <a:lnTo>
                  <a:pt x="514393" y="350494"/>
                </a:lnTo>
                <a:lnTo>
                  <a:pt x="494857" y="397502"/>
                </a:lnTo>
                <a:lnTo>
                  <a:pt x="468342" y="441059"/>
                </a:lnTo>
                <a:lnTo>
                  <a:pt x="435656" y="479841"/>
                </a:lnTo>
                <a:lnTo>
                  <a:pt x="397789" y="512670"/>
                </a:lnTo>
                <a:lnTo>
                  <a:pt x="355894" y="538547"/>
                </a:lnTo>
                <a:lnTo>
                  <a:pt x="311243" y="556687"/>
                </a:lnTo>
                <a:lnTo>
                  <a:pt x="265193" y="566539"/>
                </a:lnTo>
                <a:lnTo>
                  <a:pt x="219143" y="567803"/>
                </a:lnTo>
                <a:lnTo>
                  <a:pt x="174492" y="560441"/>
                </a:lnTo>
                <a:lnTo>
                  <a:pt x="132596" y="544676"/>
                </a:lnTo>
                <a:lnTo>
                  <a:pt x="94730" y="520988"/>
                </a:lnTo>
                <a:lnTo>
                  <a:pt x="62043" y="490095"/>
                </a:lnTo>
                <a:lnTo>
                  <a:pt x="35529" y="452938"/>
                </a:lnTo>
                <a:lnTo>
                  <a:pt x="15993" y="410645"/>
                </a:lnTo>
                <a:lnTo>
                  <a:pt x="4029" y="364501"/>
                </a:lnTo>
                <a:close/>
              </a:path>
            </a:pathLst>
          </a:custGeom>
          <a:solidFill>
            <a:srgbClr val="48484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181570" y="2677376"/>
            <a:ext cx="424309" cy="454242"/>
          </a:xfrm>
          <a:custGeom>
            <a:avLst/>
            <a:gdLst/>
            <a:ahLst/>
            <a:cxnLst/>
            <a:rect l="l" t="t" r="r" b="b"/>
            <a:pathLst>
              <a:path w="424309" h="454242">
                <a:moveTo>
                  <a:pt x="0" y="252726"/>
                </a:moveTo>
                <a:lnTo>
                  <a:pt x="3223" y="213073"/>
                </a:lnTo>
                <a:lnTo>
                  <a:pt x="12794" y="173848"/>
                </a:lnTo>
                <a:lnTo>
                  <a:pt x="28423" y="136241"/>
                </a:lnTo>
                <a:lnTo>
                  <a:pt x="49635" y="101395"/>
                </a:lnTo>
                <a:lnTo>
                  <a:pt x="75784" y="70369"/>
                </a:lnTo>
                <a:lnTo>
                  <a:pt x="106077" y="44106"/>
                </a:lnTo>
                <a:lnTo>
                  <a:pt x="139593" y="23405"/>
                </a:lnTo>
                <a:lnTo>
                  <a:pt x="175314" y="8892"/>
                </a:lnTo>
                <a:lnTo>
                  <a:pt x="212154" y="1011"/>
                </a:lnTo>
                <a:lnTo>
                  <a:pt x="248995" y="0"/>
                </a:lnTo>
                <a:lnTo>
                  <a:pt x="284715" y="5890"/>
                </a:lnTo>
                <a:lnTo>
                  <a:pt x="318231" y="18502"/>
                </a:lnTo>
                <a:lnTo>
                  <a:pt x="348524" y="37452"/>
                </a:lnTo>
                <a:lnTo>
                  <a:pt x="374674" y="62166"/>
                </a:lnTo>
                <a:lnTo>
                  <a:pt x="395885" y="91892"/>
                </a:lnTo>
                <a:lnTo>
                  <a:pt x="411514" y="125726"/>
                </a:lnTo>
                <a:lnTo>
                  <a:pt x="421086" y="162642"/>
                </a:lnTo>
                <a:lnTo>
                  <a:pt x="424309" y="201516"/>
                </a:lnTo>
                <a:lnTo>
                  <a:pt x="421086" y="241169"/>
                </a:lnTo>
                <a:lnTo>
                  <a:pt x="411514" y="280395"/>
                </a:lnTo>
                <a:lnTo>
                  <a:pt x="395885" y="318002"/>
                </a:lnTo>
                <a:lnTo>
                  <a:pt x="374674" y="352848"/>
                </a:lnTo>
                <a:lnTo>
                  <a:pt x="348524" y="383873"/>
                </a:lnTo>
                <a:lnTo>
                  <a:pt x="318231" y="410136"/>
                </a:lnTo>
                <a:lnTo>
                  <a:pt x="284715" y="430838"/>
                </a:lnTo>
                <a:lnTo>
                  <a:pt x="248995" y="445350"/>
                </a:lnTo>
                <a:lnTo>
                  <a:pt x="212154" y="453231"/>
                </a:lnTo>
                <a:lnTo>
                  <a:pt x="175314" y="454242"/>
                </a:lnTo>
                <a:lnTo>
                  <a:pt x="139593" y="448353"/>
                </a:lnTo>
                <a:lnTo>
                  <a:pt x="106077" y="435741"/>
                </a:lnTo>
                <a:lnTo>
                  <a:pt x="75784" y="416790"/>
                </a:lnTo>
                <a:lnTo>
                  <a:pt x="49635" y="392076"/>
                </a:lnTo>
                <a:lnTo>
                  <a:pt x="28423" y="362351"/>
                </a:lnTo>
                <a:lnTo>
                  <a:pt x="12794" y="328516"/>
                </a:lnTo>
                <a:lnTo>
                  <a:pt x="3223" y="291601"/>
                </a:lnTo>
                <a:close/>
              </a:path>
            </a:pathLst>
          </a:custGeom>
          <a:solidFill>
            <a:srgbClr val="1A1A1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55824" y="2756868"/>
            <a:ext cx="275801" cy="295258"/>
          </a:xfrm>
          <a:custGeom>
            <a:avLst/>
            <a:gdLst/>
            <a:ahLst/>
            <a:cxnLst/>
            <a:rect l="l" t="t" r="r" b="b"/>
            <a:pathLst>
              <a:path w="275801" h="295258">
                <a:moveTo>
                  <a:pt x="0" y="164272"/>
                </a:moveTo>
                <a:lnTo>
                  <a:pt x="2095" y="138498"/>
                </a:lnTo>
                <a:lnTo>
                  <a:pt x="8316" y="113001"/>
                </a:lnTo>
                <a:lnTo>
                  <a:pt x="18475" y="88556"/>
                </a:lnTo>
                <a:lnTo>
                  <a:pt x="32263" y="65907"/>
                </a:lnTo>
                <a:lnTo>
                  <a:pt x="49260" y="45740"/>
                </a:lnTo>
                <a:lnTo>
                  <a:pt x="68950" y="28669"/>
                </a:lnTo>
                <a:lnTo>
                  <a:pt x="90736" y="15213"/>
                </a:lnTo>
                <a:lnTo>
                  <a:pt x="113954" y="5780"/>
                </a:lnTo>
                <a:lnTo>
                  <a:pt x="137900" y="657"/>
                </a:lnTo>
                <a:lnTo>
                  <a:pt x="161846" y="0"/>
                </a:lnTo>
                <a:lnTo>
                  <a:pt x="185065" y="3828"/>
                </a:lnTo>
                <a:lnTo>
                  <a:pt x="206850" y="12026"/>
                </a:lnTo>
                <a:lnTo>
                  <a:pt x="226541" y="24344"/>
                </a:lnTo>
                <a:lnTo>
                  <a:pt x="243538" y="40408"/>
                </a:lnTo>
                <a:lnTo>
                  <a:pt x="257325" y="59730"/>
                </a:lnTo>
                <a:lnTo>
                  <a:pt x="267484" y="81722"/>
                </a:lnTo>
                <a:lnTo>
                  <a:pt x="273706" y="105717"/>
                </a:lnTo>
                <a:lnTo>
                  <a:pt x="275801" y="130986"/>
                </a:lnTo>
                <a:lnTo>
                  <a:pt x="273706" y="156760"/>
                </a:lnTo>
                <a:lnTo>
                  <a:pt x="267484" y="182257"/>
                </a:lnTo>
                <a:lnTo>
                  <a:pt x="257325" y="206701"/>
                </a:lnTo>
                <a:lnTo>
                  <a:pt x="243538" y="229351"/>
                </a:lnTo>
                <a:lnTo>
                  <a:pt x="226541" y="249518"/>
                </a:lnTo>
                <a:lnTo>
                  <a:pt x="206850" y="266588"/>
                </a:lnTo>
                <a:lnTo>
                  <a:pt x="185065" y="280045"/>
                </a:lnTo>
                <a:lnTo>
                  <a:pt x="161846" y="289477"/>
                </a:lnTo>
                <a:lnTo>
                  <a:pt x="137900" y="294600"/>
                </a:lnTo>
                <a:lnTo>
                  <a:pt x="113954" y="295258"/>
                </a:lnTo>
                <a:lnTo>
                  <a:pt x="90736" y="291429"/>
                </a:lnTo>
                <a:lnTo>
                  <a:pt x="68950" y="283231"/>
                </a:lnTo>
                <a:lnTo>
                  <a:pt x="49260" y="270914"/>
                </a:lnTo>
                <a:lnTo>
                  <a:pt x="32263" y="254850"/>
                </a:lnTo>
                <a:lnTo>
                  <a:pt x="18475" y="235528"/>
                </a:lnTo>
                <a:lnTo>
                  <a:pt x="8316" y="213535"/>
                </a:lnTo>
                <a:lnTo>
                  <a:pt x="2095" y="189540"/>
                </a:ln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30" name="Shape 28"/>
          <p:cNvSpPr/>
          <p:nvPr/>
        </p:nvSpPr>
        <p:spPr>
          <a:xfrm>
            <a:off x="2327426" y="2833522"/>
            <a:ext cx="132596" cy="141951"/>
          </a:xfrm>
          <a:custGeom>
            <a:avLst/>
            <a:gdLst/>
            <a:ahLst/>
            <a:cxnLst/>
            <a:rect l="l" t="t" r="r" b="b"/>
            <a:pathLst>
              <a:path w="132596" h="141951">
                <a:moveTo>
                  <a:pt x="0" y="78977"/>
                </a:moveTo>
                <a:lnTo>
                  <a:pt x="1007" y="66585"/>
                </a:lnTo>
                <a:lnTo>
                  <a:pt x="3998" y="54327"/>
                </a:lnTo>
                <a:lnTo>
                  <a:pt x="8882" y="42575"/>
                </a:lnTo>
                <a:lnTo>
                  <a:pt x="15511" y="31686"/>
                </a:lnTo>
                <a:lnTo>
                  <a:pt x="23683" y="21990"/>
                </a:lnTo>
                <a:lnTo>
                  <a:pt x="33149" y="13783"/>
                </a:lnTo>
                <a:lnTo>
                  <a:pt x="43623" y="7314"/>
                </a:lnTo>
                <a:lnTo>
                  <a:pt x="54786" y="2779"/>
                </a:lnTo>
                <a:lnTo>
                  <a:pt x="66298" y="316"/>
                </a:lnTo>
                <a:lnTo>
                  <a:pt x="77811" y="0"/>
                </a:lnTo>
                <a:lnTo>
                  <a:pt x="88974" y="1841"/>
                </a:lnTo>
                <a:lnTo>
                  <a:pt x="99447" y="5782"/>
                </a:lnTo>
                <a:lnTo>
                  <a:pt x="108914" y="11704"/>
                </a:lnTo>
                <a:lnTo>
                  <a:pt x="117086" y="19427"/>
                </a:lnTo>
                <a:lnTo>
                  <a:pt x="123714" y="28716"/>
                </a:lnTo>
                <a:lnTo>
                  <a:pt x="128598" y="39289"/>
                </a:lnTo>
                <a:lnTo>
                  <a:pt x="131589" y="50826"/>
                </a:lnTo>
                <a:lnTo>
                  <a:pt x="132596" y="62974"/>
                </a:lnTo>
                <a:lnTo>
                  <a:pt x="131589" y="75365"/>
                </a:lnTo>
                <a:lnTo>
                  <a:pt x="128598" y="87623"/>
                </a:lnTo>
                <a:lnTo>
                  <a:pt x="123714" y="99376"/>
                </a:lnTo>
                <a:lnTo>
                  <a:pt x="117086" y="110265"/>
                </a:lnTo>
                <a:lnTo>
                  <a:pt x="108914" y="119960"/>
                </a:lnTo>
                <a:lnTo>
                  <a:pt x="99447" y="128167"/>
                </a:lnTo>
                <a:lnTo>
                  <a:pt x="88974" y="134637"/>
                </a:lnTo>
                <a:lnTo>
                  <a:pt x="77811" y="139172"/>
                </a:lnTo>
                <a:lnTo>
                  <a:pt x="66298" y="141635"/>
                </a:lnTo>
                <a:lnTo>
                  <a:pt x="54786" y="141951"/>
                </a:lnTo>
                <a:lnTo>
                  <a:pt x="43623" y="140110"/>
                </a:lnTo>
                <a:lnTo>
                  <a:pt x="33149" y="136169"/>
                </a:lnTo>
                <a:lnTo>
                  <a:pt x="23683" y="130247"/>
                </a:lnTo>
                <a:lnTo>
                  <a:pt x="15511" y="122524"/>
                </a:lnTo>
                <a:lnTo>
                  <a:pt x="8882" y="113235"/>
                </a:lnTo>
                <a:lnTo>
                  <a:pt x="3998" y="102661"/>
                </a:lnTo>
                <a:lnTo>
                  <a:pt x="1007" y="91125"/>
                </a:ln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31" name="Shape 29"/>
          <p:cNvSpPr/>
          <p:nvPr/>
        </p:nvSpPr>
        <p:spPr>
          <a:xfrm>
            <a:off x="2420275" y="2722631"/>
            <a:ext cx="143156" cy="189931"/>
          </a:xfrm>
          <a:custGeom>
            <a:avLst/>
            <a:gdLst/>
            <a:ahLst/>
            <a:cxnLst/>
            <a:rect l="l" t="t" r="r" b="b"/>
            <a:pathLst>
              <a:path w="143156" h="189931">
                <a:moveTo>
                  <a:pt x="0" y="0"/>
                </a:moveTo>
                <a:lnTo>
                  <a:pt x="23587" y="2999"/>
                </a:lnTo>
                <a:lnTo>
                  <a:pt x="46152" y="9639"/>
                </a:lnTo>
                <a:lnTo>
                  <a:pt x="67238" y="19785"/>
                </a:lnTo>
                <a:lnTo>
                  <a:pt x="86415" y="33231"/>
                </a:lnTo>
                <a:lnTo>
                  <a:pt x="103292" y="49702"/>
                </a:lnTo>
                <a:lnTo>
                  <a:pt x="117526" y="68864"/>
                </a:lnTo>
                <a:lnTo>
                  <a:pt x="128826" y="90327"/>
                </a:lnTo>
                <a:lnTo>
                  <a:pt x="136964" y="113652"/>
                </a:lnTo>
                <a:lnTo>
                  <a:pt x="141773" y="138367"/>
                </a:lnTo>
                <a:lnTo>
                  <a:pt x="143156" y="163967"/>
                </a:lnTo>
                <a:lnTo>
                  <a:pt x="141083" y="189931"/>
                </a:lnTo>
                <a:close/>
              </a:path>
            </a:pathLst>
          </a:custGeom>
          <a:solidFill>
            <a:srgbClr val="E0E0E0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457200" y="5120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정면 사선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358308" y="2290870"/>
            <a:ext cx="1512289" cy="1030325"/>
          </a:xfrm>
          <a:custGeom>
            <a:avLst/>
            <a:gdLst/>
            <a:ahLst/>
            <a:cxnLst/>
            <a:rect l="l" t="t" r="r" b="b"/>
            <a:pathLst>
              <a:path w="1512289" h="1030325">
                <a:moveTo>
                  <a:pt x="0" y="915884"/>
                </a:moveTo>
                <a:lnTo>
                  <a:pt x="0" y="0"/>
                </a:lnTo>
                <a:lnTo>
                  <a:pt x="1512289" y="114440"/>
                </a:lnTo>
                <a:lnTo>
                  <a:pt x="1512289" y="1030325"/>
                </a:lnTo>
                <a:close/>
              </a:path>
            </a:pathLst>
          </a:custGeom>
          <a:solidFill>
            <a:srgbClr val="B1B1B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358308" y="2050765"/>
            <a:ext cx="1932616" cy="354545"/>
          </a:xfrm>
          <a:custGeom>
            <a:avLst/>
            <a:gdLst/>
            <a:ahLst/>
            <a:cxnLst/>
            <a:rect l="l" t="t" r="r" b="b"/>
            <a:pathLst>
              <a:path w="1932616" h="354545">
                <a:moveTo>
                  <a:pt x="420327" y="0"/>
                </a:moveTo>
                <a:lnTo>
                  <a:pt x="1932616" y="114440"/>
                </a:lnTo>
                <a:lnTo>
                  <a:pt x="1512289" y="354545"/>
                </a:lnTo>
                <a:lnTo>
                  <a:pt x="0" y="240104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870597" y="2165206"/>
            <a:ext cx="420327" cy="1155989"/>
          </a:xfrm>
          <a:custGeom>
            <a:avLst/>
            <a:gdLst/>
            <a:ahLst/>
            <a:cxnLst/>
            <a:rect l="l" t="t" r="r" b="b"/>
            <a:pathLst>
              <a:path w="420327" h="1155989">
                <a:moveTo>
                  <a:pt x="420327" y="915884"/>
                </a:moveTo>
                <a:lnTo>
                  <a:pt x="0" y="1155989"/>
                </a:lnTo>
                <a:lnTo>
                  <a:pt x="0" y="240104"/>
                </a:lnTo>
                <a:lnTo>
                  <a:pt x="420327" y="0"/>
                </a:lnTo>
                <a:close/>
              </a:path>
            </a:pathLst>
          </a:custGeom>
          <a:solidFill>
            <a:srgbClr val="64646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539299" y="2240606"/>
            <a:ext cx="320249" cy="1098821"/>
          </a:xfrm>
          <a:custGeom>
            <a:avLst/>
            <a:gdLst/>
            <a:ahLst/>
            <a:cxnLst/>
            <a:rect l="l" t="t" r="r" b="b"/>
            <a:pathLst>
              <a:path w="320249" h="1098821">
                <a:moveTo>
                  <a:pt x="320249" y="915884"/>
                </a:moveTo>
                <a:lnTo>
                  <a:pt x="0" y="1098821"/>
                </a:lnTo>
                <a:lnTo>
                  <a:pt x="0" y="182937"/>
                </a:lnTo>
                <a:lnTo>
                  <a:pt x="320249" y="0"/>
                </a:lnTo>
                <a:close/>
              </a:path>
            </a:pathLst>
          </a:custGeom>
          <a:solidFill>
            <a:srgbClr val="26262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995694" y="2423543"/>
            <a:ext cx="543605" cy="915884"/>
          </a:xfrm>
          <a:custGeom>
            <a:avLst/>
            <a:gdLst/>
            <a:ahLst/>
            <a:cxnLst/>
            <a:rect l="l" t="t" r="r" b="b"/>
            <a:pathLst>
              <a:path w="543605" h="915884">
                <a:moveTo>
                  <a:pt x="0" y="611532"/>
                </a:moveTo>
                <a:lnTo>
                  <a:pt x="0" y="124968"/>
                </a:lnTo>
                <a:lnTo>
                  <a:pt x="543605" y="0"/>
                </a:lnTo>
                <a:lnTo>
                  <a:pt x="543605" y="915884"/>
                </a:lnTo>
                <a:close/>
              </a:path>
            </a:pathLst>
          </a:custGeom>
          <a:solidFill>
            <a:srgbClr val="77777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995694" y="2240606"/>
            <a:ext cx="863854" cy="307905"/>
          </a:xfrm>
          <a:custGeom>
            <a:avLst/>
            <a:gdLst/>
            <a:ahLst/>
            <a:cxnLst/>
            <a:rect l="l" t="t" r="r" b="b"/>
            <a:pathLst>
              <a:path w="863854" h="307905">
                <a:moveTo>
                  <a:pt x="0" y="307905"/>
                </a:moveTo>
                <a:lnTo>
                  <a:pt x="170132" y="210720"/>
                </a:lnTo>
                <a:lnTo>
                  <a:pt x="863854" y="0"/>
                </a:lnTo>
                <a:lnTo>
                  <a:pt x="543605" y="182937"/>
                </a:lnTo>
                <a:close/>
              </a:path>
            </a:pathLst>
          </a:custGeom>
          <a:solidFill>
            <a:srgbClr val="84848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599346" y="2796615"/>
            <a:ext cx="29017" cy="52650"/>
          </a:xfrm>
          <a:custGeom>
            <a:avLst/>
            <a:gdLst/>
            <a:ahLst/>
            <a:cxnLst/>
            <a:rect l="l" t="t" r="r" b="b"/>
            <a:pathLst>
              <a:path w="29017" h="52650">
                <a:moveTo>
                  <a:pt x="0" y="50569"/>
                </a:moveTo>
                <a:lnTo>
                  <a:pt x="1520" y="0"/>
                </a:lnTo>
                <a:lnTo>
                  <a:pt x="29017" y="2081"/>
                </a:lnTo>
                <a:lnTo>
                  <a:pt x="27496" y="52650"/>
                </a:lnTo>
                <a:close/>
              </a:path>
            </a:pathLst>
          </a:custGeom>
          <a:solidFill>
            <a:srgbClr val="6F6F6F"/>
          </a:solidFill>
          <a:ln w="6350">
            <a:solidFill>
              <a:srgbClr val="6F6F6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600866" y="2745846"/>
            <a:ext cx="32011" cy="52850"/>
          </a:xfrm>
          <a:custGeom>
            <a:avLst/>
            <a:gdLst/>
            <a:ahLst/>
            <a:cxnLst/>
            <a:rect l="l" t="t" r="r" b="b"/>
            <a:pathLst>
              <a:path w="32011" h="52850">
                <a:moveTo>
                  <a:pt x="0" y="50770"/>
                </a:moveTo>
                <a:lnTo>
                  <a:pt x="4515" y="0"/>
                </a:lnTo>
                <a:lnTo>
                  <a:pt x="32011" y="2081"/>
                </a:lnTo>
                <a:lnTo>
                  <a:pt x="27496" y="52850"/>
                </a:lnTo>
                <a:close/>
              </a:path>
            </a:pathLst>
          </a:custGeom>
          <a:solidFill>
            <a:srgbClr val="797979"/>
          </a:solidFill>
          <a:ln w="6350">
            <a:solidFill>
              <a:srgbClr val="79797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605381" y="2696418"/>
            <a:ext cx="34869" cy="51508"/>
          </a:xfrm>
          <a:custGeom>
            <a:avLst/>
            <a:gdLst/>
            <a:ahLst/>
            <a:cxnLst/>
            <a:rect l="l" t="t" r="r" b="b"/>
            <a:pathLst>
              <a:path w="34869" h="51508">
                <a:moveTo>
                  <a:pt x="0" y="49427"/>
                </a:moveTo>
                <a:lnTo>
                  <a:pt x="7372" y="0"/>
                </a:lnTo>
                <a:lnTo>
                  <a:pt x="34869" y="2081"/>
                </a:lnTo>
                <a:lnTo>
                  <a:pt x="27496" y="51508"/>
                </a:lnTo>
                <a:close/>
              </a:path>
            </a:pathLst>
          </a:custGeom>
          <a:solidFill>
            <a:srgbClr val="818181"/>
          </a:solidFill>
          <a:ln w="6350">
            <a:solidFill>
              <a:srgbClr val="81818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612754" y="2649835"/>
            <a:ext cx="37502" cy="48664"/>
          </a:xfrm>
          <a:custGeom>
            <a:avLst/>
            <a:gdLst/>
            <a:ahLst/>
            <a:cxnLst/>
            <a:rect l="l" t="t" r="r" b="b"/>
            <a:pathLst>
              <a:path w="37502" h="48664">
                <a:moveTo>
                  <a:pt x="0" y="46583"/>
                </a:moveTo>
                <a:lnTo>
                  <a:pt x="10006" y="0"/>
                </a:lnTo>
                <a:lnTo>
                  <a:pt x="37502" y="2081"/>
                </a:lnTo>
                <a:lnTo>
                  <a:pt x="27496" y="48664"/>
                </a:lnTo>
                <a:close/>
              </a:path>
            </a:pathLst>
          </a:custGeom>
          <a:solidFill>
            <a:srgbClr val="888888"/>
          </a:solidFill>
          <a:ln w="6350">
            <a:solidFill>
              <a:srgbClr val="88888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622759" y="2607511"/>
            <a:ext cx="39831" cy="44405"/>
          </a:xfrm>
          <a:custGeom>
            <a:avLst/>
            <a:gdLst/>
            <a:ahLst/>
            <a:cxnLst/>
            <a:rect l="l" t="t" r="r" b="b"/>
            <a:pathLst>
              <a:path w="39831" h="44405">
                <a:moveTo>
                  <a:pt x="0" y="42324"/>
                </a:moveTo>
                <a:lnTo>
                  <a:pt x="12335" y="0"/>
                </a:lnTo>
                <a:lnTo>
                  <a:pt x="39831" y="2081"/>
                </a:lnTo>
                <a:lnTo>
                  <a:pt x="27496" y="44405"/>
                </a:lnTo>
                <a:close/>
              </a:path>
            </a:pathLst>
          </a:custGeom>
          <a:solidFill>
            <a:srgbClr val="8C8C8C"/>
          </a:solidFill>
          <a:ln w="6350">
            <a:solidFill>
              <a:srgbClr val="8C8C8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635095" y="2570732"/>
            <a:ext cx="41786" cy="38860"/>
          </a:xfrm>
          <a:custGeom>
            <a:avLst/>
            <a:gdLst/>
            <a:ahLst/>
            <a:cxnLst/>
            <a:rect l="l" t="t" r="r" b="b"/>
            <a:pathLst>
              <a:path w="41786" h="38860">
                <a:moveTo>
                  <a:pt x="0" y="36779"/>
                </a:moveTo>
                <a:lnTo>
                  <a:pt x="14290" y="0"/>
                </a:lnTo>
                <a:lnTo>
                  <a:pt x="41786" y="2081"/>
                </a:lnTo>
                <a:lnTo>
                  <a:pt x="27496" y="38860"/>
                </a:lnTo>
                <a:close/>
              </a:path>
            </a:pathLst>
          </a:custGeom>
          <a:solidFill>
            <a:srgbClr val="8D8D8D"/>
          </a:solidFill>
          <a:ln w="6350">
            <a:solidFill>
              <a:srgbClr val="8D8D8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649385" y="2540616"/>
            <a:ext cx="43306" cy="32197"/>
          </a:xfrm>
          <a:custGeom>
            <a:avLst/>
            <a:gdLst/>
            <a:ahLst/>
            <a:cxnLst/>
            <a:rect l="l" t="t" r="r" b="b"/>
            <a:pathLst>
              <a:path w="43306" h="32197">
                <a:moveTo>
                  <a:pt x="0" y="30116"/>
                </a:moveTo>
                <a:lnTo>
                  <a:pt x="15810" y="0"/>
                </a:lnTo>
                <a:lnTo>
                  <a:pt x="43306" y="2081"/>
                </a:lnTo>
                <a:lnTo>
                  <a:pt x="27496" y="32197"/>
                </a:lnTo>
                <a:close/>
              </a:path>
            </a:pathLst>
          </a:custGeom>
          <a:solidFill>
            <a:srgbClr val="8D8D8D"/>
          </a:solidFill>
          <a:ln w="6350">
            <a:solidFill>
              <a:srgbClr val="8D8D8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665195" y="2518078"/>
            <a:ext cx="44346" cy="24619"/>
          </a:xfrm>
          <a:custGeom>
            <a:avLst/>
            <a:gdLst/>
            <a:ahLst/>
            <a:cxnLst/>
            <a:rect l="l" t="t" r="r" b="b"/>
            <a:pathLst>
              <a:path w="44346" h="24619">
                <a:moveTo>
                  <a:pt x="0" y="22538"/>
                </a:moveTo>
                <a:lnTo>
                  <a:pt x="16850" y="0"/>
                </a:lnTo>
                <a:lnTo>
                  <a:pt x="44346" y="2081"/>
                </a:lnTo>
                <a:lnTo>
                  <a:pt x="27496" y="24619"/>
                </a:lnTo>
                <a:close/>
              </a:path>
            </a:pathLst>
          </a:custGeom>
          <a:solidFill>
            <a:srgbClr val="898989"/>
          </a:solidFill>
          <a:ln w="6350">
            <a:solidFill>
              <a:srgbClr val="898989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682045" y="2503803"/>
            <a:ext cx="44874" cy="16356"/>
          </a:xfrm>
          <a:custGeom>
            <a:avLst/>
            <a:gdLst/>
            <a:ahLst/>
            <a:cxnLst/>
            <a:rect l="l" t="t" r="r" b="b"/>
            <a:pathLst>
              <a:path w="44874" h="16356">
                <a:moveTo>
                  <a:pt x="0" y="14275"/>
                </a:moveTo>
                <a:lnTo>
                  <a:pt x="17378" y="0"/>
                </a:lnTo>
                <a:lnTo>
                  <a:pt x="44874" y="2081"/>
                </a:lnTo>
                <a:lnTo>
                  <a:pt x="27496" y="16356"/>
                </a:lnTo>
                <a:close/>
              </a:path>
            </a:pathLst>
          </a:custGeom>
          <a:solidFill>
            <a:srgbClr val="848484"/>
          </a:solidFill>
          <a:ln w="6350">
            <a:solidFill>
              <a:srgbClr val="84848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699424" y="2498224"/>
            <a:ext cx="44874" cy="7660"/>
          </a:xfrm>
          <a:custGeom>
            <a:avLst/>
            <a:gdLst/>
            <a:ahLst/>
            <a:cxnLst/>
            <a:rect l="l" t="t" r="r" b="b"/>
            <a:pathLst>
              <a:path w="44874" h="7660">
                <a:moveTo>
                  <a:pt x="0" y="5579"/>
                </a:moveTo>
                <a:lnTo>
                  <a:pt x="17378" y="0"/>
                </a:lnTo>
                <a:lnTo>
                  <a:pt x="44874" y="2081"/>
                </a:lnTo>
                <a:lnTo>
                  <a:pt x="27496" y="7660"/>
                </a:lnTo>
                <a:close/>
              </a:path>
            </a:pathLst>
          </a:custGeom>
          <a:solidFill>
            <a:srgbClr val="7C7C7C"/>
          </a:solidFill>
          <a:ln w="6350">
            <a:solidFill>
              <a:srgbClr val="7C7C7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665195" y="3078522"/>
            <a:ext cx="44346" cy="5368"/>
          </a:xfrm>
          <a:custGeom>
            <a:avLst/>
            <a:gdLst/>
            <a:ahLst/>
            <a:cxnLst/>
            <a:rect l="l" t="t" r="r" b="b"/>
            <a:pathLst>
              <a:path w="44346" h="5368">
                <a:moveTo>
                  <a:pt x="16850" y="3287"/>
                </a:moveTo>
                <a:lnTo>
                  <a:pt x="0" y="0"/>
                </a:lnTo>
                <a:lnTo>
                  <a:pt x="27496" y="2081"/>
                </a:lnTo>
                <a:lnTo>
                  <a:pt x="44346" y="5368"/>
                </a:lnTo>
                <a:close/>
              </a:path>
            </a:pathLst>
          </a:custGeom>
          <a:solidFill>
            <a:srgbClr val="3D3D3D"/>
          </a:solidFill>
          <a:ln w="6350">
            <a:solidFill>
              <a:srgbClr val="3D3D3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649385" y="3066469"/>
            <a:ext cx="43306" cy="14134"/>
          </a:xfrm>
          <a:custGeom>
            <a:avLst/>
            <a:gdLst/>
            <a:ahLst/>
            <a:cxnLst/>
            <a:rect l="l" t="t" r="r" b="b"/>
            <a:pathLst>
              <a:path w="43306" h="14134">
                <a:moveTo>
                  <a:pt x="15810" y="12053"/>
                </a:moveTo>
                <a:lnTo>
                  <a:pt x="0" y="0"/>
                </a:lnTo>
                <a:lnTo>
                  <a:pt x="27496" y="2081"/>
                </a:lnTo>
                <a:lnTo>
                  <a:pt x="43306" y="14134"/>
                </a:lnTo>
                <a:close/>
              </a:path>
            </a:pathLst>
          </a:custGeom>
          <a:solidFill>
            <a:srgbClr val="3D3D3D"/>
          </a:solidFill>
          <a:ln w="6350">
            <a:solidFill>
              <a:srgbClr val="3D3D3D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635095" y="3046016"/>
            <a:ext cx="41786" cy="22534"/>
          </a:xfrm>
          <a:custGeom>
            <a:avLst/>
            <a:gdLst/>
            <a:ahLst/>
            <a:cxnLst/>
            <a:rect l="l" t="t" r="r" b="b"/>
            <a:pathLst>
              <a:path w="41786" h="22534">
                <a:moveTo>
                  <a:pt x="14290" y="20453"/>
                </a:moveTo>
                <a:lnTo>
                  <a:pt x="0" y="0"/>
                </a:lnTo>
                <a:lnTo>
                  <a:pt x="27496" y="2081"/>
                </a:lnTo>
                <a:lnTo>
                  <a:pt x="41786" y="22534"/>
                </a:lnTo>
                <a:close/>
              </a:path>
            </a:pathLst>
          </a:custGeom>
          <a:solidFill>
            <a:srgbClr val="3D3D3D"/>
          </a:solidFill>
          <a:ln w="6350">
            <a:solidFill>
              <a:srgbClr val="3D3D3D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622759" y="3017784"/>
            <a:ext cx="39831" cy="30312"/>
          </a:xfrm>
          <a:custGeom>
            <a:avLst/>
            <a:gdLst/>
            <a:ahLst/>
            <a:cxnLst/>
            <a:rect l="l" t="t" r="r" b="b"/>
            <a:pathLst>
              <a:path w="39831" h="30312">
                <a:moveTo>
                  <a:pt x="12335" y="28231"/>
                </a:moveTo>
                <a:lnTo>
                  <a:pt x="0" y="0"/>
                </a:lnTo>
                <a:lnTo>
                  <a:pt x="27496" y="2081"/>
                </a:lnTo>
                <a:lnTo>
                  <a:pt x="39831" y="30312"/>
                </a:lnTo>
                <a:close/>
              </a:path>
            </a:pathLst>
          </a:custGeom>
          <a:solidFill>
            <a:srgbClr val="3D3D3D"/>
          </a:solidFill>
          <a:ln w="6350">
            <a:solidFill>
              <a:srgbClr val="3D3D3D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612754" y="2982632"/>
            <a:ext cx="37502" cy="37233"/>
          </a:xfrm>
          <a:custGeom>
            <a:avLst/>
            <a:gdLst/>
            <a:ahLst/>
            <a:cxnLst/>
            <a:rect l="l" t="t" r="r" b="b"/>
            <a:pathLst>
              <a:path w="37502" h="37233">
                <a:moveTo>
                  <a:pt x="10006" y="35152"/>
                </a:moveTo>
                <a:lnTo>
                  <a:pt x="0" y="0"/>
                </a:lnTo>
                <a:lnTo>
                  <a:pt x="27496" y="2081"/>
                </a:lnTo>
                <a:lnTo>
                  <a:pt x="37502" y="37233"/>
                </a:lnTo>
                <a:close/>
              </a:path>
            </a:pathLst>
          </a:custGeom>
          <a:solidFill>
            <a:srgbClr val="3D3D3D"/>
          </a:solidFill>
          <a:ln w="6350">
            <a:solidFill>
              <a:srgbClr val="3D3D3D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605381" y="2941628"/>
            <a:ext cx="34869" cy="43085"/>
          </a:xfrm>
          <a:custGeom>
            <a:avLst/>
            <a:gdLst/>
            <a:ahLst/>
            <a:cxnLst/>
            <a:rect l="l" t="t" r="r" b="b"/>
            <a:pathLst>
              <a:path w="34869" h="43085">
                <a:moveTo>
                  <a:pt x="7372" y="41005"/>
                </a:moveTo>
                <a:lnTo>
                  <a:pt x="0" y="0"/>
                </a:lnTo>
                <a:lnTo>
                  <a:pt x="27496" y="2081"/>
                </a:lnTo>
                <a:lnTo>
                  <a:pt x="34869" y="43085"/>
                </a:lnTo>
                <a:close/>
              </a:path>
            </a:pathLst>
          </a:custGeom>
          <a:solidFill>
            <a:srgbClr val="484848"/>
          </a:solidFill>
          <a:ln w="6350">
            <a:solidFill>
              <a:srgbClr val="48484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600866" y="2896016"/>
            <a:ext cx="32011" cy="47692"/>
          </a:xfrm>
          <a:custGeom>
            <a:avLst/>
            <a:gdLst/>
            <a:ahLst/>
            <a:cxnLst/>
            <a:rect l="l" t="t" r="r" b="b"/>
            <a:pathLst>
              <a:path w="32011" h="47692">
                <a:moveTo>
                  <a:pt x="4515" y="45611"/>
                </a:moveTo>
                <a:lnTo>
                  <a:pt x="0" y="0"/>
                </a:lnTo>
                <a:lnTo>
                  <a:pt x="27496" y="2081"/>
                </a:lnTo>
                <a:lnTo>
                  <a:pt x="32011" y="47692"/>
                </a:lnTo>
                <a:close/>
              </a:path>
            </a:pathLst>
          </a:custGeom>
          <a:solidFill>
            <a:srgbClr val="565656"/>
          </a:solidFill>
          <a:ln w="6350">
            <a:solidFill>
              <a:srgbClr val="56565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599346" y="2847184"/>
            <a:ext cx="29017" cy="50913"/>
          </a:xfrm>
          <a:custGeom>
            <a:avLst/>
            <a:gdLst/>
            <a:ahLst/>
            <a:cxnLst/>
            <a:rect l="l" t="t" r="r" b="b"/>
            <a:pathLst>
              <a:path w="29017" h="50913">
                <a:moveTo>
                  <a:pt x="1520" y="48832"/>
                </a:moveTo>
                <a:lnTo>
                  <a:pt x="0" y="0"/>
                </a:lnTo>
                <a:lnTo>
                  <a:pt x="27496" y="2081"/>
                </a:lnTo>
                <a:lnTo>
                  <a:pt x="29017" y="50913"/>
                </a:lnTo>
                <a:close/>
              </a:path>
            </a:pathLst>
          </a:custGeom>
          <a:solidFill>
            <a:srgbClr val="636363"/>
          </a:solidFill>
          <a:ln w="6350">
            <a:solidFill>
              <a:srgbClr val="636363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599346" y="2498224"/>
            <a:ext cx="227652" cy="585666"/>
          </a:xfrm>
          <a:custGeom>
            <a:avLst/>
            <a:gdLst/>
            <a:ahLst/>
            <a:cxnLst/>
            <a:rect l="l" t="t" r="r" b="b"/>
            <a:pathLst>
              <a:path w="227652" h="585666">
                <a:moveTo>
                  <a:pt x="0" y="348960"/>
                </a:moveTo>
                <a:lnTo>
                  <a:pt x="1520" y="298391"/>
                </a:lnTo>
                <a:lnTo>
                  <a:pt x="6035" y="247622"/>
                </a:lnTo>
                <a:lnTo>
                  <a:pt x="13408" y="198194"/>
                </a:lnTo>
                <a:lnTo>
                  <a:pt x="23414" y="151611"/>
                </a:lnTo>
                <a:lnTo>
                  <a:pt x="35749" y="109287"/>
                </a:lnTo>
                <a:lnTo>
                  <a:pt x="50039" y="72508"/>
                </a:lnTo>
                <a:lnTo>
                  <a:pt x="65849" y="42392"/>
                </a:lnTo>
                <a:lnTo>
                  <a:pt x="82699" y="19854"/>
                </a:lnTo>
                <a:lnTo>
                  <a:pt x="100078" y="5579"/>
                </a:lnTo>
                <a:lnTo>
                  <a:pt x="117456" y="0"/>
                </a:lnTo>
                <a:lnTo>
                  <a:pt x="144952" y="2081"/>
                </a:lnTo>
                <a:lnTo>
                  <a:pt x="161803" y="5368"/>
                </a:lnTo>
                <a:lnTo>
                  <a:pt x="177613" y="17421"/>
                </a:lnTo>
                <a:lnTo>
                  <a:pt x="191903" y="37874"/>
                </a:lnTo>
                <a:lnTo>
                  <a:pt x="204238" y="66106"/>
                </a:lnTo>
                <a:lnTo>
                  <a:pt x="214244" y="101258"/>
                </a:lnTo>
                <a:lnTo>
                  <a:pt x="221616" y="142262"/>
                </a:lnTo>
                <a:lnTo>
                  <a:pt x="226131" y="187874"/>
                </a:lnTo>
                <a:lnTo>
                  <a:pt x="227652" y="236706"/>
                </a:lnTo>
                <a:lnTo>
                  <a:pt x="226131" y="287275"/>
                </a:lnTo>
                <a:lnTo>
                  <a:pt x="221616" y="338044"/>
                </a:lnTo>
                <a:lnTo>
                  <a:pt x="214244" y="387472"/>
                </a:lnTo>
                <a:lnTo>
                  <a:pt x="204238" y="434055"/>
                </a:lnTo>
                <a:lnTo>
                  <a:pt x="191903" y="476379"/>
                </a:lnTo>
                <a:lnTo>
                  <a:pt x="177613" y="513158"/>
                </a:lnTo>
                <a:lnTo>
                  <a:pt x="161803" y="543274"/>
                </a:lnTo>
                <a:lnTo>
                  <a:pt x="144952" y="565812"/>
                </a:lnTo>
                <a:lnTo>
                  <a:pt x="127574" y="580087"/>
                </a:lnTo>
                <a:lnTo>
                  <a:pt x="110196" y="585666"/>
                </a:lnTo>
                <a:lnTo>
                  <a:pt x="82699" y="583585"/>
                </a:lnTo>
                <a:lnTo>
                  <a:pt x="65849" y="580298"/>
                </a:lnTo>
                <a:lnTo>
                  <a:pt x="50039" y="568245"/>
                </a:lnTo>
                <a:lnTo>
                  <a:pt x="35749" y="547792"/>
                </a:lnTo>
                <a:lnTo>
                  <a:pt x="23414" y="519560"/>
                </a:lnTo>
                <a:lnTo>
                  <a:pt x="13408" y="484408"/>
                </a:lnTo>
                <a:lnTo>
                  <a:pt x="6035" y="443404"/>
                </a:lnTo>
                <a:lnTo>
                  <a:pt x="1520" y="397792"/>
                </a:lnTo>
                <a:close/>
              </a:path>
            </a:pathLst>
          </a:custGeom>
          <a:ln w="12700">
            <a:solidFill>
              <a:srgbClr val="00000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626842" y="2500305"/>
            <a:ext cx="200156" cy="583585"/>
          </a:xfrm>
          <a:custGeom>
            <a:avLst/>
            <a:gdLst/>
            <a:ahLst/>
            <a:cxnLst/>
            <a:rect l="l" t="t" r="r" b="b"/>
            <a:pathLst>
              <a:path w="200156" h="583585">
                <a:moveTo>
                  <a:pt x="0" y="348960"/>
                </a:moveTo>
                <a:lnTo>
                  <a:pt x="1520" y="298391"/>
                </a:lnTo>
                <a:lnTo>
                  <a:pt x="6035" y="247622"/>
                </a:lnTo>
                <a:lnTo>
                  <a:pt x="13408" y="198194"/>
                </a:lnTo>
                <a:lnTo>
                  <a:pt x="23414" y="151611"/>
                </a:lnTo>
                <a:lnTo>
                  <a:pt x="35749" y="109287"/>
                </a:lnTo>
                <a:lnTo>
                  <a:pt x="50039" y="72508"/>
                </a:lnTo>
                <a:lnTo>
                  <a:pt x="65849" y="42392"/>
                </a:lnTo>
                <a:lnTo>
                  <a:pt x="82699" y="19854"/>
                </a:lnTo>
                <a:lnTo>
                  <a:pt x="100078" y="5579"/>
                </a:lnTo>
                <a:lnTo>
                  <a:pt x="117456" y="0"/>
                </a:lnTo>
                <a:lnTo>
                  <a:pt x="134306" y="3287"/>
                </a:lnTo>
                <a:lnTo>
                  <a:pt x="150117" y="15340"/>
                </a:lnTo>
                <a:lnTo>
                  <a:pt x="164407" y="35793"/>
                </a:lnTo>
                <a:lnTo>
                  <a:pt x="176742" y="64025"/>
                </a:lnTo>
                <a:lnTo>
                  <a:pt x="186748" y="99177"/>
                </a:lnTo>
                <a:lnTo>
                  <a:pt x="194120" y="140182"/>
                </a:lnTo>
                <a:lnTo>
                  <a:pt x="198635" y="185793"/>
                </a:lnTo>
                <a:lnTo>
                  <a:pt x="200156" y="234625"/>
                </a:lnTo>
                <a:lnTo>
                  <a:pt x="198635" y="285194"/>
                </a:lnTo>
                <a:lnTo>
                  <a:pt x="194120" y="335963"/>
                </a:lnTo>
                <a:lnTo>
                  <a:pt x="186748" y="385391"/>
                </a:lnTo>
                <a:lnTo>
                  <a:pt x="176742" y="431974"/>
                </a:lnTo>
                <a:lnTo>
                  <a:pt x="164407" y="474298"/>
                </a:lnTo>
                <a:lnTo>
                  <a:pt x="150117" y="511077"/>
                </a:lnTo>
                <a:lnTo>
                  <a:pt x="134306" y="541193"/>
                </a:lnTo>
                <a:lnTo>
                  <a:pt x="117456" y="563731"/>
                </a:lnTo>
                <a:lnTo>
                  <a:pt x="100078" y="578006"/>
                </a:lnTo>
                <a:lnTo>
                  <a:pt x="82699" y="583585"/>
                </a:lnTo>
                <a:lnTo>
                  <a:pt x="65849" y="580298"/>
                </a:lnTo>
                <a:lnTo>
                  <a:pt x="50039" y="568245"/>
                </a:lnTo>
                <a:lnTo>
                  <a:pt x="35749" y="547792"/>
                </a:lnTo>
                <a:lnTo>
                  <a:pt x="23414" y="519560"/>
                </a:lnTo>
                <a:lnTo>
                  <a:pt x="13408" y="484408"/>
                </a:lnTo>
                <a:lnTo>
                  <a:pt x="6035" y="443404"/>
                </a:lnTo>
                <a:lnTo>
                  <a:pt x="1520" y="397792"/>
                </a:lnTo>
                <a:close/>
              </a:path>
            </a:pathLst>
          </a:custGeom>
          <a:solidFill>
            <a:srgbClr val="3D3D3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646857" y="2558663"/>
            <a:ext cx="160125" cy="466868"/>
          </a:xfrm>
          <a:custGeom>
            <a:avLst/>
            <a:gdLst/>
            <a:ahLst/>
            <a:cxnLst/>
            <a:rect l="l" t="t" r="r" b="b"/>
            <a:pathLst>
              <a:path w="160125" h="466868">
                <a:moveTo>
                  <a:pt x="0" y="279168"/>
                </a:moveTo>
                <a:lnTo>
                  <a:pt x="1216" y="238713"/>
                </a:lnTo>
                <a:lnTo>
                  <a:pt x="4828" y="198097"/>
                </a:lnTo>
                <a:lnTo>
                  <a:pt x="10726" y="158556"/>
                </a:lnTo>
                <a:lnTo>
                  <a:pt x="18731" y="121289"/>
                </a:lnTo>
                <a:lnTo>
                  <a:pt x="28599" y="87429"/>
                </a:lnTo>
                <a:lnTo>
                  <a:pt x="40031" y="58006"/>
                </a:lnTo>
                <a:lnTo>
                  <a:pt x="52679" y="33914"/>
                </a:lnTo>
                <a:lnTo>
                  <a:pt x="66160" y="15883"/>
                </a:lnTo>
                <a:lnTo>
                  <a:pt x="80062" y="4463"/>
                </a:lnTo>
                <a:lnTo>
                  <a:pt x="93965" y="0"/>
                </a:lnTo>
                <a:lnTo>
                  <a:pt x="107445" y="2630"/>
                </a:lnTo>
                <a:lnTo>
                  <a:pt x="120093" y="12272"/>
                </a:lnTo>
                <a:lnTo>
                  <a:pt x="131525" y="28635"/>
                </a:lnTo>
                <a:lnTo>
                  <a:pt x="141394" y="51220"/>
                </a:lnTo>
                <a:lnTo>
                  <a:pt x="149398" y="79342"/>
                </a:lnTo>
                <a:lnTo>
                  <a:pt x="155296" y="112145"/>
                </a:lnTo>
                <a:lnTo>
                  <a:pt x="158908" y="148634"/>
                </a:lnTo>
                <a:lnTo>
                  <a:pt x="160125" y="187700"/>
                </a:lnTo>
                <a:lnTo>
                  <a:pt x="158908" y="228155"/>
                </a:lnTo>
                <a:lnTo>
                  <a:pt x="155296" y="268771"/>
                </a:lnTo>
                <a:lnTo>
                  <a:pt x="149398" y="308313"/>
                </a:lnTo>
                <a:lnTo>
                  <a:pt x="141394" y="345579"/>
                </a:lnTo>
                <a:lnTo>
                  <a:pt x="131525" y="379439"/>
                </a:lnTo>
                <a:lnTo>
                  <a:pt x="120093" y="408862"/>
                </a:lnTo>
                <a:lnTo>
                  <a:pt x="107445" y="432955"/>
                </a:lnTo>
                <a:lnTo>
                  <a:pt x="93965" y="450985"/>
                </a:lnTo>
                <a:lnTo>
                  <a:pt x="80062" y="462405"/>
                </a:lnTo>
                <a:lnTo>
                  <a:pt x="66160" y="466868"/>
                </a:lnTo>
                <a:lnTo>
                  <a:pt x="52679" y="464239"/>
                </a:lnTo>
                <a:lnTo>
                  <a:pt x="40031" y="454596"/>
                </a:lnTo>
                <a:lnTo>
                  <a:pt x="28599" y="438233"/>
                </a:lnTo>
                <a:lnTo>
                  <a:pt x="18731" y="415648"/>
                </a:lnTo>
                <a:lnTo>
                  <a:pt x="10726" y="387527"/>
                </a:lnTo>
                <a:lnTo>
                  <a:pt x="4828" y="354723"/>
                </a:lnTo>
                <a:lnTo>
                  <a:pt x="1216" y="318234"/>
                </a:lnTo>
                <a:close/>
              </a:path>
            </a:pathLst>
          </a:custGeom>
          <a:solidFill>
            <a:srgbClr val="1A1A1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674879" y="2640365"/>
            <a:ext cx="104081" cy="303464"/>
          </a:xfrm>
          <a:custGeom>
            <a:avLst/>
            <a:gdLst/>
            <a:ahLst/>
            <a:cxnLst/>
            <a:rect l="l" t="t" r="r" b="b"/>
            <a:pathLst>
              <a:path w="104081" h="303464">
                <a:moveTo>
                  <a:pt x="0" y="181459"/>
                </a:moveTo>
                <a:lnTo>
                  <a:pt x="791" y="155164"/>
                </a:lnTo>
                <a:lnTo>
                  <a:pt x="3138" y="128763"/>
                </a:lnTo>
                <a:lnTo>
                  <a:pt x="6972" y="103061"/>
                </a:lnTo>
                <a:lnTo>
                  <a:pt x="12175" y="78838"/>
                </a:lnTo>
                <a:lnTo>
                  <a:pt x="18590" y="56829"/>
                </a:lnTo>
                <a:lnTo>
                  <a:pt x="26020" y="37704"/>
                </a:lnTo>
                <a:lnTo>
                  <a:pt x="34242" y="22044"/>
                </a:lnTo>
                <a:lnTo>
                  <a:pt x="43004" y="10324"/>
                </a:lnTo>
                <a:lnTo>
                  <a:pt x="52040" y="2901"/>
                </a:lnTo>
                <a:lnTo>
                  <a:pt x="61077" y="0"/>
                </a:lnTo>
                <a:lnTo>
                  <a:pt x="69839" y="1709"/>
                </a:lnTo>
                <a:lnTo>
                  <a:pt x="78061" y="7977"/>
                </a:lnTo>
                <a:lnTo>
                  <a:pt x="85491" y="18613"/>
                </a:lnTo>
                <a:lnTo>
                  <a:pt x="91906" y="33293"/>
                </a:lnTo>
                <a:lnTo>
                  <a:pt x="97109" y="51572"/>
                </a:lnTo>
                <a:lnTo>
                  <a:pt x="100943" y="72894"/>
                </a:lnTo>
                <a:lnTo>
                  <a:pt x="103290" y="96612"/>
                </a:lnTo>
                <a:lnTo>
                  <a:pt x="104081" y="122005"/>
                </a:lnTo>
                <a:lnTo>
                  <a:pt x="103290" y="148301"/>
                </a:lnTo>
                <a:lnTo>
                  <a:pt x="100943" y="174701"/>
                </a:lnTo>
                <a:lnTo>
                  <a:pt x="97109" y="200403"/>
                </a:lnTo>
                <a:lnTo>
                  <a:pt x="91906" y="224627"/>
                </a:lnTo>
                <a:lnTo>
                  <a:pt x="85491" y="246635"/>
                </a:lnTo>
                <a:lnTo>
                  <a:pt x="78061" y="265760"/>
                </a:lnTo>
                <a:lnTo>
                  <a:pt x="69839" y="281420"/>
                </a:lnTo>
                <a:lnTo>
                  <a:pt x="61077" y="293140"/>
                </a:lnTo>
                <a:lnTo>
                  <a:pt x="52040" y="300563"/>
                </a:lnTo>
                <a:lnTo>
                  <a:pt x="43004" y="303464"/>
                </a:lnTo>
                <a:lnTo>
                  <a:pt x="34242" y="301755"/>
                </a:lnTo>
                <a:lnTo>
                  <a:pt x="26020" y="295487"/>
                </a:lnTo>
                <a:lnTo>
                  <a:pt x="18590" y="284852"/>
                </a:lnTo>
                <a:lnTo>
                  <a:pt x="12175" y="270171"/>
                </a:lnTo>
                <a:lnTo>
                  <a:pt x="6972" y="251892"/>
                </a:lnTo>
                <a:lnTo>
                  <a:pt x="3138" y="230570"/>
                </a:lnTo>
                <a:lnTo>
                  <a:pt x="791" y="206852"/>
                </a:ln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61" name="Shape 59"/>
          <p:cNvSpPr/>
          <p:nvPr/>
        </p:nvSpPr>
        <p:spPr>
          <a:xfrm>
            <a:off x="6701900" y="2719149"/>
            <a:ext cx="50039" cy="145896"/>
          </a:xfrm>
          <a:custGeom>
            <a:avLst/>
            <a:gdLst/>
            <a:ahLst/>
            <a:cxnLst/>
            <a:rect l="l" t="t" r="r" b="b"/>
            <a:pathLst>
              <a:path w="50039" h="145896">
                <a:moveTo>
                  <a:pt x="0" y="87240"/>
                </a:moveTo>
                <a:lnTo>
                  <a:pt x="380" y="74598"/>
                </a:lnTo>
                <a:lnTo>
                  <a:pt x="1509" y="61905"/>
                </a:lnTo>
                <a:lnTo>
                  <a:pt x="3352" y="49549"/>
                </a:lnTo>
                <a:lnTo>
                  <a:pt x="5853" y="37903"/>
                </a:lnTo>
                <a:lnTo>
                  <a:pt x="8937" y="27322"/>
                </a:lnTo>
                <a:lnTo>
                  <a:pt x="12510" y="18127"/>
                </a:lnTo>
                <a:lnTo>
                  <a:pt x="16462" y="10598"/>
                </a:lnTo>
                <a:lnTo>
                  <a:pt x="20675" y="4964"/>
                </a:lnTo>
                <a:lnTo>
                  <a:pt x="25019" y="1395"/>
                </a:lnTo>
                <a:lnTo>
                  <a:pt x="29364" y="0"/>
                </a:lnTo>
                <a:lnTo>
                  <a:pt x="33577" y="822"/>
                </a:lnTo>
                <a:lnTo>
                  <a:pt x="37529" y="3835"/>
                </a:lnTo>
                <a:lnTo>
                  <a:pt x="41102" y="8948"/>
                </a:lnTo>
                <a:lnTo>
                  <a:pt x="44185" y="16006"/>
                </a:lnTo>
                <a:lnTo>
                  <a:pt x="46687" y="24794"/>
                </a:lnTo>
                <a:lnTo>
                  <a:pt x="48530" y="35045"/>
                </a:lnTo>
                <a:lnTo>
                  <a:pt x="49659" y="46448"/>
                </a:lnTo>
                <a:lnTo>
                  <a:pt x="50039" y="58656"/>
                </a:lnTo>
                <a:lnTo>
                  <a:pt x="49659" y="71298"/>
                </a:lnTo>
                <a:lnTo>
                  <a:pt x="48530" y="83991"/>
                </a:lnTo>
                <a:lnTo>
                  <a:pt x="46687" y="96348"/>
                </a:lnTo>
                <a:lnTo>
                  <a:pt x="44185" y="107994"/>
                </a:lnTo>
                <a:lnTo>
                  <a:pt x="41102" y="118575"/>
                </a:lnTo>
                <a:lnTo>
                  <a:pt x="37529" y="127769"/>
                </a:lnTo>
                <a:lnTo>
                  <a:pt x="33577" y="135298"/>
                </a:lnTo>
                <a:lnTo>
                  <a:pt x="29364" y="140933"/>
                </a:lnTo>
                <a:lnTo>
                  <a:pt x="25019" y="144502"/>
                </a:lnTo>
                <a:lnTo>
                  <a:pt x="20675" y="145896"/>
                </a:lnTo>
                <a:lnTo>
                  <a:pt x="16462" y="145075"/>
                </a:lnTo>
                <a:lnTo>
                  <a:pt x="12510" y="142061"/>
                </a:lnTo>
                <a:lnTo>
                  <a:pt x="8937" y="136948"/>
                </a:lnTo>
                <a:lnTo>
                  <a:pt x="5853" y="129890"/>
                </a:lnTo>
                <a:lnTo>
                  <a:pt x="3352" y="121102"/>
                </a:lnTo>
                <a:lnTo>
                  <a:pt x="1509" y="110851"/>
                </a:lnTo>
                <a:lnTo>
                  <a:pt x="380" y="99448"/>
                </a:ln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62" name="Shape 60"/>
          <p:cNvSpPr/>
          <p:nvPr/>
        </p:nvSpPr>
        <p:spPr>
          <a:xfrm>
            <a:off x="6736939" y="2605452"/>
            <a:ext cx="54024" cy="179163"/>
          </a:xfrm>
          <a:custGeom>
            <a:avLst/>
            <a:gdLst/>
            <a:ahLst/>
            <a:cxnLst/>
            <a:rect l="l" t="t" r="r" b="b"/>
            <a:pathLst>
              <a:path w="54024" h="179163">
                <a:moveTo>
                  <a:pt x="0" y="0"/>
                </a:moveTo>
                <a:lnTo>
                  <a:pt x="8901" y="835"/>
                </a:lnTo>
                <a:lnTo>
                  <a:pt x="17417" y="5453"/>
                </a:lnTo>
                <a:lnTo>
                  <a:pt x="25374" y="13759"/>
                </a:lnTo>
                <a:lnTo>
                  <a:pt x="32611" y="25584"/>
                </a:lnTo>
                <a:lnTo>
                  <a:pt x="38980" y="40689"/>
                </a:lnTo>
                <a:lnTo>
                  <a:pt x="44352" y="58764"/>
                </a:lnTo>
                <a:lnTo>
                  <a:pt x="48616" y="79443"/>
                </a:lnTo>
                <a:lnTo>
                  <a:pt x="51687" y="102304"/>
                </a:lnTo>
                <a:lnTo>
                  <a:pt x="53502" y="126882"/>
                </a:lnTo>
                <a:lnTo>
                  <a:pt x="54024" y="152677"/>
                </a:lnTo>
                <a:lnTo>
                  <a:pt x="53242" y="179163"/>
                </a:lnTo>
                <a:close/>
              </a:path>
            </a:pathLst>
          </a:custGeom>
          <a:solidFill>
            <a:srgbClr val="E0E0E0"/>
          </a:solidFill>
          <a:ln/>
        </p:spPr>
      </p:sp>
      <p:sp>
        <p:nvSpPr>
          <p:cNvPr id="63" name="Text 61"/>
          <p:cNvSpPr txBox="1"/>
          <p:nvPr/>
        </p:nvSpPr>
        <p:spPr>
          <a:xfrm>
            <a:off x="4434840" y="5120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측면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9867872" y="2452705"/>
            <a:ext cx="381056" cy="580991"/>
          </a:xfrm>
          <a:custGeom>
            <a:avLst/>
            <a:gdLst/>
            <a:ahLst/>
            <a:cxnLst/>
            <a:rect l="l" t="t" r="r" b="b"/>
            <a:pathLst>
              <a:path w="381056" h="580991">
                <a:moveTo>
                  <a:pt x="0" y="461212"/>
                </a:moveTo>
                <a:lnTo>
                  <a:pt x="381056" y="580991"/>
                </a:lnTo>
                <a:lnTo>
                  <a:pt x="381056" y="119778"/>
                </a:lnTo>
                <a:lnTo>
                  <a:pt x="0" y="0"/>
                </a:lnTo>
                <a:close/>
              </a:path>
            </a:pathLst>
          </a:custGeom>
          <a:solidFill>
            <a:srgbClr val="66666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0248928" y="2232921"/>
            <a:ext cx="591304" cy="868165"/>
          </a:xfrm>
          <a:custGeom>
            <a:avLst/>
            <a:gdLst/>
            <a:ahLst/>
            <a:cxnLst/>
            <a:rect l="l" t="t" r="r" b="b"/>
            <a:pathLst>
              <a:path w="591304" h="868165">
                <a:moveTo>
                  <a:pt x="0" y="800774"/>
                </a:moveTo>
                <a:lnTo>
                  <a:pt x="0" y="339561"/>
                </a:lnTo>
                <a:lnTo>
                  <a:pt x="591304" y="0"/>
                </a:lnTo>
                <a:lnTo>
                  <a:pt x="591304" y="868165"/>
                </a:lnTo>
                <a:close/>
              </a:path>
            </a:pathLst>
          </a:custGeom>
          <a:solidFill>
            <a:srgbClr val="5A5A5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867872" y="2007456"/>
            <a:ext cx="972360" cy="565026"/>
          </a:xfrm>
          <a:custGeom>
            <a:avLst/>
            <a:gdLst/>
            <a:ahLst/>
            <a:cxnLst/>
            <a:rect l="l" t="t" r="r" b="b"/>
            <a:pathLst>
              <a:path w="972360" h="565026">
                <a:moveTo>
                  <a:pt x="381056" y="565026"/>
                </a:moveTo>
                <a:lnTo>
                  <a:pt x="0" y="445248"/>
                </a:lnTo>
                <a:lnTo>
                  <a:pt x="255078" y="0"/>
                </a:lnTo>
                <a:lnTo>
                  <a:pt x="972360" y="225465"/>
                </a:lnTo>
                <a:close/>
              </a:path>
            </a:pathLst>
          </a:custGeom>
          <a:solidFill>
            <a:srgbClr val="89898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0702336" y="2568151"/>
            <a:ext cx="22214" cy="56578"/>
          </a:xfrm>
          <a:custGeom>
            <a:avLst/>
            <a:gdLst/>
            <a:ahLst/>
            <a:cxnLst/>
            <a:rect l="l" t="t" r="r" b="b"/>
            <a:pathLst>
              <a:path w="22214" h="56578">
                <a:moveTo>
                  <a:pt x="3405" y="56578"/>
                </a:moveTo>
                <a:lnTo>
                  <a:pt x="0" y="8397"/>
                </a:lnTo>
                <a:lnTo>
                  <a:pt x="18808" y="0"/>
                </a:lnTo>
                <a:lnTo>
                  <a:pt x="22214" y="48181"/>
                </a:lnTo>
                <a:close/>
              </a:path>
            </a:pathLst>
          </a:custGeom>
          <a:solidFill>
            <a:srgbClr val="3D3D3D"/>
          </a:solidFill>
          <a:ln w="6350">
            <a:solidFill>
              <a:srgbClr val="3D3D3D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0692224" y="2519293"/>
            <a:ext cx="28921" cy="57255"/>
          </a:xfrm>
          <a:custGeom>
            <a:avLst/>
            <a:gdLst/>
            <a:ahLst/>
            <a:cxnLst/>
            <a:rect l="l" t="t" r="r" b="b"/>
            <a:pathLst>
              <a:path w="28921" h="57255">
                <a:moveTo>
                  <a:pt x="10113" y="57255"/>
                </a:moveTo>
                <a:lnTo>
                  <a:pt x="0" y="8397"/>
                </a:lnTo>
                <a:lnTo>
                  <a:pt x="18808" y="0"/>
                </a:lnTo>
                <a:lnTo>
                  <a:pt x="28921" y="48858"/>
                </a:lnTo>
                <a:close/>
              </a:path>
            </a:pathLst>
          </a:custGeom>
          <a:solidFill>
            <a:srgbClr val="414141"/>
          </a:solidFill>
          <a:ln w="6350">
            <a:solidFill>
              <a:srgbClr val="414141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0675711" y="2471242"/>
            <a:ext cx="35321" cy="56447"/>
          </a:xfrm>
          <a:custGeom>
            <a:avLst/>
            <a:gdLst/>
            <a:ahLst/>
            <a:cxnLst/>
            <a:rect l="l" t="t" r="r" b="b"/>
            <a:pathLst>
              <a:path w="35321" h="56447">
                <a:moveTo>
                  <a:pt x="16513" y="56447"/>
                </a:moveTo>
                <a:lnTo>
                  <a:pt x="0" y="8397"/>
                </a:lnTo>
                <a:lnTo>
                  <a:pt x="18808" y="0"/>
                </a:lnTo>
                <a:lnTo>
                  <a:pt x="35321" y="48051"/>
                </a:lnTo>
                <a:close/>
              </a:path>
            </a:pathLst>
          </a:custGeom>
          <a:solidFill>
            <a:srgbClr val="4D4D4D"/>
          </a:solidFill>
          <a:ln w="6350">
            <a:solidFill>
              <a:srgbClr val="4D4D4D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0653300" y="2425459"/>
            <a:ext cx="41219" cy="54180"/>
          </a:xfrm>
          <a:custGeom>
            <a:avLst/>
            <a:gdLst/>
            <a:ahLst/>
            <a:cxnLst/>
            <a:rect l="l" t="t" r="r" b="b"/>
            <a:pathLst>
              <a:path w="41219" h="54180">
                <a:moveTo>
                  <a:pt x="22411" y="54180"/>
                </a:moveTo>
                <a:lnTo>
                  <a:pt x="0" y="8397"/>
                </a:lnTo>
                <a:lnTo>
                  <a:pt x="18808" y="0"/>
                </a:lnTo>
                <a:lnTo>
                  <a:pt x="41219" y="45783"/>
                </a:lnTo>
                <a:close/>
              </a:path>
            </a:pathLst>
          </a:custGeom>
          <a:solidFill>
            <a:srgbClr val="5A5A5A"/>
          </a:solidFill>
          <a:ln w="6350">
            <a:solidFill>
              <a:srgbClr val="5A5A5A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0625672" y="2383335"/>
            <a:ext cx="46437" cy="50521"/>
          </a:xfrm>
          <a:custGeom>
            <a:avLst/>
            <a:gdLst/>
            <a:ahLst/>
            <a:cxnLst/>
            <a:rect l="l" t="t" r="r" b="b"/>
            <a:pathLst>
              <a:path w="46437" h="50521">
                <a:moveTo>
                  <a:pt x="27628" y="50521"/>
                </a:moveTo>
                <a:lnTo>
                  <a:pt x="0" y="8397"/>
                </a:lnTo>
                <a:lnTo>
                  <a:pt x="18808" y="0"/>
                </a:lnTo>
                <a:lnTo>
                  <a:pt x="46437" y="42124"/>
                </a:lnTo>
                <a:close/>
              </a:path>
            </a:pathLst>
          </a:custGeom>
          <a:solidFill>
            <a:srgbClr val="656565"/>
          </a:solidFill>
          <a:ln w="6350">
            <a:solidFill>
              <a:srgbClr val="656565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0593666" y="2346149"/>
            <a:ext cx="50814" cy="45582"/>
          </a:xfrm>
          <a:custGeom>
            <a:avLst/>
            <a:gdLst/>
            <a:ahLst/>
            <a:cxnLst/>
            <a:rect l="l" t="t" r="r" b="b"/>
            <a:pathLst>
              <a:path w="50814" h="45582">
                <a:moveTo>
                  <a:pt x="32006" y="45582"/>
                </a:moveTo>
                <a:lnTo>
                  <a:pt x="0" y="8397"/>
                </a:lnTo>
                <a:lnTo>
                  <a:pt x="18808" y="0"/>
                </a:lnTo>
                <a:lnTo>
                  <a:pt x="50814" y="37185"/>
                </a:lnTo>
                <a:close/>
              </a:path>
            </a:pathLst>
          </a:custGeom>
          <a:solidFill>
            <a:srgbClr val="6F6F6F"/>
          </a:solidFill>
          <a:ln w="6350">
            <a:solidFill>
              <a:srgbClr val="6F6F6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0558255" y="2315032"/>
            <a:ext cx="54220" cy="39514"/>
          </a:xfrm>
          <a:custGeom>
            <a:avLst/>
            <a:gdLst/>
            <a:ahLst/>
            <a:cxnLst/>
            <a:rect l="l" t="t" r="r" b="b"/>
            <a:pathLst>
              <a:path w="54220" h="39514">
                <a:moveTo>
                  <a:pt x="35411" y="39514"/>
                </a:moveTo>
                <a:lnTo>
                  <a:pt x="0" y="8397"/>
                </a:lnTo>
                <a:lnTo>
                  <a:pt x="18808" y="0"/>
                </a:lnTo>
                <a:lnTo>
                  <a:pt x="54220" y="31117"/>
                </a:lnTo>
                <a:close/>
              </a:path>
            </a:pathLst>
          </a:custGeom>
          <a:solidFill>
            <a:srgbClr val="787878"/>
          </a:solidFill>
          <a:ln w="6350">
            <a:solidFill>
              <a:srgbClr val="787878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0520514" y="2290930"/>
            <a:ext cx="56549" cy="32500"/>
          </a:xfrm>
          <a:custGeom>
            <a:avLst/>
            <a:gdLst/>
            <a:ahLst/>
            <a:cxnLst/>
            <a:rect l="l" t="t" r="r" b="b"/>
            <a:pathLst>
              <a:path w="56549" h="32500">
                <a:moveTo>
                  <a:pt x="37741" y="32500"/>
                </a:moveTo>
                <a:lnTo>
                  <a:pt x="0" y="8397"/>
                </a:lnTo>
                <a:lnTo>
                  <a:pt x="18808" y="0"/>
                </a:lnTo>
                <a:lnTo>
                  <a:pt x="56549" y="24103"/>
                </a:lnTo>
                <a:close/>
              </a:path>
            </a:pathLst>
          </a:custGeom>
          <a:solidFill>
            <a:srgbClr val="7F7F7F"/>
          </a:solidFill>
          <a:ln w="6350">
            <a:solidFill>
              <a:srgbClr val="7F7F7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0481591" y="2274573"/>
            <a:ext cx="57732" cy="24753"/>
          </a:xfrm>
          <a:custGeom>
            <a:avLst/>
            <a:gdLst/>
            <a:ahLst/>
            <a:cxnLst/>
            <a:rect l="l" t="t" r="r" b="b"/>
            <a:pathLst>
              <a:path w="57732" h="24753">
                <a:moveTo>
                  <a:pt x="38923" y="24753"/>
                </a:moveTo>
                <a:lnTo>
                  <a:pt x="0" y="8397"/>
                </a:lnTo>
                <a:lnTo>
                  <a:pt x="18808" y="0"/>
                </a:lnTo>
                <a:lnTo>
                  <a:pt x="57732" y="16357"/>
                </a:lnTo>
                <a:close/>
              </a:path>
            </a:pathLst>
          </a:custGeom>
          <a:solidFill>
            <a:srgbClr val="838383"/>
          </a:solidFill>
          <a:ln w="6350">
            <a:solidFill>
              <a:srgbClr val="838383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0442667" y="2266460"/>
            <a:ext cx="57732" cy="16510"/>
          </a:xfrm>
          <a:custGeom>
            <a:avLst/>
            <a:gdLst/>
            <a:ahLst/>
            <a:cxnLst/>
            <a:rect l="l" t="t" r="r" b="b"/>
            <a:pathLst>
              <a:path w="57732" h="16510">
                <a:moveTo>
                  <a:pt x="38923" y="16510"/>
                </a:moveTo>
                <a:lnTo>
                  <a:pt x="0" y="8397"/>
                </a:lnTo>
                <a:lnTo>
                  <a:pt x="18808" y="0"/>
                </a:lnTo>
                <a:lnTo>
                  <a:pt x="57732" y="8113"/>
                </a:lnTo>
                <a:close/>
              </a:path>
            </a:pathLst>
          </a:custGeom>
          <a:solidFill>
            <a:srgbClr val="868686"/>
          </a:solidFill>
          <a:ln w="6350">
            <a:solidFill>
              <a:srgbClr val="868686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0404927" y="2266460"/>
            <a:ext cx="56549" cy="8774"/>
          </a:xfrm>
          <a:custGeom>
            <a:avLst/>
            <a:gdLst/>
            <a:ahLst/>
            <a:cxnLst/>
            <a:rect l="l" t="t" r="r" b="b"/>
            <a:pathLst>
              <a:path w="56549" h="8774">
                <a:moveTo>
                  <a:pt x="37741" y="8397"/>
                </a:moveTo>
                <a:lnTo>
                  <a:pt x="0" y="8774"/>
                </a:lnTo>
                <a:lnTo>
                  <a:pt x="18808" y="377"/>
                </a:lnTo>
                <a:lnTo>
                  <a:pt x="56549" y="0"/>
                </a:lnTo>
                <a:close/>
              </a:path>
            </a:pathLst>
          </a:custGeom>
          <a:solidFill>
            <a:srgbClr val="878787"/>
          </a:solidFill>
          <a:ln w="6350">
            <a:solidFill>
              <a:srgbClr val="878787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0369515" y="2266836"/>
            <a:ext cx="54220" cy="17252"/>
          </a:xfrm>
          <a:custGeom>
            <a:avLst/>
            <a:gdLst/>
            <a:ahLst/>
            <a:cxnLst/>
            <a:rect l="l" t="t" r="r" b="b"/>
            <a:pathLst>
              <a:path w="54220" h="17252">
                <a:moveTo>
                  <a:pt x="35411" y="8397"/>
                </a:moveTo>
                <a:lnTo>
                  <a:pt x="0" y="17252"/>
                </a:lnTo>
                <a:lnTo>
                  <a:pt x="18808" y="8855"/>
                </a:lnTo>
                <a:lnTo>
                  <a:pt x="54220" y="0"/>
                </a:lnTo>
                <a:close/>
              </a:path>
            </a:pathLst>
          </a:custGeom>
          <a:solidFill>
            <a:srgbClr val="858585"/>
          </a:solidFill>
          <a:ln w="6350">
            <a:solidFill>
              <a:srgbClr val="858585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0593666" y="2798993"/>
            <a:ext cx="50814" cy="25461"/>
          </a:xfrm>
          <a:custGeom>
            <a:avLst/>
            <a:gdLst/>
            <a:ahLst/>
            <a:cxnLst/>
            <a:rect l="l" t="t" r="r" b="b"/>
            <a:pathLst>
              <a:path w="50814" h="25461">
                <a:moveTo>
                  <a:pt x="0" y="25461"/>
                </a:moveTo>
                <a:lnTo>
                  <a:pt x="32006" y="8397"/>
                </a:lnTo>
                <a:lnTo>
                  <a:pt x="50814" y="0"/>
                </a:lnTo>
                <a:lnTo>
                  <a:pt x="18808" y="17064"/>
                </a:lnTo>
                <a:close/>
              </a:path>
            </a:pathLst>
          </a:custGeom>
          <a:solidFill>
            <a:srgbClr val="3D3D3D"/>
          </a:solidFill>
          <a:ln w="6350">
            <a:solidFill>
              <a:srgbClr val="3D3D3D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0625672" y="2774237"/>
            <a:ext cx="46437" cy="33152"/>
          </a:xfrm>
          <a:custGeom>
            <a:avLst/>
            <a:gdLst/>
            <a:ahLst/>
            <a:cxnLst/>
            <a:rect l="l" t="t" r="r" b="b"/>
            <a:pathLst>
              <a:path w="46437" h="33152">
                <a:moveTo>
                  <a:pt x="0" y="33152"/>
                </a:moveTo>
                <a:lnTo>
                  <a:pt x="27628" y="8397"/>
                </a:lnTo>
                <a:lnTo>
                  <a:pt x="46437" y="0"/>
                </a:lnTo>
                <a:lnTo>
                  <a:pt x="18808" y="24755"/>
                </a:lnTo>
                <a:close/>
              </a:path>
            </a:pathLst>
          </a:custGeom>
          <a:solidFill>
            <a:srgbClr val="3D3D3D"/>
          </a:solidFill>
          <a:ln w="6350">
            <a:solidFill>
              <a:srgbClr val="3D3D3D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0653300" y="2742543"/>
            <a:ext cx="41219" cy="40091"/>
          </a:xfrm>
          <a:custGeom>
            <a:avLst/>
            <a:gdLst/>
            <a:ahLst/>
            <a:cxnLst/>
            <a:rect l="l" t="t" r="r" b="b"/>
            <a:pathLst>
              <a:path w="41219" h="40091">
                <a:moveTo>
                  <a:pt x="0" y="40091"/>
                </a:moveTo>
                <a:lnTo>
                  <a:pt x="22411" y="8397"/>
                </a:lnTo>
                <a:lnTo>
                  <a:pt x="41219" y="0"/>
                </a:lnTo>
                <a:lnTo>
                  <a:pt x="18808" y="31694"/>
                </a:lnTo>
                <a:close/>
              </a:path>
            </a:pathLst>
          </a:custGeom>
          <a:solidFill>
            <a:srgbClr val="3D3D3D"/>
          </a:solidFill>
          <a:ln w="6350">
            <a:solidFill>
              <a:srgbClr val="3D3D3D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0675711" y="2704874"/>
            <a:ext cx="35321" cy="46067"/>
          </a:xfrm>
          <a:custGeom>
            <a:avLst/>
            <a:gdLst/>
            <a:ahLst/>
            <a:cxnLst/>
            <a:rect l="l" t="t" r="r" b="b"/>
            <a:pathLst>
              <a:path w="35321" h="46067">
                <a:moveTo>
                  <a:pt x="0" y="46067"/>
                </a:moveTo>
                <a:lnTo>
                  <a:pt x="16513" y="8397"/>
                </a:lnTo>
                <a:lnTo>
                  <a:pt x="35321" y="0"/>
                </a:lnTo>
                <a:lnTo>
                  <a:pt x="18808" y="37670"/>
                </a:lnTo>
                <a:close/>
              </a:path>
            </a:pathLst>
          </a:custGeom>
          <a:solidFill>
            <a:srgbClr val="3D3D3D"/>
          </a:solidFill>
          <a:ln w="6350">
            <a:solidFill>
              <a:srgbClr val="3D3D3D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0692224" y="2662373"/>
            <a:ext cx="28921" cy="50898"/>
          </a:xfrm>
          <a:custGeom>
            <a:avLst/>
            <a:gdLst/>
            <a:ahLst/>
            <a:cxnLst/>
            <a:rect l="l" t="t" r="r" b="b"/>
            <a:pathLst>
              <a:path w="28921" h="50898">
                <a:moveTo>
                  <a:pt x="0" y="50898"/>
                </a:moveTo>
                <a:lnTo>
                  <a:pt x="10113" y="8397"/>
                </a:lnTo>
                <a:lnTo>
                  <a:pt x="28921" y="0"/>
                </a:lnTo>
                <a:lnTo>
                  <a:pt x="18808" y="42501"/>
                </a:lnTo>
                <a:close/>
              </a:path>
            </a:pathLst>
          </a:custGeom>
          <a:solidFill>
            <a:srgbClr val="3D3D3D"/>
          </a:solidFill>
          <a:ln w="6350">
            <a:solidFill>
              <a:srgbClr val="3D3D3D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0702336" y="2616332"/>
            <a:ext cx="22214" cy="54437"/>
          </a:xfrm>
          <a:custGeom>
            <a:avLst/>
            <a:gdLst/>
            <a:ahLst/>
            <a:cxnLst/>
            <a:rect l="l" t="t" r="r" b="b"/>
            <a:pathLst>
              <a:path w="22214" h="54437">
                <a:moveTo>
                  <a:pt x="0" y="54437"/>
                </a:moveTo>
                <a:lnTo>
                  <a:pt x="3405" y="8397"/>
                </a:lnTo>
                <a:lnTo>
                  <a:pt x="22214" y="0"/>
                </a:lnTo>
                <a:lnTo>
                  <a:pt x="18808" y="46041"/>
                </a:lnTo>
                <a:close/>
              </a:path>
            </a:pathLst>
          </a:custGeom>
          <a:solidFill>
            <a:srgbClr val="3D3D3D"/>
          </a:solidFill>
          <a:ln w="6350">
            <a:solidFill>
              <a:srgbClr val="3D3D3D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0257440" y="2266460"/>
            <a:ext cx="467110" cy="567226"/>
          </a:xfrm>
          <a:custGeom>
            <a:avLst/>
            <a:gdLst/>
            <a:ahLst/>
            <a:cxnLst/>
            <a:rect l="l" t="t" r="r" b="b"/>
            <a:pathLst>
              <a:path w="467110" h="567226">
                <a:moveTo>
                  <a:pt x="0" y="217354"/>
                </a:moveTo>
                <a:lnTo>
                  <a:pt x="3405" y="171313"/>
                </a:lnTo>
                <a:lnTo>
                  <a:pt x="13518" y="128812"/>
                </a:lnTo>
                <a:lnTo>
                  <a:pt x="30031" y="91142"/>
                </a:lnTo>
                <a:lnTo>
                  <a:pt x="52441" y="59448"/>
                </a:lnTo>
                <a:lnTo>
                  <a:pt x="80069" y="34693"/>
                </a:lnTo>
                <a:lnTo>
                  <a:pt x="112075" y="17629"/>
                </a:lnTo>
                <a:lnTo>
                  <a:pt x="130884" y="9232"/>
                </a:lnTo>
                <a:lnTo>
                  <a:pt x="166295" y="377"/>
                </a:lnTo>
                <a:lnTo>
                  <a:pt x="204036" y="0"/>
                </a:lnTo>
                <a:lnTo>
                  <a:pt x="242959" y="8113"/>
                </a:lnTo>
                <a:lnTo>
                  <a:pt x="281883" y="24470"/>
                </a:lnTo>
                <a:lnTo>
                  <a:pt x="319623" y="48573"/>
                </a:lnTo>
                <a:lnTo>
                  <a:pt x="355035" y="79690"/>
                </a:lnTo>
                <a:lnTo>
                  <a:pt x="387041" y="116875"/>
                </a:lnTo>
                <a:lnTo>
                  <a:pt x="414669" y="158999"/>
                </a:lnTo>
                <a:lnTo>
                  <a:pt x="437079" y="204782"/>
                </a:lnTo>
                <a:lnTo>
                  <a:pt x="453592" y="252833"/>
                </a:lnTo>
                <a:lnTo>
                  <a:pt x="463705" y="301691"/>
                </a:lnTo>
                <a:lnTo>
                  <a:pt x="467110" y="349872"/>
                </a:lnTo>
                <a:lnTo>
                  <a:pt x="463705" y="395913"/>
                </a:lnTo>
                <a:lnTo>
                  <a:pt x="453592" y="438414"/>
                </a:lnTo>
                <a:lnTo>
                  <a:pt x="437079" y="476084"/>
                </a:lnTo>
                <a:lnTo>
                  <a:pt x="414669" y="507778"/>
                </a:lnTo>
                <a:lnTo>
                  <a:pt x="387041" y="532533"/>
                </a:lnTo>
                <a:lnTo>
                  <a:pt x="355035" y="549597"/>
                </a:lnTo>
                <a:lnTo>
                  <a:pt x="336226" y="557994"/>
                </a:lnTo>
                <a:lnTo>
                  <a:pt x="300815" y="566849"/>
                </a:lnTo>
                <a:lnTo>
                  <a:pt x="263074" y="567226"/>
                </a:lnTo>
                <a:lnTo>
                  <a:pt x="224151" y="559113"/>
                </a:lnTo>
                <a:lnTo>
                  <a:pt x="185227" y="542756"/>
                </a:lnTo>
                <a:lnTo>
                  <a:pt x="147487" y="518653"/>
                </a:lnTo>
                <a:lnTo>
                  <a:pt x="112075" y="487536"/>
                </a:lnTo>
                <a:lnTo>
                  <a:pt x="80069" y="450351"/>
                </a:lnTo>
                <a:lnTo>
                  <a:pt x="52441" y="408227"/>
                </a:lnTo>
                <a:lnTo>
                  <a:pt x="30031" y="362444"/>
                </a:lnTo>
                <a:lnTo>
                  <a:pt x="13518" y="314393"/>
                </a:lnTo>
                <a:lnTo>
                  <a:pt x="3405" y="265535"/>
                </a:lnTo>
                <a:close/>
              </a:path>
            </a:pathLst>
          </a:custGeom>
          <a:ln w="12700">
            <a:solidFill>
              <a:srgbClr val="00000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0257440" y="2274857"/>
            <a:ext cx="448301" cy="558829"/>
          </a:xfrm>
          <a:custGeom>
            <a:avLst/>
            <a:gdLst/>
            <a:ahLst/>
            <a:cxnLst/>
            <a:rect l="l" t="t" r="r" b="b"/>
            <a:pathLst>
              <a:path w="448301" h="558829">
                <a:moveTo>
                  <a:pt x="448301" y="349872"/>
                </a:moveTo>
                <a:lnTo>
                  <a:pt x="444896" y="301691"/>
                </a:lnTo>
                <a:lnTo>
                  <a:pt x="434784" y="252833"/>
                </a:lnTo>
                <a:lnTo>
                  <a:pt x="418271" y="204782"/>
                </a:lnTo>
                <a:lnTo>
                  <a:pt x="395860" y="158999"/>
                </a:lnTo>
                <a:lnTo>
                  <a:pt x="368232" y="116875"/>
                </a:lnTo>
                <a:lnTo>
                  <a:pt x="336226" y="79690"/>
                </a:lnTo>
                <a:lnTo>
                  <a:pt x="300815" y="48573"/>
                </a:lnTo>
                <a:lnTo>
                  <a:pt x="263074" y="24470"/>
                </a:lnTo>
                <a:lnTo>
                  <a:pt x="224151" y="8113"/>
                </a:lnTo>
                <a:lnTo>
                  <a:pt x="185227" y="0"/>
                </a:lnTo>
                <a:lnTo>
                  <a:pt x="147487" y="377"/>
                </a:lnTo>
                <a:lnTo>
                  <a:pt x="112075" y="9232"/>
                </a:lnTo>
                <a:lnTo>
                  <a:pt x="80069" y="26296"/>
                </a:lnTo>
                <a:lnTo>
                  <a:pt x="52441" y="51052"/>
                </a:lnTo>
                <a:lnTo>
                  <a:pt x="30031" y="82746"/>
                </a:lnTo>
                <a:lnTo>
                  <a:pt x="13518" y="120415"/>
                </a:lnTo>
                <a:lnTo>
                  <a:pt x="3405" y="162916"/>
                </a:lnTo>
                <a:lnTo>
                  <a:pt x="0" y="208957"/>
                </a:lnTo>
                <a:lnTo>
                  <a:pt x="3405" y="257138"/>
                </a:lnTo>
                <a:lnTo>
                  <a:pt x="13518" y="305996"/>
                </a:lnTo>
                <a:lnTo>
                  <a:pt x="30031" y="354047"/>
                </a:lnTo>
                <a:lnTo>
                  <a:pt x="52441" y="399830"/>
                </a:lnTo>
                <a:lnTo>
                  <a:pt x="80069" y="441954"/>
                </a:lnTo>
                <a:lnTo>
                  <a:pt x="112075" y="479140"/>
                </a:lnTo>
                <a:lnTo>
                  <a:pt x="147487" y="510257"/>
                </a:lnTo>
                <a:lnTo>
                  <a:pt x="185227" y="534359"/>
                </a:lnTo>
                <a:lnTo>
                  <a:pt x="224151" y="550716"/>
                </a:lnTo>
                <a:lnTo>
                  <a:pt x="263074" y="558829"/>
                </a:lnTo>
                <a:lnTo>
                  <a:pt x="300815" y="558453"/>
                </a:lnTo>
                <a:lnTo>
                  <a:pt x="336226" y="549597"/>
                </a:lnTo>
                <a:lnTo>
                  <a:pt x="368232" y="532533"/>
                </a:lnTo>
                <a:lnTo>
                  <a:pt x="395860" y="507778"/>
                </a:lnTo>
                <a:lnTo>
                  <a:pt x="418271" y="476084"/>
                </a:lnTo>
                <a:lnTo>
                  <a:pt x="434784" y="438414"/>
                </a:lnTo>
                <a:lnTo>
                  <a:pt x="444896" y="395913"/>
                </a:lnTo>
                <a:close/>
              </a:path>
            </a:pathLst>
          </a:custGeom>
          <a:solidFill>
            <a:srgbClr val="65656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0302270" y="2330740"/>
            <a:ext cx="358641" cy="447063"/>
          </a:xfrm>
          <a:custGeom>
            <a:avLst/>
            <a:gdLst/>
            <a:ahLst/>
            <a:cxnLst/>
            <a:rect l="l" t="t" r="r" b="b"/>
            <a:pathLst>
              <a:path w="358641" h="447063">
                <a:moveTo>
                  <a:pt x="358641" y="279898"/>
                </a:moveTo>
                <a:lnTo>
                  <a:pt x="355917" y="241353"/>
                </a:lnTo>
                <a:lnTo>
                  <a:pt x="347827" y="202266"/>
                </a:lnTo>
                <a:lnTo>
                  <a:pt x="334617" y="163826"/>
                </a:lnTo>
                <a:lnTo>
                  <a:pt x="316688" y="127199"/>
                </a:lnTo>
                <a:lnTo>
                  <a:pt x="294586" y="93500"/>
                </a:lnTo>
                <a:lnTo>
                  <a:pt x="268981" y="63752"/>
                </a:lnTo>
                <a:lnTo>
                  <a:pt x="240652" y="38858"/>
                </a:lnTo>
                <a:lnTo>
                  <a:pt x="210459" y="19576"/>
                </a:lnTo>
                <a:lnTo>
                  <a:pt x="179321" y="6491"/>
                </a:lnTo>
                <a:lnTo>
                  <a:pt x="148182" y="0"/>
                </a:lnTo>
                <a:lnTo>
                  <a:pt x="117989" y="301"/>
                </a:lnTo>
                <a:lnTo>
                  <a:pt x="89660" y="7385"/>
                </a:lnTo>
                <a:lnTo>
                  <a:pt x="64056" y="21037"/>
                </a:lnTo>
                <a:lnTo>
                  <a:pt x="41953" y="40841"/>
                </a:lnTo>
                <a:lnTo>
                  <a:pt x="24024" y="66197"/>
                </a:lnTo>
                <a:lnTo>
                  <a:pt x="10814" y="96332"/>
                </a:lnTo>
                <a:lnTo>
                  <a:pt x="2724" y="130333"/>
                </a:lnTo>
                <a:lnTo>
                  <a:pt x="0" y="167165"/>
                </a:lnTo>
                <a:lnTo>
                  <a:pt x="2724" y="205711"/>
                </a:lnTo>
                <a:lnTo>
                  <a:pt x="10814" y="244797"/>
                </a:lnTo>
                <a:lnTo>
                  <a:pt x="24024" y="283238"/>
                </a:lnTo>
                <a:lnTo>
                  <a:pt x="41953" y="319864"/>
                </a:lnTo>
                <a:lnTo>
                  <a:pt x="64056" y="353563"/>
                </a:lnTo>
                <a:lnTo>
                  <a:pt x="89660" y="383312"/>
                </a:lnTo>
                <a:lnTo>
                  <a:pt x="117989" y="408205"/>
                </a:lnTo>
                <a:lnTo>
                  <a:pt x="148182" y="427488"/>
                </a:lnTo>
                <a:lnTo>
                  <a:pt x="179321" y="440573"/>
                </a:lnTo>
                <a:lnTo>
                  <a:pt x="210459" y="447063"/>
                </a:lnTo>
                <a:lnTo>
                  <a:pt x="240652" y="446762"/>
                </a:lnTo>
                <a:lnTo>
                  <a:pt x="268981" y="439678"/>
                </a:lnTo>
                <a:lnTo>
                  <a:pt x="294586" y="426026"/>
                </a:lnTo>
                <a:lnTo>
                  <a:pt x="316688" y="406222"/>
                </a:lnTo>
                <a:lnTo>
                  <a:pt x="334617" y="380867"/>
                </a:lnTo>
                <a:lnTo>
                  <a:pt x="347827" y="350731"/>
                </a:lnTo>
                <a:lnTo>
                  <a:pt x="355917" y="316730"/>
                </a:lnTo>
                <a:close/>
              </a:path>
            </a:pathLst>
          </a:custGeom>
          <a:solidFill>
            <a:srgbClr val="1A1A1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0365032" y="2408976"/>
            <a:ext cx="233117" cy="290591"/>
          </a:xfrm>
          <a:custGeom>
            <a:avLst/>
            <a:gdLst/>
            <a:ahLst/>
            <a:cxnLst/>
            <a:rect l="l" t="t" r="r" b="b"/>
            <a:pathLst>
              <a:path w="233117" h="290591">
                <a:moveTo>
                  <a:pt x="233117" y="181934"/>
                </a:moveTo>
                <a:lnTo>
                  <a:pt x="231346" y="156879"/>
                </a:lnTo>
                <a:lnTo>
                  <a:pt x="226087" y="131473"/>
                </a:lnTo>
                <a:lnTo>
                  <a:pt x="217501" y="106487"/>
                </a:lnTo>
                <a:lnTo>
                  <a:pt x="205847" y="82680"/>
                </a:lnTo>
                <a:lnTo>
                  <a:pt x="191481" y="60775"/>
                </a:lnTo>
                <a:lnTo>
                  <a:pt x="174838" y="41439"/>
                </a:lnTo>
                <a:lnTo>
                  <a:pt x="156424" y="25258"/>
                </a:lnTo>
                <a:lnTo>
                  <a:pt x="136799" y="12724"/>
                </a:lnTo>
                <a:lnTo>
                  <a:pt x="116558" y="4219"/>
                </a:lnTo>
                <a:lnTo>
                  <a:pt x="96318" y="0"/>
                </a:lnTo>
                <a:lnTo>
                  <a:pt x="76693" y="196"/>
                </a:lnTo>
                <a:lnTo>
                  <a:pt x="58279" y="4801"/>
                </a:lnTo>
                <a:lnTo>
                  <a:pt x="41636" y="13674"/>
                </a:lnTo>
                <a:lnTo>
                  <a:pt x="27269" y="26547"/>
                </a:lnTo>
                <a:lnTo>
                  <a:pt x="15616" y="43028"/>
                </a:lnTo>
                <a:lnTo>
                  <a:pt x="7029" y="62616"/>
                </a:lnTo>
                <a:lnTo>
                  <a:pt x="1771" y="84716"/>
                </a:lnTo>
                <a:lnTo>
                  <a:pt x="0" y="108658"/>
                </a:lnTo>
                <a:lnTo>
                  <a:pt x="1771" y="133712"/>
                </a:lnTo>
                <a:lnTo>
                  <a:pt x="7029" y="159118"/>
                </a:lnTo>
                <a:lnTo>
                  <a:pt x="15616" y="184104"/>
                </a:lnTo>
                <a:lnTo>
                  <a:pt x="27269" y="207912"/>
                </a:lnTo>
                <a:lnTo>
                  <a:pt x="41636" y="229816"/>
                </a:lnTo>
                <a:lnTo>
                  <a:pt x="58279" y="249153"/>
                </a:lnTo>
                <a:lnTo>
                  <a:pt x="76693" y="265333"/>
                </a:lnTo>
                <a:lnTo>
                  <a:pt x="96318" y="277867"/>
                </a:lnTo>
                <a:lnTo>
                  <a:pt x="116558" y="286372"/>
                </a:lnTo>
                <a:lnTo>
                  <a:pt x="136799" y="290591"/>
                </a:lnTo>
                <a:lnTo>
                  <a:pt x="156424" y="290395"/>
                </a:lnTo>
                <a:lnTo>
                  <a:pt x="174838" y="285791"/>
                </a:lnTo>
                <a:lnTo>
                  <a:pt x="191481" y="276917"/>
                </a:lnTo>
                <a:lnTo>
                  <a:pt x="205847" y="264044"/>
                </a:lnTo>
                <a:lnTo>
                  <a:pt x="217501" y="247563"/>
                </a:lnTo>
                <a:lnTo>
                  <a:pt x="226087" y="227975"/>
                </a:lnTo>
                <a:lnTo>
                  <a:pt x="231346" y="205875"/>
                </a:ln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89" name="Shape 87"/>
          <p:cNvSpPr/>
          <p:nvPr/>
        </p:nvSpPr>
        <p:spPr>
          <a:xfrm>
            <a:off x="10425553" y="2484418"/>
            <a:ext cx="112075" cy="139707"/>
          </a:xfrm>
          <a:custGeom>
            <a:avLst/>
            <a:gdLst/>
            <a:ahLst/>
            <a:cxnLst/>
            <a:rect l="l" t="t" r="r" b="b"/>
            <a:pathLst>
              <a:path w="112075" h="139707">
                <a:moveTo>
                  <a:pt x="112075" y="87468"/>
                </a:moveTo>
                <a:lnTo>
                  <a:pt x="111224" y="75423"/>
                </a:lnTo>
                <a:lnTo>
                  <a:pt x="108696" y="63208"/>
                </a:lnTo>
                <a:lnTo>
                  <a:pt x="104568" y="51196"/>
                </a:lnTo>
                <a:lnTo>
                  <a:pt x="98965" y="39750"/>
                </a:lnTo>
                <a:lnTo>
                  <a:pt x="92058" y="29219"/>
                </a:lnTo>
                <a:lnTo>
                  <a:pt x="84057" y="19922"/>
                </a:lnTo>
                <a:lnTo>
                  <a:pt x="75204" y="12143"/>
                </a:lnTo>
                <a:lnTo>
                  <a:pt x="65769" y="6117"/>
                </a:lnTo>
                <a:lnTo>
                  <a:pt x="56038" y="2028"/>
                </a:lnTo>
                <a:lnTo>
                  <a:pt x="46307" y="0"/>
                </a:lnTo>
                <a:lnTo>
                  <a:pt x="36872" y="94"/>
                </a:lnTo>
                <a:lnTo>
                  <a:pt x="28019" y="2308"/>
                </a:lnTo>
                <a:lnTo>
                  <a:pt x="20017" y="6574"/>
                </a:lnTo>
                <a:lnTo>
                  <a:pt x="13110" y="12763"/>
                </a:lnTo>
                <a:lnTo>
                  <a:pt x="7508" y="20686"/>
                </a:lnTo>
                <a:lnTo>
                  <a:pt x="3379" y="30104"/>
                </a:lnTo>
                <a:lnTo>
                  <a:pt x="851" y="40729"/>
                </a:lnTo>
                <a:lnTo>
                  <a:pt x="0" y="52239"/>
                </a:lnTo>
                <a:lnTo>
                  <a:pt x="851" y="64285"/>
                </a:lnTo>
                <a:lnTo>
                  <a:pt x="3379" y="76499"/>
                </a:lnTo>
                <a:lnTo>
                  <a:pt x="7508" y="88512"/>
                </a:lnTo>
                <a:lnTo>
                  <a:pt x="13110" y="99957"/>
                </a:lnTo>
                <a:lnTo>
                  <a:pt x="20017" y="110489"/>
                </a:lnTo>
                <a:lnTo>
                  <a:pt x="28019" y="119785"/>
                </a:lnTo>
                <a:lnTo>
                  <a:pt x="36872" y="127564"/>
                </a:lnTo>
                <a:lnTo>
                  <a:pt x="46307" y="133590"/>
                </a:lnTo>
                <a:lnTo>
                  <a:pt x="56038" y="137679"/>
                </a:lnTo>
                <a:lnTo>
                  <a:pt x="65769" y="139707"/>
                </a:lnTo>
                <a:lnTo>
                  <a:pt x="75204" y="139613"/>
                </a:lnTo>
                <a:lnTo>
                  <a:pt x="84057" y="137399"/>
                </a:lnTo>
                <a:lnTo>
                  <a:pt x="92058" y="133133"/>
                </a:lnTo>
                <a:lnTo>
                  <a:pt x="98965" y="126944"/>
                </a:lnTo>
                <a:lnTo>
                  <a:pt x="104568" y="119021"/>
                </a:lnTo>
                <a:lnTo>
                  <a:pt x="108696" y="109603"/>
                </a:lnTo>
                <a:lnTo>
                  <a:pt x="111224" y="98978"/>
                </a:ln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90" name="Shape 88"/>
          <p:cNvSpPr/>
          <p:nvPr/>
        </p:nvSpPr>
        <p:spPr>
          <a:xfrm>
            <a:off x="10338149" y="2375066"/>
            <a:ext cx="121000" cy="161829"/>
          </a:xfrm>
          <a:custGeom>
            <a:avLst/>
            <a:gdLst/>
            <a:ahLst/>
            <a:cxnLst/>
            <a:rect l="l" t="t" r="r" b="b"/>
            <a:pathLst>
              <a:path w="121000" h="161829">
                <a:moveTo>
                  <a:pt x="121000" y="655"/>
                </a:moveTo>
                <a:lnTo>
                  <a:pt x="101064" y="0"/>
                </a:lnTo>
                <a:lnTo>
                  <a:pt x="81991" y="2993"/>
                </a:lnTo>
                <a:lnTo>
                  <a:pt x="64168" y="9572"/>
                </a:lnTo>
                <a:lnTo>
                  <a:pt x="47959" y="19606"/>
                </a:lnTo>
                <a:lnTo>
                  <a:pt x="33694" y="32888"/>
                </a:lnTo>
                <a:lnTo>
                  <a:pt x="21663" y="49148"/>
                </a:lnTo>
                <a:lnTo>
                  <a:pt x="12112" y="68056"/>
                </a:lnTo>
                <a:lnTo>
                  <a:pt x="5233" y="89227"/>
                </a:lnTo>
                <a:lnTo>
                  <a:pt x="1169" y="112230"/>
                </a:lnTo>
                <a:lnTo>
                  <a:pt x="0" y="136596"/>
                </a:lnTo>
                <a:lnTo>
                  <a:pt x="1752" y="161829"/>
                </a:lnTo>
                <a:close/>
              </a:path>
            </a:pathLst>
          </a:custGeom>
          <a:solidFill>
            <a:srgbClr val="E0E0E0"/>
          </a:solidFill>
          <a:ln/>
        </p:spPr>
      </p:sp>
      <p:sp>
        <p:nvSpPr>
          <p:cNvPr id="91" name="Shape 89"/>
          <p:cNvSpPr/>
          <p:nvPr/>
        </p:nvSpPr>
        <p:spPr>
          <a:xfrm>
            <a:off x="9494650" y="2457079"/>
            <a:ext cx="1034466" cy="1329990"/>
          </a:xfrm>
          <a:custGeom>
            <a:avLst/>
            <a:gdLst/>
            <a:ahLst/>
            <a:cxnLst/>
            <a:rect l="l" t="t" r="r" b="b"/>
            <a:pathLst>
              <a:path w="1034466" h="1329990">
                <a:moveTo>
                  <a:pt x="0" y="1329990"/>
                </a:moveTo>
                <a:lnTo>
                  <a:pt x="0" y="461826"/>
                </a:lnTo>
                <a:lnTo>
                  <a:pt x="1034466" y="0"/>
                </a:lnTo>
                <a:lnTo>
                  <a:pt x="1034466" y="868165"/>
                </a:lnTo>
                <a:close/>
              </a:path>
            </a:pathLst>
          </a:custGeom>
          <a:solidFill>
            <a:srgbClr val="64646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8553217" y="2161156"/>
            <a:ext cx="1975899" cy="757749"/>
          </a:xfrm>
          <a:custGeom>
            <a:avLst/>
            <a:gdLst/>
            <a:ahLst/>
            <a:cxnLst/>
            <a:rect l="l" t="t" r="r" b="b"/>
            <a:pathLst>
              <a:path w="1975899" h="757749">
                <a:moveTo>
                  <a:pt x="0" y="461826"/>
                </a:moveTo>
                <a:lnTo>
                  <a:pt x="1034466" y="0"/>
                </a:lnTo>
                <a:lnTo>
                  <a:pt x="1975899" y="295923"/>
                </a:lnTo>
                <a:lnTo>
                  <a:pt x="941433" y="757749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8553217" y="2622982"/>
            <a:ext cx="941433" cy="1164087"/>
          </a:xfrm>
          <a:custGeom>
            <a:avLst/>
            <a:gdLst/>
            <a:ahLst/>
            <a:cxnLst/>
            <a:rect l="l" t="t" r="r" b="b"/>
            <a:pathLst>
              <a:path w="941433" h="1164087">
                <a:moveTo>
                  <a:pt x="0" y="868165"/>
                </a:moveTo>
                <a:lnTo>
                  <a:pt x="0" y="0"/>
                </a:lnTo>
                <a:lnTo>
                  <a:pt x="941433" y="295923"/>
                </a:lnTo>
                <a:lnTo>
                  <a:pt x="941433" y="1164087"/>
                </a:lnTo>
                <a:close/>
              </a:path>
            </a:pathLst>
          </a:custGeom>
          <a:solidFill>
            <a:srgbClr val="9A9A9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8412480" y="5120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후면 사선 (광축이 안쪽)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2D 아이콘형 카메라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1097280" y="2432304"/>
            <a:ext cx="1609344" cy="1170432"/>
          </a:xfrm>
          <a:prstGeom prst="roundRect">
            <a:avLst>
              <a:gd name="adj" fmla="val 15000"/>
            </a:avLst>
          </a:prstGeom>
          <a:solidFill>
            <a:srgbClr val="404040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06624" y="2432304"/>
            <a:ext cx="658368" cy="1170432"/>
          </a:xfrm>
          <a:custGeom>
            <a:avLst/>
            <a:gdLst/>
            <a:ahLst/>
            <a:cxnLst/>
            <a:rect l="l" t="t" r="r" b="b"/>
            <a:pathLst>
              <a:path w="658368" h="1170432">
                <a:moveTo>
                  <a:pt x="0" y="321869"/>
                </a:moveTo>
                <a:lnTo>
                  <a:pt x="658368" y="0"/>
                </a:lnTo>
                <a:lnTo>
                  <a:pt x="658368" y="1170432"/>
                </a:lnTo>
                <a:lnTo>
                  <a:pt x="0" y="848563"/>
                </a:lnTo>
                <a:close/>
              </a:path>
            </a:pathLst>
          </a:custGeom>
          <a:solidFill>
            <a:srgbClr val="404040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78347" y="3401568"/>
            <a:ext cx="204826" cy="512064"/>
          </a:xfrm>
          <a:prstGeom prst="rect">
            <a:avLst/>
          </a:prstGeom>
          <a:solidFill>
            <a:srgbClr val="404040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49240" y="3884371"/>
            <a:ext cx="1463040" cy="234086"/>
          </a:xfrm>
          <a:prstGeom prst="roundRect">
            <a:avLst>
              <a:gd name="adj" fmla="val 37500"/>
            </a:avLst>
          </a:prstGeom>
          <a:solidFill>
            <a:srgbClr val="404040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76088" y="1938528"/>
            <a:ext cx="1609344" cy="1609344"/>
          </a:xfrm>
          <a:prstGeom prst="ellipse">
            <a:avLst/>
          </a:prstGeom>
          <a:solidFill>
            <a:srgbClr val="595959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41848" y="2304288"/>
            <a:ext cx="877824" cy="877824"/>
          </a:xfrm>
          <a:prstGeom prst="ellipse">
            <a:avLst/>
          </a:prstGeom>
          <a:solidFill>
            <a:srgbClr val="1A1A1A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861304" y="2523744"/>
            <a:ext cx="438912" cy="438912"/>
          </a:xfrm>
          <a:prstGeom prst="ellipse">
            <a:avLst/>
          </a:prstGeom>
          <a:solidFill>
            <a:srgbClr val="4A4A4A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75934" y="2538374"/>
            <a:ext cx="146304" cy="146304"/>
          </a:xfrm>
          <a:prstGeom prst="ellipse">
            <a:avLst/>
          </a:prstGeom>
          <a:solidFill>
            <a:srgbClr val="E0E0E0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32520" y="2606040"/>
            <a:ext cx="2468880" cy="822960"/>
          </a:xfrm>
          <a:prstGeom prst="roundRect">
            <a:avLst>
              <a:gd name="adj" fmla="val 50000"/>
            </a:avLst>
          </a:prstGeom>
          <a:solidFill>
            <a:srgbClr val="595959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92640" y="2743200"/>
            <a:ext cx="548640" cy="54864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829800" y="2880360"/>
            <a:ext cx="274320" cy="274320"/>
          </a:xfrm>
          <a:prstGeom prst="ellipse">
            <a:avLst/>
          </a:prstGeom>
          <a:solidFill>
            <a:srgbClr val="4A4A4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836658" y="2887218"/>
            <a:ext cx="96012" cy="96012"/>
          </a:xfrm>
          <a:prstGeom prst="ellipse">
            <a:avLst/>
          </a:prstGeom>
          <a:solidFill>
            <a:srgbClr val="E0E0E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240012" y="2976372"/>
            <a:ext cx="82296" cy="82296"/>
          </a:xfrm>
          <a:prstGeom prst="ellipse">
            <a:avLst/>
          </a:prstGeom>
          <a:solidFill>
            <a:srgbClr val="BFBFB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611612" y="2976372"/>
            <a:ext cx="82296" cy="82296"/>
          </a:xfrm>
          <a:prstGeom prst="ellipse">
            <a:avLst/>
          </a:prstGeom>
          <a:solidFill>
            <a:srgbClr val="BFBFB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24060" y="3429000"/>
            <a:ext cx="685800" cy="301752"/>
          </a:xfrm>
          <a:prstGeom prst="rect">
            <a:avLst/>
          </a:prstGeom>
          <a:solidFill>
            <a:srgbClr val="404040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4937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(d) 캠코더 아이콘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434840" y="4937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(e) 스탠드형 웹캠 아이콘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4937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(f) 모니터 거치형 웹캠 아이콘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카메라 도형</dc:title>
  <dc:subject>PptxGenJS Presentation</dc:subject>
  <dc:creator>PptxGenJS</dc:creator>
  <cp:lastModifiedBy>PptxGenJS</cp:lastModifiedBy>
  <cp:revision>1</cp:revision>
  <dcterms:created xsi:type="dcterms:W3CDTF">2026-09-29T15:08:41Z</dcterms:created>
  <dcterms:modified xsi:type="dcterms:W3CDTF">2026-09-29T15:08:41Z</dcterms:modified>
</cp:coreProperties>
</file>