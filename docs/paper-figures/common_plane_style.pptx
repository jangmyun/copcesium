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26570" y="1857940"/>
            <a:ext cx="1007487" cy="1686040"/>
          </a:xfrm>
          <a:custGeom>
            <a:avLst/>
            <a:gdLst/>
            <a:ahLst/>
            <a:cxnLst/>
            <a:rect l="l" t="t" r="r" b="b"/>
            <a:pathLst>
              <a:path w="1007487" h="1686040">
                <a:moveTo>
                  <a:pt x="1006685" y="285770"/>
                </a:moveTo>
                <a:lnTo>
                  <a:pt x="1007487" y="250432"/>
                </a:lnTo>
                <a:lnTo>
                  <a:pt x="998047" y="215951"/>
                </a:lnTo>
                <a:lnTo>
                  <a:pt x="979288" y="185702"/>
                </a:lnTo>
                <a:lnTo>
                  <a:pt x="953048" y="162646"/>
                </a:lnTo>
                <a:lnTo>
                  <a:pt x="921894" y="149040"/>
                </a:lnTo>
                <a:lnTo>
                  <a:pt x="350816" y="2824"/>
                </a:lnTo>
                <a:lnTo>
                  <a:pt x="317798" y="0"/>
                </a:lnTo>
                <a:lnTo>
                  <a:pt x="286148" y="8234"/>
                </a:lnTo>
                <a:lnTo>
                  <a:pt x="258964" y="26721"/>
                </a:lnTo>
                <a:lnTo>
                  <a:pt x="238908" y="53650"/>
                </a:lnTo>
                <a:lnTo>
                  <a:pt x="227942" y="86386"/>
                </a:lnTo>
                <a:lnTo>
                  <a:pt x="802" y="1400270"/>
                </a:lnTo>
                <a:lnTo>
                  <a:pt x="0" y="1435608"/>
                </a:lnTo>
                <a:lnTo>
                  <a:pt x="9440" y="1470089"/>
                </a:lnTo>
                <a:lnTo>
                  <a:pt x="28199" y="1500338"/>
                </a:lnTo>
                <a:lnTo>
                  <a:pt x="54439" y="1523394"/>
                </a:lnTo>
                <a:lnTo>
                  <a:pt x="85593" y="1537000"/>
                </a:lnTo>
                <a:lnTo>
                  <a:pt x="656671" y="1683216"/>
                </a:lnTo>
                <a:lnTo>
                  <a:pt x="689689" y="1686040"/>
                </a:lnTo>
                <a:lnTo>
                  <a:pt x="721339" y="1677806"/>
                </a:lnTo>
                <a:lnTo>
                  <a:pt x="748523" y="1659320"/>
                </a:lnTo>
                <a:lnTo>
                  <a:pt x="768579" y="1632390"/>
                </a:lnTo>
                <a:lnTo>
                  <a:pt x="779545" y="1599655"/>
                </a:lnTo>
                <a:close/>
              </a:path>
            </a:pathLst>
          </a:custGeom>
          <a:solidFill>
            <a:srgbClr val="F2F2F4"/>
          </a:solidFill>
          <a:ln w="19050">
            <a:solidFill>
              <a:srgbClr val="A6A8B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64982" y="1899644"/>
            <a:ext cx="930663" cy="1602632"/>
          </a:xfrm>
          <a:custGeom>
            <a:avLst/>
            <a:gdLst/>
            <a:ahLst/>
            <a:cxnLst/>
            <a:rect l="l" t="t" r="r" b="b"/>
            <a:pathLst>
              <a:path w="930663" h="1602632">
                <a:moveTo>
                  <a:pt x="930102" y="240866"/>
                </a:moveTo>
                <a:lnTo>
                  <a:pt x="930663" y="216129"/>
                </a:lnTo>
                <a:lnTo>
                  <a:pt x="924055" y="191992"/>
                </a:lnTo>
                <a:lnTo>
                  <a:pt x="910924" y="170818"/>
                </a:lnTo>
                <a:lnTo>
                  <a:pt x="892556" y="154678"/>
                </a:lnTo>
                <a:lnTo>
                  <a:pt x="870748" y="145154"/>
                </a:lnTo>
                <a:lnTo>
                  <a:pt x="311537" y="1977"/>
                </a:lnTo>
                <a:lnTo>
                  <a:pt x="288424" y="0"/>
                </a:lnTo>
                <a:lnTo>
                  <a:pt x="266269" y="5764"/>
                </a:lnTo>
                <a:lnTo>
                  <a:pt x="247241" y="18704"/>
                </a:lnTo>
                <a:lnTo>
                  <a:pt x="233201" y="37555"/>
                </a:lnTo>
                <a:lnTo>
                  <a:pt x="225525" y="60470"/>
                </a:lnTo>
                <a:lnTo>
                  <a:pt x="562" y="1361766"/>
                </a:lnTo>
                <a:lnTo>
                  <a:pt x="0" y="1386503"/>
                </a:lnTo>
                <a:lnTo>
                  <a:pt x="6608" y="1410640"/>
                </a:lnTo>
                <a:lnTo>
                  <a:pt x="19739" y="1431814"/>
                </a:lnTo>
                <a:lnTo>
                  <a:pt x="38107" y="1447953"/>
                </a:lnTo>
                <a:lnTo>
                  <a:pt x="59915" y="1457478"/>
                </a:lnTo>
                <a:lnTo>
                  <a:pt x="619127" y="1600655"/>
                </a:lnTo>
                <a:lnTo>
                  <a:pt x="642239" y="1602632"/>
                </a:lnTo>
                <a:lnTo>
                  <a:pt x="664394" y="1596868"/>
                </a:lnTo>
                <a:lnTo>
                  <a:pt x="683423" y="1583927"/>
                </a:lnTo>
                <a:lnTo>
                  <a:pt x="697462" y="1565077"/>
                </a:lnTo>
                <a:lnTo>
                  <a:pt x="705139" y="154216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A6A8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58236" y="2398199"/>
            <a:ext cx="544156" cy="605521"/>
          </a:xfrm>
          <a:custGeom>
            <a:avLst/>
            <a:gdLst/>
            <a:ahLst/>
            <a:cxnLst/>
            <a:rect l="l" t="t" r="r" b="b"/>
            <a:pathLst>
              <a:path w="544156" h="605521">
                <a:moveTo>
                  <a:pt x="84327" y="0"/>
                </a:moveTo>
                <a:lnTo>
                  <a:pt x="544156" y="117732"/>
                </a:lnTo>
                <a:lnTo>
                  <a:pt x="459829" y="605521"/>
                </a:lnTo>
                <a:lnTo>
                  <a:pt x="0" y="487789"/>
                </a:lnTo>
                <a:close/>
              </a:path>
            </a:pathLst>
          </a:custGeom>
          <a:solidFill>
            <a:srgbClr val="555555"/>
          </a:solidFill>
          <a:ln/>
        </p:spPr>
      </p:sp>
      <p:sp>
        <p:nvSpPr>
          <p:cNvPr id="5" name="Shape 3"/>
          <p:cNvSpPr/>
          <p:nvPr/>
        </p:nvSpPr>
        <p:spPr>
          <a:xfrm>
            <a:off x="6967730" y="2518742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77038" y="2580418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106952" y="2639284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939621" y="2681338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016259" y="2700960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48928" y="2743014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02205" y="2782258"/>
            <a:ext cx="90693" cy="100920"/>
          </a:xfrm>
          <a:custGeom>
            <a:avLst/>
            <a:gdLst/>
            <a:ahLst/>
            <a:cxnLst/>
            <a:rect l="l" t="t" r="r" b="b"/>
            <a:pathLst>
              <a:path w="90693" h="100920">
                <a:moveTo>
                  <a:pt x="14055" y="0"/>
                </a:moveTo>
                <a:lnTo>
                  <a:pt x="90693" y="19622"/>
                </a:lnTo>
                <a:lnTo>
                  <a:pt x="76638" y="100920"/>
                </a:lnTo>
                <a:lnTo>
                  <a:pt x="0" y="8129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499334" y="2012217"/>
            <a:ext cx="834882" cy="1562615"/>
          </a:xfrm>
          <a:custGeom>
            <a:avLst/>
            <a:gdLst/>
            <a:ahLst/>
            <a:cxnLst/>
            <a:rect l="l" t="t" r="r" b="b"/>
            <a:pathLst>
              <a:path w="834882" h="1562615">
                <a:moveTo>
                  <a:pt x="834882" y="170072"/>
                </a:moveTo>
                <a:lnTo>
                  <a:pt x="829591" y="136097"/>
                </a:lnTo>
                <a:lnTo>
                  <a:pt x="813985" y="104520"/>
                </a:lnTo>
                <a:lnTo>
                  <a:pt x="789591" y="78431"/>
                </a:lnTo>
                <a:lnTo>
                  <a:pt x="758797" y="60385"/>
                </a:lnTo>
                <a:lnTo>
                  <a:pt x="724618" y="52147"/>
                </a:lnTo>
                <a:lnTo>
                  <a:pt x="115930" y="0"/>
                </a:lnTo>
                <a:lnTo>
                  <a:pt x="81711" y="2378"/>
                </a:lnTo>
                <a:lnTo>
                  <a:pt x="50801" y="15138"/>
                </a:lnTo>
                <a:lnTo>
                  <a:pt x="26228" y="37032"/>
                </a:lnTo>
                <a:lnTo>
                  <a:pt x="10395" y="65916"/>
                </a:lnTo>
                <a:lnTo>
                  <a:pt x="4852" y="98963"/>
                </a:lnTo>
                <a:lnTo>
                  <a:pt x="0" y="1392542"/>
                </a:lnTo>
                <a:lnTo>
                  <a:pt x="5291" y="1426517"/>
                </a:lnTo>
                <a:lnTo>
                  <a:pt x="20897" y="1458095"/>
                </a:lnTo>
                <a:lnTo>
                  <a:pt x="45291" y="1484184"/>
                </a:lnTo>
                <a:lnTo>
                  <a:pt x="76085" y="1502230"/>
                </a:lnTo>
                <a:lnTo>
                  <a:pt x="110264" y="1510468"/>
                </a:lnTo>
                <a:lnTo>
                  <a:pt x="718953" y="1562615"/>
                </a:lnTo>
                <a:lnTo>
                  <a:pt x="753172" y="1560237"/>
                </a:lnTo>
                <a:lnTo>
                  <a:pt x="784081" y="1547477"/>
                </a:lnTo>
                <a:lnTo>
                  <a:pt x="808655" y="1525583"/>
                </a:lnTo>
                <a:lnTo>
                  <a:pt x="824488" y="1496699"/>
                </a:lnTo>
                <a:lnTo>
                  <a:pt x="830030" y="1463652"/>
                </a:lnTo>
                <a:close/>
              </a:path>
            </a:pathLst>
          </a:custGeom>
          <a:solidFill>
            <a:srgbClr val="F2F2F4"/>
          </a:solidFill>
          <a:ln w="19050">
            <a:solidFill>
              <a:srgbClr val="A6A8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38883" y="2051488"/>
            <a:ext cx="755785" cy="1484071"/>
          </a:xfrm>
          <a:custGeom>
            <a:avLst/>
            <a:gdLst/>
            <a:ahLst/>
            <a:cxnLst/>
            <a:rect l="l" t="t" r="r" b="b"/>
            <a:pathLst>
              <a:path w="755785" h="1484071">
                <a:moveTo>
                  <a:pt x="755785" y="133611"/>
                </a:moveTo>
                <a:lnTo>
                  <a:pt x="752082" y="109829"/>
                </a:lnTo>
                <a:lnTo>
                  <a:pt x="741157" y="87724"/>
                </a:lnTo>
                <a:lnTo>
                  <a:pt x="724082" y="69462"/>
                </a:lnTo>
                <a:lnTo>
                  <a:pt x="702526" y="56830"/>
                </a:lnTo>
                <a:lnTo>
                  <a:pt x="678600" y="51064"/>
                </a:lnTo>
                <a:lnTo>
                  <a:pt x="82560" y="0"/>
                </a:lnTo>
                <a:lnTo>
                  <a:pt x="58607" y="1664"/>
                </a:lnTo>
                <a:lnTo>
                  <a:pt x="36970" y="10597"/>
                </a:lnTo>
                <a:lnTo>
                  <a:pt x="19768" y="25922"/>
                </a:lnTo>
                <a:lnTo>
                  <a:pt x="8685" y="46141"/>
                </a:lnTo>
                <a:lnTo>
                  <a:pt x="4806" y="69274"/>
                </a:lnTo>
                <a:lnTo>
                  <a:pt x="0" y="1350460"/>
                </a:lnTo>
                <a:lnTo>
                  <a:pt x="3704" y="1374243"/>
                </a:lnTo>
                <a:lnTo>
                  <a:pt x="14628" y="1396347"/>
                </a:lnTo>
                <a:lnTo>
                  <a:pt x="31704" y="1414609"/>
                </a:lnTo>
                <a:lnTo>
                  <a:pt x="53259" y="1427241"/>
                </a:lnTo>
                <a:lnTo>
                  <a:pt x="77185" y="1433008"/>
                </a:lnTo>
                <a:lnTo>
                  <a:pt x="673225" y="1484071"/>
                </a:lnTo>
                <a:lnTo>
                  <a:pt x="697179" y="1482407"/>
                </a:lnTo>
                <a:lnTo>
                  <a:pt x="718815" y="1473475"/>
                </a:lnTo>
                <a:lnTo>
                  <a:pt x="736017" y="1458149"/>
                </a:lnTo>
                <a:lnTo>
                  <a:pt x="747100" y="1437930"/>
                </a:lnTo>
                <a:lnTo>
                  <a:pt x="750979" y="1414797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A6A8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70818" y="2532404"/>
            <a:ext cx="491914" cy="522240"/>
          </a:xfrm>
          <a:custGeom>
            <a:avLst/>
            <a:gdLst/>
            <a:ahLst/>
            <a:cxnLst/>
            <a:rect l="l" t="t" r="r" b="b"/>
            <a:pathLst>
              <a:path w="491914" h="522240">
                <a:moveTo>
                  <a:pt x="1801" y="0"/>
                </a:moveTo>
                <a:lnTo>
                  <a:pt x="491914" y="41989"/>
                </a:lnTo>
                <a:lnTo>
                  <a:pt x="490113" y="522240"/>
                </a:lnTo>
                <a:lnTo>
                  <a:pt x="0" y="480251"/>
                </a:lnTo>
                <a:close/>
              </a:path>
            </a:pathLst>
          </a:custGeom>
          <a:solidFill>
            <a:srgbClr val="555555"/>
          </a:solidFill>
          <a:ln/>
        </p:spPr>
      </p:sp>
      <p:sp>
        <p:nvSpPr>
          <p:cNvPr id="15" name="Shape 13"/>
          <p:cNvSpPr/>
          <p:nvPr/>
        </p:nvSpPr>
        <p:spPr>
          <a:xfrm>
            <a:off x="8753705" y="2619444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998761" y="2640438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835090" y="2706484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16775" y="2713482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34790" y="2786526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998161" y="2800522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834490" y="2866568"/>
            <a:ext cx="81986" cy="87040"/>
          </a:xfrm>
          <a:custGeom>
            <a:avLst/>
            <a:gdLst/>
            <a:ahLst/>
            <a:cxnLst/>
            <a:rect l="l" t="t" r="r" b="b"/>
            <a:pathLst>
              <a:path w="81986" h="87040">
                <a:moveTo>
                  <a:pt x="300" y="0"/>
                </a:moveTo>
                <a:lnTo>
                  <a:pt x="81986" y="6998"/>
                </a:lnTo>
                <a:lnTo>
                  <a:pt x="81685" y="87040"/>
                </a:lnTo>
                <a:lnTo>
                  <a:pt x="0" y="8004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40404" y="2856788"/>
            <a:ext cx="949491" cy="1649748"/>
          </a:xfrm>
          <a:custGeom>
            <a:avLst/>
            <a:gdLst/>
            <a:ahLst/>
            <a:cxnLst/>
            <a:rect l="l" t="t" r="r" b="b"/>
            <a:pathLst>
              <a:path w="949491" h="1649748">
                <a:moveTo>
                  <a:pt x="949491" y="285652"/>
                </a:moveTo>
                <a:lnTo>
                  <a:pt x="949024" y="251157"/>
                </a:lnTo>
                <a:lnTo>
                  <a:pt x="938515" y="217401"/>
                </a:lnTo>
                <a:lnTo>
                  <a:pt x="918993" y="187686"/>
                </a:lnTo>
                <a:lnTo>
                  <a:pt x="892370" y="164922"/>
                </a:lnTo>
                <a:lnTo>
                  <a:pt x="861251" y="151338"/>
                </a:lnTo>
                <a:lnTo>
                  <a:pt x="294487" y="3076"/>
                </a:lnTo>
                <a:lnTo>
                  <a:pt x="261919" y="0"/>
                </a:lnTo>
                <a:lnTo>
                  <a:pt x="231089" y="7734"/>
                </a:lnTo>
                <a:lnTo>
                  <a:pt x="205016" y="25521"/>
                </a:lnTo>
                <a:lnTo>
                  <a:pt x="186251" y="51620"/>
                </a:lnTo>
                <a:lnTo>
                  <a:pt x="176632" y="83476"/>
                </a:lnTo>
                <a:lnTo>
                  <a:pt x="0" y="1364096"/>
                </a:lnTo>
                <a:lnTo>
                  <a:pt x="468" y="1398590"/>
                </a:lnTo>
                <a:lnTo>
                  <a:pt x="10977" y="1432347"/>
                </a:lnTo>
                <a:lnTo>
                  <a:pt x="30498" y="1462062"/>
                </a:lnTo>
                <a:lnTo>
                  <a:pt x="57122" y="1484825"/>
                </a:lnTo>
                <a:lnTo>
                  <a:pt x="88240" y="1498410"/>
                </a:lnTo>
                <a:lnTo>
                  <a:pt x="655004" y="1646672"/>
                </a:lnTo>
                <a:lnTo>
                  <a:pt x="687572" y="1649748"/>
                </a:lnTo>
                <a:lnTo>
                  <a:pt x="718402" y="1642013"/>
                </a:lnTo>
                <a:lnTo>
                  <a:pt x="744476" y="1624226"/>
                </a:lnTo>
                <a:lnTo>
                  <a:pt x="763240" y="1598127"/>
                </a:lnTo>
                <a:lnTo>
                  <a:pt x="772860" y="1566271"/>
                </a:lnTo>
                <a:close/>
              </a:path>
            </a:pathLst>
          </a:custGeom>
          <a:solidFill>
            <a:srgbClr val="F2F2F4"/>
          </a:solidFill>
          <a:ln w="19050">
            <a:solidFill>
              <a:srgbClr val="A6A8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78053" y="2897593"/>
            <a:ext cx="874194" cy="1568138"/>
          </a:xfrm>
          <a:custGeom>
            <a:avLst/>
            <a:gdLst/>
            <a:ahLst/>
            <a:cxnLst/>
            <a:rect l="l" t="t" r="r" b="b"/>
            <a:pathLst>
              <a:path w="874194" h="1568138">
                <a:moveTo>
                  <a:pt x="874194" y="241354"/>
                </a:moveTo>
                <a:lnTo>
                  <a:pt x="873866" y="217208"/>
                </a:lnTo>
                <a:lnTo>
                  <a:pt x="866510" y="193578"/>
                </a:lnTo>
                <a:lnTo>
                  <a:pt x="852845" y="172778"/>
                </a:lnTo>
                <a:lnTo>
                  <a:pt x="834208" y="156844"/>
                </a:lnTo>
                <a:lnTo>
                  <a:pt x="812425" y="147334"/>
                </a:lnTo>
                <a:lnTo>
                  <a:pt x="257438" y="2153"/>
                </a:lnTo>
                <a:lnTo>
                  <a:pt x="234641" y="0"/>
                </a:lnTo>
                <a:lnTo>
                  <a:pt x="213060" y="5414"/>
                </a:lnTo>
                <a:lnTo>
                  <a:pt x="194808" y="17865"/>
                </a:lnTo>
                <a:lnTo>
                  <a:pt x="181673" y="36134"/>
                </a:lnTo>
                <a:lnTo>
                  <a:pt x="174940" y="58433"/>
                </a:lnTo>
                <a:lnTo>
                  <a:pt x="0" y="1326784"/>
                </a:lnTo>
                <a:lnTo>
                  <a:pt x="327" y="1350930"/>
                </a:lnTo>
                <a:lnTo>
                  <a:pt x="7684" y="1374559"/>
                </a:lnTo>
                <a:lnTo>
                  <a:pt x="21349" y="1395360"/>
                </a:lnTo>
                <a:lnTo>
                  <a:pt x="39985" y="1411294"/>
                </a:lnTo>
                <a:lnTo>
                  <a:pt x="61768" y="1420803"/>
                </a:lnTo>
                <a:lnTo>
                  <a:pt x="616755" y="1565985"/>
                </a:lnTo>
                <a:lnTo>
                  <a:pt x="639553" y="1568138"/>
                </a:lnTo>
                <a:lnTo>
                  <a:pt x="661134" y="1562724"/>
                </a:lnTo>
                <a:lnTo>
                  <a:pt x="679385" y="1550273"/>
                </a:lnTo>
                <a:lnTo>
                  <a:pt x="692520" y="1532003"/>
                </a:lnTo>
                <a:lnTo>
                  <a:pt x="699254" y="150970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A6A8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4184" y="3384252"/>
            <a:ext cx="521931" cy="594820"/>
          </a:xfrm>
          <a:custGeom>
            <a:avLst/>
            <a:gdLst/>
            <a:ahLst/>
            <a:cxnLst/>
            <a:rect l="l" t="t" r="r" b="b"/>
            <a:pathLst>
              <a:path w="521931" h="594820">
                <a:moveTo>
                  <a:pt x="65576" y="0"/>
                </a:moveTo>
                <a:lnTo>
                  <a:pt x="521931" y="119380"/>
                </a:lnTo>
                <a:lnTo>
                  <a:pt x="456355" y="594820"/>
                </a:lnTo>
                <a:lnTo>
                  <a:pt x="0" y="475440"/>
                </a:lnTo>
                <a:close/>
              </a:path>
            </a:pathLst>
          </a:custGeom>
          <a:solidFill>
            <a:srgbClr val="555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50020" y="3503286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26079" y="3523182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63031" y="3562629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15150" y="3602422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28161" y="3661766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41173" y="3721109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69350" y="3780799"/>
            <a:ext cx="86989" cy="99137"/>
          </a:xfrm>
          <a:custGeom>
            <a:avLst/>
            <a:gdLst/>
            <a:ahLst/>
            <a:cxnLst/>
            <a:rect l="l" t="t" r="r" b="b"/>
            <a:pathLst>
              <a:path w="86989" h="99137">
                <a:moveTo>
                  <a:pt x="10929" y="0"/>
                </a:moveTo>
                <a:lnTo>
                  <a:pt x="86989" y="19897"/>
                </a:lnTo>
                <a:lnTo>
                  <a:pt x="76059" y="99137"/>
                </a:lnTo>
                <a:lnTo>
                  <a:pt x="0" y="7924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2525244" y="4741248"/>
            <a:ext cx="231368" cy="427534"/>
          </a:xfrm>
          <a:custGeom>
            <a:avLst/>
            <a:gdLst/>
            <a:ahLst/>
            <a:cxnLst/>
            <a:rect l="l" t="t" r="r" b="b"/>
            <a:pathLst>
              <a:path w="231368" h="427534">
                <a:moveTo>
                  <a:pt x="0" y="342328"/>
                </a:moveTo>
                <a:lnTo>
                  <a:pt x="231368" y="427534"/>
                </a:lnTo>
                <a:lnTo>
                  <a:pt x="231368" y="85206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56612" y="4614185"/>
            <a:ext cx="483236" cy="644382"/>
          </a:xfrm>
          <a:custGeom>
            <a:avLst/>
            <a:gdLst/>
            <a:ahLst/>
            <a:cxnLst/>
            <a:rect l="l" t="t" r="r" b="b"/>
            <a:pathLst>
              <a:path w="483236" h="644382">
                <a:moveTo>
                  <a:pt x="0" y="554598"/>
                </a:moveTo>
                <a:lnTo>
                  <a:pt x="0" y="212270"/>
                </a:lnTo>
                <a:lnTo>
                  <a:pt x="483236" y="0"/>
                </a:lnTo>
                <a:lnTo>
                  <a:pt x="483236" y="644382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25244" y="4453796"/>
            <a:ext cx="714604" cy="372658"/>
          </a:xfrm>
          <a:custGeom>
            <a:avLst/>
            <a:gdLst/>
            <a:ahLst/>
            <a:cxnLst/>
            <a:rect l="l" t="t" r="r" b="b"/>
            <a:pathLst>
              <a:path w="714604" h="372658">
                <a:moveTo>
                  <a:pt x="231368" y="372658"/>
                </a:moveTo>
                <a:lnTo>
                  <a:pt x="0" y="287452"/>
                </a:lnTo>
                <a:lnTo>
                  <a:pt x="279087" y="0"/>
                </a:lnTo>
                <a:lnTo>
                  <a:pt x="714604" y="160389"/>
                </a:lnTo>
                <a:close/>
              </a:path>
            </a:pathLst>
          </a:custGeom>
          <a:solidFill>
            <a:srgbClr val="8B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34656" y="4738079"/>
            <a:ext cx="892080" cy="875695"/>
          </a:xfrm>
          <a:custGeom>
            <a:avLst/>
            <a:gdLst/>
            <a:ahLst/>
            <a:cxnLst/>
            <a:rect l="l" t="t" r="r" b="b"/>
            <a:pathLst>
              <a:path w="892080" h="875695">
                <a:moveTo>
                  <a:pt x="0" y="875695"/>
                </a:moveTo>
                <a:lnTo>
                  <a:pt x="0" y="231313"/>
                </a:lnTo>
                <a:lnTo>
                  <a:pt x="892080" y="0"/>
                </a:lnTo>
                <a:lnTo>
                  <a:pt x="892080" y="644382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4527569"/>
            <a:ext cx="1463696" cy="441823"/>
          </a:xfrm>
          <a:custGeom>
            <a:avLst/>
            <a:gdLst/>
            <a:ahLst/>
            <a:cxnLst/>
            <a:rect l="l" t="t" r="r" b="b"/>
            <a:pathLst>
              <a:path w="1463696" h="441823">
                <a:moveTo>
                  <a:pt x="0" y="231313"/>
                </a:moveTo>
                <a:lnTo>
                  <a:pt x="892080" y="0"/>
                </a:lnTo>
                <a:lnTo>
                  <a:pt x="1463696" y="210510"/>
                </a:lnTo>
                <a:lnTo>
                  <a:pt x="571616" y="44182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63040" y="4758882"/>
            <a:ext cx="571616" cy="854892"/>
          </a:xfrm>
          <a:custGeom>
            <a:avLst/>
            <a:gdLst/>
            <a:ahLst/>
            <a:cxnLst/>
            <a:rect l="l" t="t" r="r" b="b"/>
            <a:pathLst>
              <a:path w="571616" h="854892">
                <a:moveTo>
                  <a:pt x="0" y="644382"/>
                </a:moveTo>
                <a:lnTo>
                  <a:pt x="0" y="0"/>
                </a:lnTo>
                <a:lnTo>
                  <a:pt x="571616" y="210510"/>
                </a:lnTo>
                <a:lnTo>
                  <a:pt x="571616" y="854892"/>
                </a:lnTo>
                <a:close/>
              </a:path>
            </a:pathLst>
          </a:custGeom>
          <a:solidFill>
            <a:srgbClr val="A1A1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22089" y="4856182"/>
            <a:ext cx="994569" cy="36627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856639" y="535047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 flipV="1">
            <a:off x="3022089" y="3616985"/>
            <a:ext cx="0" cy="1239196"/>
          </a:xfrm>
          <a:prstGeom prst="line">
            <a:avLst/>
          </a:prstGeom>
          <a:noFill/>
          <a:ln w="38100">
            <a:solidFill>
              <a:srgbClr val="00D000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542029" y="3516401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 flipV="1">
            <a:off x="3022089" y="4516491"/>
            <a:ext cx="1310048" cy="339690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4080677" y="46445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 flipV="1">
            <a:off x="4332137" y="3045121"/>
            <a:ext cx="4508509" cy="1471370"/>
          </a:xfrm>
          <a:prstGeom prst="line">
            <a:avLst/>
          </a:prstGeom>
          <a:noFill/>
          <a:ln w="25400">
            <a:solidFill>
              <a:srgbClr val="80808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840646" y="3045121"/>
            <a:ext cx="889878" cy="327717"/>
          </a:xfrm>
          <a:prstGeom prst="line">
            <a:avLst/>
          </a:prstGeom>
          <a:noFill/>
          <a:ln w="38100">
            <a:solidFill>
              <a:srgbClr val="E06666"/>
            </a:solidFill>
            <a:prstDash val="dash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9639084" y="348256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 flipV="1">
            <a:off x="8840646" y="1922099"/>
            <a:ext cx="0" cy="1123022"/>
          </a:xfrm>
          <a:prstGeom prst="line">
            <a:avLst/>
          </a:prstGeom>
          <a:noFill/>
          <a:ln w="38100">
            <a:solidFill>
              <a:srgbClr val="93C47D"/>
            </a:solidFill>
            <a:prstDash val="dash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8319438" y="1803227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 flipH="1">
            <a:off x="7468215" y="3045121"/>
            <a:ext cx="1372431" cy="355866"/>
          </a:xfrm>
          <a:prstGeom prst="line">
            <a:avLst/>
          </a:prstGeom>
          <a:noFill/>
          <a:ln w="38100">
            <a:solidFill>
              <a:srgbClr val="6FA8DC"/>
            </a:solidFill>
            <a:prstDash val="dash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6965295" y="3419275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</a:t>
            </a:r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8790354" y="2994829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11480" y="3657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추정한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디바이스는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기울기를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가짐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축을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벽면과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어긋남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영상에서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사다리꼴로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왜곡되어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보임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좌표축과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배치가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4859" y="1152786"/>
            <a:ext cx="5759461" cy="3699898"/>
          </a:xfrm>
          <a:custGeom>
            <a:avLst/>
            <a:gdLst/>
            <a:ahLst/>
            <a:cxnLst/>
            <a:rect l="l" t="t" r="r" b="b"/>
            <a:pathLst>
              <a:path w="5759461" h="3699898">
                <a:moveTo>
                  <a:pt x="234750" y="0"/>
                </a:moveTo>
                <a:lnTo>
                  <a:pt x="5759461" y="866110"/>
                </a:lnTo>
                <a:lnTo>
                  <a:pt x="5524711" y="3699898"/>
                </a:lnTo>
                <a:lnTo>
                  <a:pt x="0" y="2833788"/>
                </a:lnTo>
                <a:close/>
              </a:path>
            </a:pathLst>
          </a:custGeom>
          <a:solidFill>
            <a:srgbClr val="E6E7EB"/>
          </a:solidFill>
          <a:ln w="12700">
            <a:solidFill>
              <a:srgbClr val="8C90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58974" y="2609038"/>
            <a:ext cx="5524711" cy="866110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 flipV="1">
            <a:off x="8726532" y="1588869"/>
            <a:ext cx="234750" cy="2833788"/>
          </a:xfrm>
          <a:prstGeom prst="line">
            <a:avLst/>
          </a:prstGeom>
          <a:noFill/>
          <a:ln w="15875">
            <a:solidFill>
              <a:srgbClr val="80808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583432" y="1836256"/>
            <a:ext cx="1003214" cy="1654640"/>
          </a:xfrm>
          <a:custGeom>
            <a:avLst/>
            <a:gdLst/>
            <a:ahLst/>
            <a:cxnLst/>
            <a:rect l="l" t="t" r="r" b="b"/>
            <a:pathLst>
              <a:path w="1003214" h="1654640">
                <a:moveTo>
                  <a:pt x="1003214" y="270964"/>
                </a:moveTo>
                <a:lnTo>
                  <a:pt x="1003110" y="236153"/>
                </a:lnTo>
                <a:lnTo>
                  <a:pt x="992515" y="202342"/>
                </a:lnTo>
                <a:lnTo>
                  <a:pt x="972466" y="172839"/>
                </a:lnTo>
                <a:lnTo>
                  <a:pt x="944926" y="150533"/>
                </a:lnTo>
                <a:lnTo>
                  <a:pt x="912591" y="137607"/>
                </a:lnTo>
                <a:lnTo>
                  <a:pt x="322574" y="2281"/>
                </a:lnTo>
                <a:lnTo>
                  <a:pt x="288609" y="0"/>
                </a:lnTo>
                <a:lnTo>
                  <a:pt x="256338" y="8588"/>
                </a:lnTo>
                <a:lnTo>
                  <a:pt x="228922" y="27204"/>
                </a:lnTo>
                <a:lnTo>
                  <a:pt x="209042" y="54025"/>
                </a:lnTo>
                <a:lnTo>
                  <a:pt x="198645" y="86427"/>
                </a:lnTo>
                <a:lnTo>
                  <a:pt x="0" y="1383676"/>
                </a:lnTo>
                <a:lnTo>
                  <a:pt x="104" y="1418487"/>
                </a:lnTo>
                <a:lnTo>
                  <a:pt x="10700" y="1452298"/>
                </a:lnTo>
                <a:lnTo>
                  <a:pt x="30748" y="1481801"/>
                </a:lnTo>
                <a:lnTo>
                  <a:pt x="58288" y="1504107"/>
                </a:lnTo>
                <a:lnTo>
                  <a:pt x="90623" y="1517033"/>
                </a:lnTo>
                <a:lnTo>
                  <a:pt x="680640" y="1652359"/>
                </a:lnTo>
                <a:lnTo>
                  <a:pt x="714605" y="1654640"/>
                </a:lnTo>
                <a:lnTo>
                  <a:pt x="746876" y="1646052"/>
                </a:lnTo>
                <a:lnTo>
                  <a:pt x="774293" y="1627436"/>
                </a:lnTo>
                <a:lnTo>
                  <a:pt x="794172" y="1600615"/>
                </a:lnTo>
                <a:lnTo>
                  <a:pt x="804569" y="1568213"/>
                </a:lnTo>
                <a:close/>
              </a:path>
            </a:pathLst>
          </a:custGeom>
          <a:solidFill>
            <a:srgbClr val="F2F2F4"/>
          </a:solidFill>
          <a:ln w="19050">
            <a:solidFill>
              <a:srgbClr val="A6A8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2697" y="1877186"/>
            <a:ext cx="924685" cy="1572780"/>
          </a:xfrm>
          <a:custGeom>
            <a:avLst/>
            <a:gdLst/>
            <a:ahLst/>
            <a:cxnLst/>
            <a:rect l="l" t="t" r="r" b="b"/>
            <a:pathLst>
              <a:path w="924685" h="1572780">
                <a:moveTo>
                  <a:pt x="924685" y="227461"/>
                </a:moveTo>
                <a:lnTo>
                  <a:pt x="924612" y="203093"/>
                </a:lnTo>
                <a:lnTo>
                  <a:pt x="917196" y="179425"/>
                </a:lnTo>
                <a:lnTo>
                  <a:pt x="903162" y="158774"/>
                </a:lnTo>
                <a:lnTo>
                  <a:pt x="883884" y="143159"/>
                </a:lnTo>
                <a:lnTo>
                  <a:pt x="861249" y="134111"/>
                </a:lnTo>
                <a:lnTo>
                  <a:pt x="283492" y="1596"/>
                </a:lnTo>
                <a:lnTo>
                  <a:pt x="259717" y="0"/>
                </a:lnTo>
                <a:lnTo>
                  <a:pt x="237127" y="6012"/>
                </a:lnTo>
                <a:lnTo>
                  <a:pt x="217935" y="19043"/>
                </a:lnTo>
                <a:lnTo>
                  <a:pt x="204020" y="37818"/>
                </a:lnTo>
                <a:lnTo>
                  <a:pt x="196742" y="60499"/>
                </a:lnTo>
                <a:lnTo>
                  <a:pt x="0" y="1345319"/>
                </a:lnTo>
                <a:lnTo>
                  <a:pt x="73" y="1369687"/>
                </a:lnTo>
                <a:lnTo>
                  <a:pt x="7490" y="1393355"/>
                </a:lnTo>
                <a:lnTo>
                  <a:pt x="21524" y="1414006"/>
                </a:lnTo>
                <a:lnTo>
                  <a:pt x="40802" y="1429621"/>
                </a:lnTo>
                <a:lnTo>
                  <a:pt x="63436" y="1438669"/>
                </a:lnTo>
                <a:lnTo>
                  <a:pt x="641193" y="1571184"/>
                </a:lnTo>
                <a:lnTo>
                  <a:pt x="664969" y="1572780"/>
                </a:lnTo>
                <a:lnTo>
                  <a:pt x="687558" y="1566768"/>
                </a:lnTo>
                <a:lnTo>
                  <a:pt x="706750" y="1553737"/>
                </a:lnTo>
                <a:lnTo>
                  <a:pt x="720666" y="1534962"/>
                </a:lnTo>
                <a:lnTo>
                  <a:pt x="727943" y="1512281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A6A8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0626" y="2368287"/>
            <a:ext cx="548827" cy="590578"/>
          </a:xfrm>
          <a:custGeom>
            <a:avLst/>
            <a:gdLst/>
            <a:ahLst/>
            <a:cxnLst/>
            <a:rect l="l" t="t" r="r" b="b"/>
            <a:pathLst>
              <a:path w="548827" h="590578">
                <a:moveTo>
                  <a:pt x="73749" y="0"/>
                </a:moveTo>
                <a:lnTo>
                  <a:pt x="548827" y="108964"/>
                </a:lnTo>
                <a:lnTo>
                  <a:pt x="475079" y="590578"/>
                </a:lnTo>
                <a:lnTo>
                  <a:pt x="0" y="481613"/>
                </a:lnTo>
                <a:close/>
              </a:path>
            </a:pathLst>
          </a:custGeom>
          <a:solidFill>
            <a:srgbClr val="555555"/>
          </a:solidFill>
          <a:ln/>
        </p:spPr>
      </p:sp>
      <p:sp>
        <p:nvSpPr>
          <p:cNvPr id="8" name="Shape 6"/>
          <p:cNvSpPr/>
          <p:nvPr/>
        </p:nvSpPr>
        <p:spPr>
          <a:xfrm>
            <a:off x="7018151" y="2484878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926680" y="2546986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164219" y="2601468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993568" y="2645416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072748" y="2663576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2097" y="2707524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060456" y="2743845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4496" y="2020785"/>
            <a:ext cx="855008" cy="1606651"/>
          </a:xfrm>
          <a:custGeom>
            <a:avLst/>
            <a:gdLst/>
            <a:ahLst/>
            <a:cxnLst/>
            <a:rect l="l" t="t" r="r" b="b"/>
            <a:pathLst>
              <a:path w="855008" h="1606651">
                <a:moveTo>
                  <a:pt x="855008" y="183531"/>
                </a:moveTo>
                <a:lnTo>
                  <a:pt x="850765" y="148703"/>
                </a:lnTo>
                <a:lnTo>
                  <a:pt x="836316" y="116190"/>
                </a:lnTo>
                <a:lnTo>
                  <a:pt x="813075" y="89176"/>
                </a:lnTo>
                <a:lnTo>
                  <a:pt x="783318" y="70305"/>
                </a:lnTo>
                <a:lnTo>
                  <a:pt x="749957" y="61424"/>
                </a:lnTo>
                <a:lnTo>
                  <a:pt x="153176" y="0"/>
                </a:lnTo>
                <a:lnTo>
                  <a:pt x="119476" y="1979"/>
                </a:lnTo>
                <a:lnTo>
                  <a:pt x="88738" y="14623"/>
                </a:lnTo>
                <a:lnTo>
                  <a:pt x="63968" y="36696"/>
                </a:lnTo>
                <a:lnTo>
                  <a:pt x="47593" y="66036"/>
                </a:lnTo>
                <a:lnTo>
                  <a:pt x="41215" y="99771"/>
                </a:lnTo>
                <a:lnTo>
                  <a:pt x="0" y="1423120"/>
                </a:lnTo>
                <a:lnTo>
                  <a:pt x="4243" y="1457949"/>
                </a:lnTo>
                <a:lnTo>
                  <a:pt x="18692" y="1490461"/>
                </a:lnTo>
                <a:lnTo>
                  <a:pt x="41932" y="1517475"/>
                </a:lnTo>
                <a:lnTo>
                  <a:pt x="71690" y="1536346"/>
                </a:lnTo>
                <a:lnTo>
                  <a:pt x="105051" y="1545227"/>
                </a:lnTo>
                <a:lnTo>
                  <a:pt x="701832" y="1606651"/>
                </a:lnTo>
                <a:lnTo>
                  <a:pt x="735531" y="1604672"/>
                </a:lnTo>
                <a:lnTo>
                  <a:pt x="766270" y="1592028"/>
                </a:lnTo>
                <a:lnTo>
                  <a:pt x="791039" y="1569955"/>
                </a:lnTo>
                <a:lnTo>
                  <a:pt x="807414" y="1540615"/>
                </a:lnTo>
                <a:lnTo>
                  <a:pt x="813793" y="1506880"/>
                </a:lnTo>
                <a:close/>
              </a:path>
            </a:pathLst>
          </a:custGeom>
          <a:solidFill>
            <a:srgbClr val="F2F2F4"/>
          </a:solidFill>
          <a:ln w="19050">
            <a:solidFill>
              <a:srgbClr val="A6A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3446" y="2061044"/>
            <a:ext cx="777109" cy="1526132"/>
          </a:xfrm>
          <a:custGeom>
            <a:avLst/>
            <a:gdLst/>
            <a:ahLst/>
            <a:cxnLst/>
            <a:rect l="l" t="t" r="r" b="b"/>
            <a:pathLst>
              <a:path w="777109" h="1526132">
                <a:moveTo>
                  <a:pt x="777109" y="145623"/>
                </a:moveTo>
                <a:lnTo>
                  <a:pt x="774139" y="121243"/>
                </a:lnTo>
                <a:lnTo>
                  <a:pt x="764024" y="98484"/>
                </a:lnTo>
                <a:lnTo>
                  <a:pt x="747756" y="79574"/>
                </a:lnTo>
                <a:lnTo>
                  <a:pt x="726926" y="66364"/>
                </a:lnTo>
                <a:lnTo>
                  <a:pt x="703573" y="60148"/>
                </a:lnTo>
                <a:lnTo>
                  <a:pt x="119193" y="0"/>
                </a:lnTo>
                <a:lnTo>
                  <a:pt x="95603" y="1385"/>
                </a:lnTo>
                <a:lnTo>
                  <a:pt x="74086" y="10236"/>
                </a:lnTo>
                <a:lnTo>
                  <a:pt x="56748" y="25687"/>
                </a:lnTo>
                <a:lnTo>
                  <a:pt x="45285" y="46225"/>
                </a:lnTo>
                <a:lnTo>
                  <a:pt x="40820" y="69840"/>
                </a:lnTo>
                <a:lnTo>
                  <a:pt x="0" y="1380510"/>
                </a:lnTo>
                <a:lnTo>
                  <a:pt x="2970" y="1404890"/>
                </a:lnTo>
                <a:lnTo>
                  <a:pt x="13084" y="1427649"/>
                </a:lnTo>
                <a:lnTo>
                  <a:pt x="29353" y="1446558"/>
                </a:lnTo>
                <a:lnTo>
                  <a:pt x="50183" y="1459768"/>
                </a:lnTo>
                <a:lnTo>
                  <a:pt x="73535" y="1465985"/>
                </a:lnTo>
                <a:lnTo>
                  <a:pt x="657916" y="1526132"/>
                </a:lnTo>
                <a:lnTo>
                  <a:pt x="681505" y="1524747"/>
                </a:lnTo>
                <a:lnTo>
                  <a:pt x="703023" y="1515896"/>
                </a:lnTo>
                <a:lnTo>
                  <a:pt x="720361" y="1500445"/>
                </a:lnTo>
                <a:lnTo>
                  <a:pt x="731824" y="1479907"/>
                </a:lnTo>
                <a:lnTo>
                  <a:pt x="736289" y="1456292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A6A8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24087" y="2553730"/>
            <a:ext cx="495827" cy="540761"/>
          </a:xfrm>
          <a:custGeom>
            <a:avLst/>
            <a:gdLst/>
            <a:ahLst/>
            <a:cxnLst/>
            <a:rect l="l" t="t" r="r" b="b"/>
            <a:pathLst>
              <a:path w="495827" h="540761">
                <a:moveTo>
                  <a:pt x="15301" y="0"/>
                </a:moveTo>
                <a:lnTo>
                  <a:pt x="495827" y="49458"/>
                </a:lnTo>
                <a:lnTo>
                  <a:pt x="480525" y="540761"/>
                </a:lnTo>
                <a:lnTo>
                  <a:pt x="0" y="491303"/>
                </a:lnTo>
                <a:close/>
              </a:path>
            </a:pathLst>
          </a:custGeom>
          <a:solidFill>
            <a:srgbClr val="5555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714375" y="2643857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954638" y="2668586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791913" y="2733984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872000" y="2742227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789362" y="2815868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949538" y="2832354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6812" y="2897751"/>
            <a:ext cx="82638" cy="90127"/>
          </a:xfrm>
          <a:custGeom>
            <a:avLst/>
            <a:gdLst/>
            <a:ahLst/>
            <a:cxnLst/>
            <a:rect l="l" t="t" r="r" b="b"/>
            <a:pathLst>
              <a:path w="82638" h="90127">
                <a:moveTo>
                  <a:pt x="2550" y="0"/>
                </a:moveTo>
                <a:lnTo>
                  <a:pt x="82638" y="8243"/>
                </a:lnTo>
                <a:lnTo>
                  <a:pt x="80088" y="90127"/>
                </a:lnTo>
                <a:lnTo>
                  <a:pt x="0" y="818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63293" y="2820357"/>
            <a:ext cx="1003214" cy="1654640"/>
          </a:xfrm>
          <a:custGeom>
            <a:avLst/>
            <a:gdLst/>
            <a:ahLst/>
            <a:cxnLst/>
            <a:rect l="l" t="t" r="r" b="b"/>
            <a:pathLst>
              <a:path w="1003214" h="1654640">
                <a:moveTo>
                  <a:pt x="1003214" y="270964"/>
                </a:moveTo>
                <a:lnTo>
                  <a:pt x="1003110" y="236153"/>
                </a:lnTo>
                <a:lnTo>
                  <a:pt x="992515" y="202342"/>
                </a:lnTo>
                <a:lnTo>
                  <a:pt x="972466" y="172839"/>
                </a:lnTo>
                <a:lnTo>
                  <a:pt x="944926" y="150533"/>
                </a:lnTo>
                <a:lnTo>
                  <a:pt x="912591" y="137607"/>
                </a:lnTo>
                <a:lnTo>
                  <a:pt x="322574" y="2281"/>
                </a:lnTo>
                <a:lnTo>
                  <a:pt x="288609" y="0"/>
                </a:lnTo>
                <a:lnTo>
                  <a:pt x="256338" y="8588"/>
                </a:lnTo>
                <a:lnTo>
                  <a:pt x="228922" y="27204"/>
                </a:lnTo>
                <a:lnTo>
                  <a:pt x="209042" y="54025"/>
                </a:lnTo>
                <a:lnTo>
                  <a:pt x="198645" y="86427"/>
                </a:lnTo>
                <a:lnTo>
                  <a:pt x="0" y="1383676"/>
                </a:lnTo>
                <a:lnTo>
                  <a:pt x="104" y="1418487"/>
                </a:lnTo>
                <a:lnTo>
                  <a:pt x="10700" y="1452298"/>
                </a:lnTo>
                <a:lnTo>
                  <a:pt x="30748" y="1481801"/>
                </a:lnTo>
                <a:lnTo>
                  <a:pt x="58288" y="1504107"/>
                </a:lnTo>
                <a:lnTo>
                  <a:pt x="90623" y="1517033"/>
                </a:lnTo>
                <a:lnTo>
                  <a:pt x="680640" y="1652359"/>
                </a:lnTo>
                <a:lnTo>
                  <a:pt x="714605" y="1654640"/>
                </a:lnTo>
                <a:lnTo>
                  <a:pt x="746876" y="1646052"/>
                </a:lnTo>
                <a:lnTo>
                  <a:pt x="774293" y="1627436"/>
                </a:lnTo>
                <a:lnTo>
                  <a:pt x="794172" y="1600615"/>
                </a:lnTo>
                <a:lnTo>
                  <a:pt x="804569" y="1568213"/>
                </a:lnTo>
                <a:close/>
              </a:path>
            </a:pathLst>
          </a:custGeom>
          <a:solidFill>
            <a:srgbClr val="F2F2F4"/>
          </a:solidFill>
          <a:ln w="19050">
            <a:solidFill>
              <a:srgbClr val="A6A8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02557" y="2861287"/>
            <a:ext cx="924685" cy="1572780"/>
          </a:xfrm>
          <a:custGeom>
            <a:avLst/>
            <a:gdLst/>
            <a:ahLst/>
            <a:cxnLst/>
            <a:rect l="l" t="t" r="r" b="b"/>
            <a:pathLst>
              <a:path w="924685" h="1572780">
                <a:moveTo>
                  <a:pt x="924685" y="227461"/>
                </a:moveTo>
                <a:lnTo>
                  <a:pt x="924612" y="203093"/>
                </a:lnTo>
                <a:lnTo>
                  <a:pt x="917196" y="179425"/>
                </a:lnTo>
                <a:lnTo>
                  <a:pt x="903162" y="158774"/>
                </a:lnTo>
                <a:lnTo>
                  <a:pt x="883884" y="143159"/>
                </a:lnTo>
                <a:lnTo>
                  <a:pt x="861249" y="134111"/>
                </a:lnTo>
                <a:lnTo>
                  <a:pt x="283492" y="1596"/>
                </a:lnTo>
                <a:lnTo>
                  <a:pt x="259717" y="0"/>
                </a:lnTo>
                <a:lnTo>
                  <a:pt x="237127" y="6012"/>
                </a:lnTo>
                <a:lnTo>
                  <a:pt x="217935" y="19043"/>
                </a:lnTo>
                <a:lnTo>
                  <a:pt x="204020" y="37818"/>
                </a:lnTo>
                <a:lnTo>
                  <a:pt x="196742" y="60499"/>
                </a:lnTo>
                <a:lnTo>
                  <a:pt x="0" y="1345319"/>
                </a:lnTo>
                <a:lnTo>
                  <a:pt x="73" y="1369687"/>
                </a:lnTo>
                <a:lnTo>
                  <a:pt x="7490" y="1393355"/>
                </a:lnTo>
                <a:lnTo>
                  <a:pt x="21524" y="1414006"/>
                </a:lnTo>
                <a:lnTo>
                  <a:pt x="40802" y="1429621"/>
                </a:lnTo>
                <a:lnTo>
                  <a:pt x="63436" y="1438669"/>
                </a:lnTo>
                <a:lnTo>
                  <a:pt x="641193" y="1571184"/>
                </a:lnTo>
                <a:lnTo>
                  <a:pt x="664969" y="1572780"/>
                </a:lnTo>
                <a:lnTo>
                  <a:pt x="687558" y="1566768"/>
                </a:lnTo>
                <a:lnTo>
                  <a:pt x="706750" y="1553737"/>
                </a:lnTo>
                <a:lnTo>
                  <a:pt x="720666" y="1534962"/>
                </a:lnTo>
                <a:lnTo>
                  <a:pt x="727943" y="1512281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A6A8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90486" y="3352388"/>
            <a:ext cx="548827" cy="590578"/>
          </a:xfrm>
          <a:custGeom>
            <a:avLst/>
            <a:gdLst/>
            <a:ahLst/>
            <a:cxnLst/>
            <a:rect l="l" t="t" r="r" b="b"/>
            <a:pathLst>
              <a:path w="548827" h="590578">
                <a:moveTo>
                  <a:pt x="73749" y="0"/>
                </a:moveTo>
                <a:lnTo>
                  <a:pt x="548827" y="108964"/>
                </a:lnTo>
                <a:lnTo>
                  <a:pt x="475079" y="590578"/>
                </a:lnTo>
                <a:lnTo>
                  <a:pt x="0" y="481613"/>
                </a:lnTo>
                <a:close/>
              </a:path>
            </a:pathLst>
          </a:custGeom>
          <a:solidFill>
            <a:srgbClr val="555555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98012" y="3468978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77191" y="3487139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06540" y="3531087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564900" y="3567408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73429" y="3629516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81957" y="3691624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19497" y="3746107"/>
            <a:ext cx="91471" cy="98430"/>
          </a:xfrm>
          <a:custGeom>
            <a:avLst/>
            <a:gdLst/>
            <a:ahLst/>
            <a:cxnLst/>
            <a:rect l="l" t="t" r="r" b="b"/>
            <a:pathLst>
              <a:path w="91471" h="98430">
                <a:moveTo>
                  <a:pt x="12291" y="0"/>
                </a:moveTo>
                <a:lnTo>
                  <a:pt x="91471" y="18161"/>
                </a:lnTo>
                <a:lnTo>
                  <a:pt x="79180" y="98430"/>
                </a:lnTo>
                <a:lnTo>
                  <a:pt x="0" y="802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525244" y="4741248"/>
            <a:ext cx="231368" cy="427534"/>
          </a:xfrm>
          <a:custGeom>
            <a:avLst/>
            <a:gdLst/>
            <a:ahLst/>
            <a:cxnLst/>
            <a:rect l="l" t="t" r="r" b="b"/>
            <a:pathLst>
              <a:path w="231368" h="427534">
                <a:moveTo>
                  <a:pt x="0" y="342328"/>
                </a:moveTo>
                <a:lnTo>
                  <a:pt x="231368" y="427534"/>
                </a:lnTo>
                <a:lnTo>
                  <a:pt x="231368" y="85206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56612" y="4614185"/>
            <a:ext cx="483236" cy="644382"/>
          </a:xfrm>
          <a:custGeom>
            <a:avLst/>
            <a:gdLst/>
            <a:ahLst/>
            <a:cxnLst/>
            <a:rect l="l" t="t" r="r" b="b"/>
            <a:pathLst>
              <a:path w="483236" h="644382">
                <a:moveTo>
                  <a:pt x="0" y="554598"/>
                </a:moveTo>
                <a:lnTo>
                  <a:pt x="0" y="212270"/>
                </a:lnTo>
                <a:lnTo>
                  <a:pt x="483236" y="0"/>
                </a:lnTo>
                <a:lnTo>
                  <a:pt x="483236" y="644382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5244" y="4453796"/>
            <a:ext cx="714604" cy="372658"/>
          </a:xfrm>
          <a:custGeom>
            <a:avLst/>
            <a:gdLst/>
            <a:ahLst/>
            <a:cxnLst/>
            <a:rect l="l" t="t" r="r" b="b"/>
            <a:pathLst>
              <a:path w="714604" h="372658">
                <a:moveTo>
                  <a:pt x="231368" y="372658"/>
                </a:moveTo>
                <a:lnTo>
                  <a:pt x="0" y="287452"/>
                </a:lnTo>
                <a:lnTo>
                  <a:pt x="279087" y="0"/>
                </a:lnTo>
                <a:lnTo>
                  <a:pt x="714604" y="160389"/>
                </a:lnTo>
                <a:close/>
              </a:path>
            </a:pathLst>
          </a:custGeom>
          <a:solidFill>
            <a:srgbClr val="8B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4656" y="4738079"/>
            <a:ext cx="892080" cy="875695"/>
          </a:xfrm>
          <a:custGeom>
            <a:avLst/>
            <a:gdLst/>
            <a:ahLst/>
            <a:cxnLst/>
            <a:rect l="l" t="t" r="r" b="b"/>
            <a:pathLst>
              <a:path w="892080" h="875695">
                <a:moveTo>
                  <a:pt x="0" y="875695"/>
                </a:moveTo>
                <a:lnTo>
                  <a:pt x="0" y="231313"/>
                </a:lnTo>
                <a:lnTo>
                  <a:pt x="892080" y="0"/>
                </a:lnTo>
                <a:lnTo>
                  <a:pt x="892080" y="644382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463040" y="4527569"/>
            <a:ext cx="1463696" cy="441823"/>
          </a:xfrm>
          <a:custGeom>
            <a:avLst/>
            <a:gdLst/>
            <a:ahLst/>
            <a:cxnLst/>
            <a:rect l="l" t="t" r="r" b="b"/>
            <a:pathLst>
              <a:path w="1463696" h="441823">
                <a:moveTo>
                  <a:pt x="0" y="231313"/>
                </a:moveTo>
                <a:lnTo>
                  <a:pt x="892080" y="0"/>
                </a:lnTo>
                <a:lnTo>
                  <a:pt x="1463696" y="210510"/>
                </a:lnTo>
                <a:lnTo>
                  <a:pt x="571616" y="44182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4758882"/>
            <a:ext cx="571616" cy="854892"/>
          </a:xfrm>
          <a:custGeom>
            <a:avLst/>
            <a:gdLst/>
            <a:ahLst/>
            <a:cxnLst/>
            <a:rect l="l" t="t" r="r" b="b"/>
            <a:pathLst>
              <a:path w="571616" h="854892">
                <a:moveTo>
                  <a:pt x="0" y="644382"/>
                </a:moveTo>
                <a:lnTo>
                  <a:pt x="0" y="0"/>
                </a:lnTo>
                <a:lnTo>
                  <a:pt x="571616" y="210510"/>
                </a:lnTo>
                <a:lnTo>
                  <a:pt x="571616" y="854892"/>
                </a:lnTo>
                <a:close/>
              </a:path>
            </a:pathLst>
          </a:custGeom>
          <a:solidFill>
            <a:srgbClr val="A1A1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22089" y="4856182"/>
            <a:ext cx="994569" cy="366272"/>
          </a:xfrm>
          <a:prstGeom prst="line">
            <a:avLst/>
          </a:prstGeom>
          <a:noFill/>
          <a:ln w="38100">
            <a:solidFill>
              <a:srgbClr val="FF000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856639" y="535047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 flipV="1">
            <a:off x="3022089" y="3616985"/>
            <a:ext cx="0" cy="1239196"/>
          </a:xfrm>
          <a:prstGeom prst="line">
            <a:avLst/>
          </a:prstGeom>
          <a:noFill/>
          <a:ln w="38100">
            <a:solidFill>
              <a:srgbClr val="00D00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2542029" y="3516401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 flipV="1">
            <a:off x="3022089" y="4516491"/>
            <a:ext cx="1310048" cy="339690"/>
          </a:xfrm>
          <a:prstGeom prst="line">
            <a:avLst/>
          </a:prstGeom>
          <a:noFill/>
          <a:ln w="381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4080677" y="46445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 flipV="1">
            <a:off x="4332137" y="3045121"/>
            <a:ext cx="4508509" cy="1471370"/>
          </a:xfrm>
          <a:prstGeom prst="line">
            <a:avLst/>
          </a:prstGeom>
          <a:noFill/>
          <a:ln w="25400">
            <a:solidFill>
              <a:srgbClr val="80808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840646" y="3045121"/>
            <a:ext cx="1236299" cy="193815"/>
          </a:xfrm>
          <a:prstGeom prst="line">
            <a:avLst/>
          </a:prstGeom>
          <a:noFill/>
          <a:ln w="38100">
            <a:solidFill>
              <a:srgbClr val="E06666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9574025" y="33943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 flipV="1">
            <a:off x="8840646" y="1982451"/>
            <a:ext cx="88031" cy="1062670"/>
          </a:xfrm>
          <a:prstGeom prst="line">
            <a:avLst/>
          </a:prstGeom>
          <a:noFill/>
          <a:ln w="38100">
            <a:solidFill>
              <a:srgbClr val="93C47D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8425758" y="1863579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20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 flipH="1">
            <a:off x="8268518" y="3045121"/>
            <a:ext cx="572128" cy="390830"/>
          </a:xfrm>
          <a:prstGeom prst="line">
            <a:avLst/>
          </a:prstGeom>
          <a:noFill/>
          <a:ln w="38100">
            <a:solidFill>
              <a:srgbClr val="6FA8DC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7994198" y="3563967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8790354" y="2994829"/>
            <a:ext cx="100584" cy="10058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11480" y="36576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−1)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‖(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−1)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 , 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l"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평면과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기준축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ctr" indent="0" marL="0">
              <a:buNone/>
            </a:pPr>
            <a:r>
              <a:rPr lang="en-US" sz="13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3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30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30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평면 정렬</dc:title>
  <dc:subject>PptxGenJS Presentation</dc:subject>
  <dc:creator>PptxGenJS</dc:creator>
  <cp:lastModifiedBy>PptxGenJS</cp:lastModifiedBy>
  <cp:revision>1</cp:revision>
  <dcterms:created xsi:type="dcterms:W3CDTF">2026-09-30T06:59:45Z</dcterms:created>
  <dcterms:modified xsi:type="dcterms:W3CDTF">2026-09-30T06:59:45Z</dcterms:modified>
</cp:coreProperties>
</file>